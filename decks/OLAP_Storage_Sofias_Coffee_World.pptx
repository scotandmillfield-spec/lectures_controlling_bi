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256" r:id="rId13"/>
    <p:sldId id="257" r:id="rId12"/>
    <p:sldId id="258" r:id="rId11"/>
    <p:sldId id="259" r:id="rId10"/>
    <p:sldId id="260" r:id="rId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ktion 1 done" id="{60488DB6-416B-4A1C-936C-E030EA6E2F82}">
          <p14:sldIdLst>
            <p14:sldId id="420"/>
            <p14:sldId id="453"/>
          </p14:sldIdLst>
        </p14:section>
        <p14:section name="SC 102 rec." id="{A4254EF1-7791-4E87-92F9-CE767012DA09}">
          <p14:sldIdLst>
            <p14:sldId id="2147476622"/>
          </p14:sldIdLst>
        </p14:section>
        <p14:section name="SC 103 rec." id="{AE9346DC-2D9A-426C-B2EC-ED0E19E4DE66}">
          <p14:sldIdLst>
            <p14:sldId id="717"/>
            <p14:sldId id="721"/>
            <p14:sldId id="2147476617"/>
            <p14:sldId id="2147476618"/>
          </p14:sldIdLst>
        </p14:section>
        <p14:section name="SC 104 rec." id="{0ECFF9DA-8BDE-48D1-AFAE-9F2A8313BE7D}">
          <p14:sldIdLst>
            <p14:sldId id="718"/>
            <p14:sldId id="720"/>
          </p14:sldIdLst>
        </p14:section>
        <p14:section name="SC 105 rec." id="{66CDDE0D-C45C-41C7-836E-AB941A3E6E6C}">
          <p14:sldIdLst/>
        </p14:section>
        <p14:section name="------------------" id="{EC18608B-A2C0-4BA2-9D78-04340AA4199F}">
          <p14:sldIdLst/>
        </p14:section>
        <p14:section name="Lektion 2 done" id="{BA09E9AA-3BB5-4AB3-8F50-DF576FF761A9}">
          <p14:sldIdLst/>
        </p14:section>
        <p14:section name="SC 202 rec." id="{FD9148EF-FE07-4086-AE0E-20A3F25CC641}">
          <p14:sldIdLst/>
        </p14:section>
        <p14:section name="SC 203 rec." id="{D479430D-0933-4472-8BC5-57ED99EFD86A}">
          <p14:sldIdLst/>
        </p14:section>
        <p14:section name="SC 204 rec." id="{F798B1F7-6373-4DC5-8F7C-32A531BBBB3D}">
          <p14:sldIdLst/>
        </p14:section>
        <p14:section name="SC 205 rec." id="{AE76209E-8373-4F0C-8F3A-C01EFCADB357}">
          <p14:sldIdLst/>
        </p14:section>
        <p14:section name="------------------" id="{421475B1-54A7-4045-8651-D3A47AB14554}">
          <p14:sldIdLst/>
        </p14:section>
        <p14:section name="Lektion 3 done" id="{ABADD0FE-881E-4829-8A64-996449E0485C}">
          <p14:sldIdLst/>
        </p14:section>
        <p14:section name="SC 303 rec." id="{CA37F0E7-2788-4BDB-87C6-6AAA935C9079}">
          <p14:sldIdLst/>
        </p14:section>
        <p14:section name="SC 302 rec." id="{AADC7897-7129-4555-AD67-44A037F51122}">
          <p14:sldIdLst/>
        </p14:section>
        <p14:section name="SC 304 rec" id="{E38A4F8D-088C-45B5-80EF-863AD026692A}">
          <p14:sldIdLst/>
        </p14:section>
        <p14:section name="SC 305 rec" id="{3693D301-CA95-4F66-9374-EE1DFD241AA3}">
          <p14:sldIdLst/>
        </p14:section>
        <p14:section name="------------------" id="{C93FC53E-A3CA-48F9-BA4D-0E2D9A815984}">
          <p14:sldIdLst/>
        </p14:section>
        <p14:section name="Lektion 4 done" id="{A29ACFFB-DB07-4143-9E81-91EB3D68CC83}">
          <p14:sldIdLst/>
        </p14:section>
        <p14:section name="SC 402 rec." id="{6F56C221-1DF2-49D3-9564-F6ED0B29E165}">
          <p14:sldIdLst/>
        </p14:section>
        <p14:section name="SC 403 rec." id="{4AF97F4D-030B-42AA-8E9C-ECF76A8B25B5}">
          <p14:sldIdLst/>
        </p14:section>
        <p14:section name="SC 404 rec." id="{AF2B1BB0-B2EF-4195-964F-C3964EC4EAC8}">
          <p14:sldIdLst/>
        </p14:section>
        <p14:section name="SC 405 rec." id="{0937E342-7454-47A1-9DAC-1A605A9AC93B}">
          <p14:sldIdLst/>
        </p14:section>
        <p14:section name="------------------" id="{CAB1E462-5056-4BCA-9C3C-181ED068F1B0}">
          <p14:sldIdLst/>
        </p14:section>
        <p14:section name="Lektion 5" id="{E00B76B0-518F-4AAA-8F3B-FE7683464316}">
          <p14:sldIdLst/>
        </p14:section>
        <p14:section name="SC 502 rec." id="{4A656895-6019-41F1-8B9C-86FD9E7A9DFE}">
          <p14:sldIdLst/>
        </p14:section>
        <p14:section name="SC 503 rec." id="{A9DEA65F-C187-4D9C-A9B0-96650CC62B2F}">
          <p14:sldIdLst/>
        </p14:section>
        <p14:section name="SC 504 rec." id="{2A03317E-7569-44F2-930B-892D168CA059}">
          <p14:sldIdLst/>
        </p14:section>
        <p14:section name="SC 505 rec." id="{74F30E95-D11D-4972-BE30-D7561E4832AA}">
          <p14:sldIdLst/>
        </p14:section>
        <p14:section name="------------------" id="{E552EEEB-AA67-4F5A-98A7-0B4CA3D374BC}">
          <p14:sldIdLst/>
        </p14:section>
        <p14:section name="Lektion 6" id="{64431F4D-BF91-4E10-A35C-C38C43AB9AF1}">
          <p14:sldIdLst/>
        </p14:section>
        <p14:section name="SC 602 rec." id="{FA043A2F-7A1C-4092-B34A-AE7A65760399}">
          <p14:sldIdLst/>
        </p14:section>
        <p14:section name="SC 603 rec." id="{1FB07075-C71E-4C1D-B632-15162AE392D6}">
          <p14:sldIdLst/>
        </p14:section>
        <p14:section name="SC 604 done" id="{2E4AAE1D-3488-4549-B0DE-8AE417D7D8FB}">
          <p14:sldIdLst/>
        </p14:section>
        <p14:section name="SC 605 done" id="{E8E2EF3A-130B-4165-81C7-691B8DF7500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D6D5F4C-9262-5586-D12E-F90ACED4D2C0}" name="Drozdzynski, Maik, Prof. Dr." initials="MD" userId="S::maik.drozdzynski@iu.org::73732f81-f114-45c1-a70a-4afb221695f6" providerId="AD"/>
  <p188:author id="{4B315366-3211-06EC-04FF-2FA512BAEF8A}" name="Geringswald, Felix" initials="FG" userId="S::felix.geringswald@iu.org::77847af4-0151-43f9-973a-ea63a154a755" providerId="AD"/>
  <p188:author id="{12520DB4-ED30-7D33-51FE-56B0AE4465FA}" name="Stenau, Esther, Prof. Dr." initials="" userId="S::esther.stenau@iu.org::5e4c78f2-3ed6-4294-8c46-f028031fa5ca" providerId="AD"/>
  <p188:author id="{A8D13AD6-42C5-A260-6510-61E36E4491C2}" name="Gragert, Laura" initials="" userId="S::laura.gragert@iu.org::7bfb8cb3-bf41-494f-8262-459712de871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ebastian Wisnia" initials="SW" lastIdx="1" clrIdx="0">
    <p:extLst>
      <p:ext uri="{19B8F6BF-5375-455C-9EA6-DF929625EA0E}">
        <p15:presenceInfo xmlns:p15="http://schemas.microsoft.com/office/powerpoint/2012/main" userId="4cce30e4be9e836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a:srgbClr val="209CBD"/>
    <a:srgbClr val="FFFFFF"/>
    <a:srgbClr val="E62D41"/>
    <a:srgbClr val="F0F0F0"/>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63" autoAdjust="0"/>
    <p:restoredTop sz="94807" autoAdjust="0"/>
  </p:normalViewPr>
  <p:slideViewPr>
    <p:cSldViewPr snapToGrid="0">
      <p:cViewPr varScale="1">
        <p:scale>
          <a:sx n="120" d="100"/>
          <a:sy n="120" d="100"/>
        </p:scale>
        <p:origin x="180" y="1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9" Type="http://schemas.openxmlformats.org/officeDocument/2006/relationships/slide" Target="slides/slide5.xml"/><Relationship Id="rId10" Type="http://schemas.openxmlformats.org/officeDocument/2006/relationships/slide" Target="slides/slide4.xml"/><Relationship Id="rId11" Type="http://schemas.openxmlformats.org/officeDocument/2006/relationships/slide" Target="slides/slide3.xml"/><Relationship Id="rId12" Type="http://schemas.openxmlformats.org/officeDocument/2006/relationships/slide" Target="slides/slide2.xml"/><Relationship Id="rId13" Type="http://schemas.openxmlformats.org/officeDocument/2006/relationships/slide" Target="slides/slide1.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commentAuthors" Target="commentAuthor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ozdzynski, Maik, Prof. Dr. rer. pol." userId="73732f81-f114-45c1-a70a-4afb221695f6" providerId="ADAL" clId="{E5B5D8AD-9BDD-4F81-9597-D8CD89C5AF0D}"/>
    <pc:docChg chg="undo custSel delSld modSld modMainMaster modSection">
      <pc:chgData name="Drozdzynski, Maik, Prof. Dr. rer. pol." userId="73732f81-f114-45c1-a70a-4afb221695f6" providerId="ADAL" clId="{E5B5D8AD-9BDD-4F81-9597-D8CD89C5AF0D}" dt="2026-05-27T12:49:45.443" v="613" actId="47"/>
      <pc:docMkLst>
        <pc:docMk/>
      </pc:docMkLst>
      <pc:sldChg chg="modSp mod">
        <pc:chgData name="Drozdzynski, Maik, Prof. Dr. rer. pol." userId="73732f81-f114-45c1-a70a-4afb221695f6" providerId="ADAL" clId="{E5B5D8AD-9BDD-4F81-9597-D8CD89C5AF0D}" dt="2026-05-13T14:53:27.271" v="608" actId="20577"/>
        <pc:sldMkLst>
          <pc:docMk/>
          <pc:sldMk cId="1051772019" sldId="420"/>
        </pc:sldMkLst>
        <pc:spChg chg="mod">
          <ac:chgData name="Drozdzynski, Maik, Prof. Dr. rer. pol." userId="73732f81-f114-45c1-a70a-4afb221695f6" providerId="ADAL" clId="{E5B5D8AD-9BDD-4F81-9597-D8CD89C5AF0D}" dt="2026-05-13T14:53:27.271" v="608" actId="20577"/>
          <ac:spMkLst>
            <pc:docMk/>
            <pc:sldMk cId="1051772019" sldId="420"/>
            <ac:spMk id="3" creationId="{27366DE4-70F8-31E8-F854-F6C4F0C7CAA8}"/>
          </ac:spMkLst>
        </pc:spChg>
        <pc:spChg chg="mod">
          <ac:chgData name="Drozdzynski, Maik, Prof. Dr. rer. pol." userId="73732f81-f114-45c1-a70a-4afb221695f6" providerId="ADAL" clId="{E5B5D8AD-9BDD-4F81-9597-D8CD89C5AF0D}" dt="2026-05-13T14:53:19.242" v="606" actId="20577"/>
          <ac:spMkLst>
            <pc:docMk/>
            <pc:sldMk cId="1051772019" sldId="420"/>
            <ac:spMk id="4" creationId="{EFB588E8-42D7-C449-C844-3EC48A0DB214}"/>
          </ac:spMkLst>
        </pc:spChg>
      </pc:sldChg>
      <pc:sldChg chg="del">
        <pc:chgData name="Drozdzynski, Maik, Prof. Dr. rer. pol." userId="73732f81-f114-45c1-a70a-4afb221695f6" providerId="ADAL" clId="{E5B5D8AD-9BDD-4F81-9597-D8CD89C5AF0D}" dt="2026-05-27T12:49:45.443" v="613" actId="47"/>
        <pc:sldMkLst>
          <pc:docMk/>
          <pc:sldMk cId="2732644860" sldId="421"/>
        </pc:sldMkLst>
      </pc:sldChg>
      <pc:sldChg chg="del">
        <pc:chgData name="Drozdzynski, Maik, Prof. Dr. rer. pol." userId="73732f81-f114-45c1-a70a-4afb221695f6" providerId="ADAL" clId="{E5B5D8AD-9BDD-4F81-9597-D8CD89C5AF0D}" dt="2026-05-27T12:49:45.443" v="613" actId="47"/>
        <pc:sldMkLst>
          <pc:docMk/>
          <pc:sldMk cId="1933987355" sldId="422"/>
        </pc:sldMkLst>
      </pc:sldChg>
      <pc:sldChg chg="del">
        <pc:chgData name="Drozdzynski, Maik, Prof. Dr. rer. pol." userId="73732f81-f114-45c1-a70a-4afb221695f6" providerId="ADAL" clId="{E5B5D8AD-9BDD-4F81-9597-D8CD89C5AF0D}" dt="2026-05-27T12:49:45.443" v="613" actId="47"/>
        <pc:sldMkLst>
          <pc:docMk/>
          <pc:sldMk cId="1884336926" sldId="423"/>
        </pc:sldMkLst>
      </pc:sldChg>
      <pc:sldChg chg="del">
        <pc:chgData name="Drozdzynski, Maik, Prof. Dr. rer. pol." userId="73732f81-f114-45c1-a70a-4afb221695f6" providerId="ADAL" clId="{E5B5D8AD-9BDD-4F81-9597-D8CD89C5AF0D}" dt="2026-05-27T12:49:45.443" v="613" actId="47"/>
        <pc:sldMkLst>
          <pc:docMk/>
          <pc:sldMk cId="3355721951" sldId="424"/>
        </pc:sldMkLst>
      </pc:sldChg>
      <pc:sldChg chg="del">
        <pc:chgData name="Drozdzynski, Maik, Prof. Dr. rer. pol." userId="73732f81-f114-45c1-a70a-4afb221695f6" providerId="ADAL" clId="{E5B5D8AD-9BDD-4F81-9597-D8CD89C5AF0D}" dt="2026-05-27T12:49:45.443" v="613" actId="47"/>
        <pc:sldMkLst>
          <pc:docMk/>
          <pc:sldMk cId="2162218445" sldId="425"/>
        </pc:sldMkLst>
      </pc:sldChg>
      <pc:sldChg chg="addSp delSp modSp del mod">
        <pc:chgData name="Drozdzynski, Maik, Prof. Dr. rer. pol." userId="73732f81-f114-45c1-a70a-4afb221695f6" providerId="ADAL" clId="{E5B5D8AD-9BDD-4F81-9597-D8CD89C5AF0D}" dt="2026-05-27T12:48:46.006" v="609" actId="47"/>
        <pc:sldMkLst>
          <pc:docMk/>
          <pc:sldMk cId="2561889587" sldId="454"/>
        </pc:sldMkLst>
      </pc:sldChg>
      <pc:sldChg chg="addSp delSp modSp del mod">
        <pc:chgData name="Drozdzynski, Maik, Prof. Dr. rer. pol." userId="73732f81-f114-45c1-a70a-4afb221695f6" providerId="ADAL" clId="{E5B5D8AD-9BDD-4F81-9597-D8CD89C5AF0D}" dt="2026-05-27T12:48:46.006" v="609" actId="47"/>
        <pc:sldMkLst>
          <pc:docMk/>
          <pc:sldMk cId="1152337432" sldId="455"/>
        </pc:sldMkLst>
      </pc:sldChg>
      <pc:sldChg chg="addSp delSp modSp del mod">
        <pc:chgData name="Drozdzynski, Maik, Prof. Dr. rer. pol." userId="73732f81-f114-45c1-a70a-4afb221695f6" providerId="ADAL" clId="{E5B5D8AD-9BDD-4F81-9597-D8CD89C5AF0D}" dt="2026-05-27T12:48:46.006" v="609" actId="47"/>
        <pc:sldMkLst>
          <pc:docMk/>
          <pc:sldMk cId="3873862797" sldId="456"/>
        </pc:sldMkLst>
      </pc:sldChg>
      <pc:sldChg chg="addSp delSp modSp del mod">
        <pc:chgData name="Drozdzynski, Maik, Prof. Dr. rer. pol." userId="73732f81-f114-45c1-a70a-4afb221695f6" providerId="ADAL" clId="{E5B5D8AD-9BDD-4F81-9597-D8CD89C5AF0D}" dt="2026-05-27T12:48:46.006" v="609" actId="47"/>
        <pc:sldMkLst>
          <pc:docMk/>
          <pc:sldMk cId="2472118590" sldId="457"/>
        </pc:sldMkLst>
      </pc:sldChg>
      <pc:sldChg chg="del">
        <pc:chgData name="Drozdzynski, Maik, Prof. Dr. rer. pol." userId="73732f81-f114-45c1-a70a-4afb221695f6" providerId="ADAL" clId="{E5B5D8AD-9BDD-4F81-9597-D8CD89C5AF0D}" dt="2026-05-27T12:48:46.006" v="609" actId="47"/>
        <pc:sldMkLst>
          <pc:docMk/>
          <pc:sldMk cId="2929520834" sldId="458"/>
        </pc:sldMkLst>
      </pc:sldChg>
      <pc:sldChg chg="addSp delSp modSp del mod modClrScheme chgLayout">
        <pc:chgData name="Drozdzynski, Maik, Prof. Dr. rer. pol." userId="73732f81-f114-45c1-a70a-4afb221695f6" providerId="ADAL" clId="{E5B5D8AD-9BDD-4F81-9597-D8CD89C5AF0D}" dt="2026-05-27T12:48:46.006" v="609" actId="47"/>
        <pc:sldMkLst>
          <pc:docMk/>
          <pc:sldMk cId="3696754251" sldId="459"/>
        </pc:sldMkLst>
      </pc:sldChg>
      <pc:sldChg chg="del">
        <pc:chgData name="Drozdzynski, Maik, Prof. Dr. rer. pol." userId="73732f81-f114-45c1-a70a-4afb221695f6" providerId="ADAL" clId="{E5B5D8AD-9BDD-4F81-9597-D8CD89C5AF0D}" dt="2026-05-27T12:48:46.006" v="609" actId="47"/>
        <pc:sldMkLst>
          <pc:docMk/>
          <pc:sldMk cId="3709126901" sldId="460"/>
        </pc:sldMkLst>
      </pc:sldChg>
      <pc:sldChg chg="del">
        <pc:chgData name="Drozdzynski, Maik, Prof. Dr. rer. pol." userId="73732f81-f114-45c1-a70a-4afb221695f6" providerId="ADAL" clId="{E5B5D8AD-9BDD-4F81-9597-D8CD89C5AF0D}" dt="2026-05-27T12:48:46.006" v="609" actId="47"/>
        <pc:sldMkLst>
          <pc:docMk/>
          <pc:sldMk cId="1340788257" sldId="461"/>
        </pc:sldMkLst>
      </pc:sldChg>
      <pc:sldChg chg="del">
        <pc:chgData name="Drozdzynski, Maik, Prof. Dr. rer. pol." userId="73732f81-f114-45c1-a70a-4afb221695f6" providerId="ADAL" clId="{E5B5D8AD-9BDD-4F81-9597-D8CD89C5AF0D}" dt="2026-05-27T12:48:46.006" v="609" actId="47"/>
        <pc:sldMkLst>
          <pc:docMk/>
          <pc:sldMk cId="2484212050" sldId="463"/>
        </pc:sldMkLst>
      </pc:sldChg>
      <pc:sldChg chg="del">
        <pc:chgData name="Drozdzynski, Maik, Prof. Dr. rer. pol." userId="73732f81-f114-45c1-a70a-4afb221695f6" providerId="ADAL" clId="{E5B5D8AD-9BDD-4F81-9597-D8CD89C5AF0D}" dt="2026-05-27T12:48:46.006" v="609" actId="47"/>
        <pc:sldMkLst>
          <pc:docMk/>
          <pc:sldMk cId="3191999269" sldId="465"/>
        </pc:sldMkLst>
      </pc:sldChg>
      <pc:sldChg chg="del">
        <pc:chgData name="Drozdzynski, Maik, Prof. Dr. rer. pol." userId="73732f81-f114-45c1-a70a-4afb221695f6" providerId="ADAL" clId="{E5B5D8AD-9BDD-4F81-9597-D8CD89C5AF0D}" dt="2026-05-27T12:48:46.006" v="609" actId="47"/>
        <pc:sldMkLst>
          <pc:docMk/>
          <pc:sldMk cId="3123698742" sldId="466"/>
        </pc:sldMkLst>
      </pc:sldChg>
      <pc:sldChg chg="del">
        <pc:chgData name="Drozdzynski, Maik, Prof. Dr. rer. pol." userId="73732f81-f114-45c1-a70a-4afb221695f6" providerId="ADAL" clId="{E5B5D8AD-9BDD-4F81-9597-D8CD89C5AF0D}" dt="2026-05-27T12:48:46.006" v="609" actId="47"/>
        <pc:sldMkLst>
          <pc:docMk/>
          <pc:sldMk cId="4255647500" sldId="467"/>
        </pc:sldMkLst>
      </pc:sldChg>
      <pc:sldChg chg="modSp del">
        <pc:chgData name="Drozdzynski, Maik, Prof. Dr. rer. pol." userId="73732f81-f114-45c1-a70a-4afb221695f6" providerId="ADAL" clId="{E5B5D8AD-9BDD-4F81-9597-D8CD89C5AF0D}" dt="2026-05-27T12:48:46.006" v="609" actId="47"/>
        <pc:sldMkLst>
          <pc:docMk/>
          <pc:sldMk cId="3334651662" sldId="612"/>
        </pc:sldMkLst>
      </pc:sldChg>
      <pc:sldChg chg="modSp del mod">
        <pc:chgData name="Drozdzynski, Maik, Prof. Dr. rer. pol." userId="73732f81-f114-45c1-a70a-4afb221695f6" providerId="ADAL" clId="{E5B5D8AD-9BDD-4F81-9597-D8CD89C5AF0D}" dt="2026-05-27T12:48:46.006" v="609" actId="47"/>
        <pc:sldMkLst>
          <pc:docMk/>
          <pc:sldMk cId="1293943045" sldId="614"/>
        </pc:sldMkLst>
      </pc:sldChg>
      <pc:sldChg chg="del">
        <pc:chgData name="Drozdzynski, Maik, Prof. Dr. rer. pol." userId="73732f81-f114-45c1-a70a-4afb221695f6" providerId="ADAL" clId="{E5B5D8AD-9BDD-4F81-9597-D8CD89C5AF0D}" dt="2026-05-27T12:48:46.006" v="609" actId="47"/>
        <pc:sldMkLst>
          <pc:docMk/>
          <pc:sldMk cId="2155224876" sldId="616"/>
        </pc:sldMkLst>
      </pc:sldChg>
      <pc:sldChg chg="del">
        <pc:chgData name="Drozdzynski, Maik, Prof. Dr. rer. pol." userId="73732f81-f114-45c1-a70a-4afb221695f6" providerId="ADAL" clId="{E5B5D8AD-9BDD-4F81-9597-D8CD89C5AF0D}" dt="2026-05-27T12:48:46.006" v="609" actId="47"/>
        <pc:sldMkLst>
          <pc:docMk/>
          <pc:sldMk cId="171473067" sldId="623"/>
        </pc:sldMkLst>
      </pc:sldChg>
      <pc:sldChg chg="del">
        <pc:chgData name="Drozdzynski, Maik, Prof. Dr. rer. pol." userId="73732f81-f114-45c1-a70a-4afb221695f6" providerId="ADAL" clId="{E5B5D8AD-9BDD-4F81-9597-D8CD89C5AF0D}" dt="2026-05-27T12:49:45.443" v="613" actId="47"/>
        <pc:sldMkLst>
          <pc:docMk/>
          <pc:sldMk cId="438688721" sldId="624"/>
        </pc:sldMkLst>
      </pc:sldChg>
      <pc:sldChg chg="del">
        <pc:chgData name="Drozdzynski, Maik, Prof. Dr. rer. pol." userId="73732f81-f114-45c1-a70a-4afb221695f6" providerId="ADAL" clId="{E5B5D8AD-9BDD-4F81-9597-D8CD89C5AF0D}" dt="2026-05-27T12:49:45.443" v="613" actId="47"/>
        <pc:sldMkLst>
          <pc:docMk/>
          <pc:sldMk cId="2647007114" sldId="648"/>
        </pc:sldMkLst>
      </pc:sldChg>
      <pc:sldChg chg="del">
        <pc:chgData name="Drozdzynski, Maik, Prof. Dr. rer. pol." userId="73732f81-f114-45c1-a70a-4afb221695f6" providerId="ADAL" clId="{E5B5D8AD-9BDD-4F81-9597-D8CD89C5AF0D}" dt="2026-05-27T12:49:45.443" v="613" actId="47"/>
        <pc:sldMkLst>
          <pc:docMk/>
          <pc:sldMk cId="4237806704" sldId="649"/>
        </pc:sldMkLst>
      </pc:sldChg>
      <pc:sldChg chg="del">
        <pc:chgData name="Drozdzynski, Maik, Prof. Dr. rer. pol." userId="73732f81-f114-45c1-a70a-4afb221695f6" providerId="ADAL" clId="{E5B5D8AD-9BDD-4F81-9597-D8CD89C5AF0D}" dt="2026-05-27T12:49:45.443" v="613" actId="47"/>
        <pc:sldMkLst>
          <pc:docMk/>
          <pc:sldMk cId="1858626132" sldId="652"/>
        </pc:sldMkLst>
      </pc:sldChg>
      <pc:sldChg chg="del">
        <pc:chgData name="Drozdzynski, Maik, Prof. Dr. rer. pol." userId="73732f81-f114-45c1-a70a-4afb221695f6" providerId="ADAL" clId="{E5B5D8AD-9BDD-4F81-9597-D8CD89C5AF0D}" dt="2026-05-27T12:49:45.443" v="613" actId="47"/>
        <pc:sldMkLst>
          <pc:docMk/>
          <pc:sldMk cId="3424840086" sldId="662"/>
        </pc:sldMkLst>
      </pc:sldChg>
      <pc:sldChg chg="del">
        <pc:chgData name="Drozdzynski, Maik, Prof. Dr. rer. pol." userId="73732f81-f114-45c1-a70a-4afb221695f6" providerId="ADAL" clId="{E5B5D8AD-9BDD-4F81-9597-D8CD89C5AF0D}" dt="2026-05-27T12:49:45.443" v="613" actId="47"/>
        <pc:sldMkLst>
          <pc:docMk/>
          <pc:sldMk cId="984670486" sldId="672"/>
        </pc:sldMkLst>
      </pc:sldChg>
      <pc:sldChg chg="del">
        <pc:chgData name="Drozdzynski, Maik, Prof. Dr. rer. pol." userId="73732f81-f114-45c1-a70a-4afb221695f6" providerId="ADAL" clId="{E5B5D8AD-9BDD-4F81-9597-D8CD89C5AF0D}" dt="2026-05-27T12:49:45.443" v="613" actId="47"/>
        <pc:sldMkLst>
          <pc:docMk/>
          <pc:sldMk cId="3665317210" sldId="673"/>
        </pc:sldMkLst>
      </pc:sldChg>
      <pc:sldChg chg="del">
        <pc:chgData name="Drozdzynski, Maik, Prof. Dr. rer. pol." userId="73732f81-f114-45c1-a70a-4afb221695f6" providerId="ADAL" clId="{E5B5D8AD-9BDD-4F81-9597-D8CD89C5AF0D}" dt="2026-05-27T12:49:45.443" v="613" actId="47"/>
        <pc:sldMkLst>
          <pc:docMk/>
          <pc:sldMk cId="4014848567" sldId="674"/>
        </pc:sldMkLst>
      </pc:sldChg>
      <pc:sldChg chg="del">
        <pc:chgData name="Drozdzynski, Maik, Prof. Dr. rer. pol." userId="73732f81-f114-45c1-a70a-4afb221695f6" providerId="ADAL" clId="{E5B5D8AD-9BDD-4F81-9597-D8CD89C5AF0D}" dt="2026-05-27T12:49:45.443" v="613" actId="47"/>
        <pc:sldMkLst>
          <pc:docMk/>
          <pc:sldMk cId="3368820768" sldId="682"/>
        </pc:sldMkLst>
      </pc:sldChg>
      <pc:sldChg chg="del">
        <pc:chgData name="Drozdzynski, Maik, Prof. Dr. rer. pol." userId="73732f81-f114-45c1-a70a-4afb221695f6" providerId="ADAL" clId="{E5B5D8AD-9BDD-4F81-9597-D8CD89C5AF0D}" dt="2026-05-27T12:49:45.443" v="613" actId="47"/>
        <pc:sldMkLst>
          <pc:docMk/>
          <pc:sldMk cId="2032311222" sldId="683"/>
        </pc:sldMkLst>
      </pc:sldChg>
      <pc:sldChg chg="del">
        <pc:chgData name="Drozdzynski, Maik, Prof. Dr. rer. pol." userId="73732f81-f114-45c1-a70a-4afb221695f6" providerId="ADAL" clId="{E5B5D8AD-9BDD-4F81-9597-D8CD89C5AF0D}" dt="2026-05-27T12:49:45.443" v="613" actId="47"/>
        <pc:sldMkLst>
          <pc:docMk/>
          <pc:sldMk cId="783494266" sldId="685"/>
        </pc:sldMkLst>
      </pc:sldChg>
      <pc:sldChg chg="del">
        <pc:chgData name="Drozdzynski, Maik, Prof. Dr. rer. pol." userId="73732f81-f114-45c1-a70a-4afb221695f6" providerId="ADAL" clId="{E5B5D8AD-9BDD-4F81-9597-D8CD89C5AF0D}" dt="2026-05-27T12:49:45.443" v="613" actId="47"/>
        <pc:sldMkLst>
          <pc:docMk/>
          <pc:sldMk cId="3284151058" sldId="686"/>
        </pc:sldMkLst>
      </pc:sldChg>
      <pc:sldChg chg="del">
        <pc:chgData name="Drozdzynski, Maik, Prof. Dr. rer. pol." userId="73732f81-f114-45c1-a70a-4afb221695f6" providerId="ADAL" clId="{E5B5D8AD-9BDD-4F81-9597-D8CD89C5AF0D}" dt="2026-05-27T12:49:45.443" v="613" actId="47"/>
        <pc:sldMkLst>
          <pc:docMk/>
          <pc:sldMk cId="3283288339" sldId="688"/>
        </pc:sldMkLst>
      </pc:sldChg>
      <pc:sldChg chg="del">
        <pc:chgData name="Drozdzynski, Maik, Prof. Dr. rer. pol." userId="73732f81-f114-45c1-a70a-4afb221695f6" providerId="ADAL" clId="{E5B5D8AD-9BDD-4F81-9597-D8CD89C5AF0D}" dt="2026-05-27T12:49:45.443" v="613" actId="47"/>
        <pc:sldMkLst>
          <pc:docMk/>
          <pc:sldMk cId="1891251825" sldId="689"/>
        </pc:sldMkLst>
      </pc:sldChg>
      <pc:sldChg chg="del">
        <pc:chgData name="Drozdzynski, Maik, Prof. Dr. rer. pol." userId="73732f81-f114-45c1-a70a-4afb221695f6" providerId="ADAL" clId="{E5B5D8AD-9BDD-4F81-9597-D8CD89C5AF0D}" dt="2026-05-27T12:49:45.443" v="613" actId="47"/>
        <pc:sldMkLst>
          <pc:docMk/>
          <pc:sldMk cId="777974222" sldId="701"/>
        </pc:sldMkLst>
      </pc:sldChg>
      <pc:sldChg chg="del">
        <pc:chgData name="Drozdzynski, Maik, Prof. Dr. rer. pol." userId="73732f81-f114-45c1-a70a-4afb221695f6" providerId="ADAL" clId="{E5B5D8AD-9BDD-4F81-9597-D8CD89C5AF0D}" dt="2026-05-27T12:49:45.443" v="613" actId="47"/>
        <pc:sldMkLst>
          <pc:docMk/>
          <pc:sldMk cId="3240080625" sldId="713"/>
        </pc:sldMkLst>
      </pc:sldChg>
      <pc:sldChg chg="del">
        <pc:chgData name="Drozdzynski, Maik, Prof. Dr. rer. pol." userId="73732f81-f114-45c1-a70a-4afb221695f6" providerId="ADAL" clId="{E5B5D8AD-9BDD-4F81-9597-D8CD89C5AF0D}" dt="2026-05-27T12:49:45.443" v="613" actId="47"/>
        <pc:sldMkLst>
          <pc:docMk/>
          <pc:sldMk cId="2420477921" sldId="715"/>
        </pc:sldMkLst>
      </pc:sldChg>
      <pc:sldChg chg="del">
        <pc:chgData name="Drozdzynski, Maik, Prof. Dr. rer. pol." userId="73732f81-f114-45c1-a70a-4afb221695f6" providerId="ADAL" clId="{E5B5D8AD-9BDD-4F81-9597-D8CD89C5AF0D}" dt="2026-05-27T12:48:46.006" v="609" actId="47"/>
        <pc:sldMkLst>
          <pc:docMk/>
          <pc:sldMk cId="1944744925" sldId="716"/>
        </pc:sldMkLst>
      </pc:sldChg>
      <pc:sldChg chg="mod modShow">
        <pc:chgData name="Drozdzynski, Maik, Prof. Dr. rer. pol." userId="73732f81-f114-45c1-a70a-4afb221695f6" providerId="ADAL" clId="{E5B5D8AD-9BDD-4F81-9597-D8CD89C5AF0D}" dt="2026-05-13T14:52:56.373" v="583" actId="729"/>
        <pc:sldMkLst>
          <pc:docMk/>
          <pc:sldMk cId="1422941936" sldId="717"/>
        </pc:sldMkLst>
      </pc:sldChg>
      <pc:sldChg chg="del">
        <pc:chgData name="Drozdzynski, Maik, Prof. Dr. rer. pol." userId="73732f81-f114-45c1-a70a-4afb221695f6" providerId="ADAL" clId="{E5B5D8AD-9BDD-4F81-9597-D8CD89C5AF0D}" dt="2026-05-27T12:49:45.443" v="613" actId="47"/>
        <pc:sldMkLst>
          <pc:docMk/>
          <pc:sldMk cId="2358944538" sldId="719"/>
        </pc:sldMkLst>
      </pc:sldChg>
      <pc:sldChg chg="mod modShow">
        <pc:chgData name="Drozdzynski, Maik, Prof. Dr. rer. pol." userId="73732f81-f114-45c1-a70a-4afb221695f6" providerId="ADAL" clId="{E5B5D8AD-9BDD-4F81-9597-D8CD89C5AF0D}" dt="2026-05-27T12:48:53.757" v="610" actId="34476"/>
        <pc:sldMkLst>
          <pc:docMk/>
          <pc:sldMk cId="1485810298" sldId="721"/>
        </pc:sldMkLst>
      </pc:sldChg>
      <pc:sldChg chg="del">
        <pc:chgData name="Drozdzynski, Maik, Prof. Dr. rer. pol." userId="73732f81-f114-45c1-a70a-4afb221695f6" providerId="ADAL" clId="{E5B5D8AD-9BDD-4F81-9597-D8CD89C5AF0D}" dt="2026-05-27T12:49:45.443" v="613" actId="47"/>
        <pc:sldMkLst>
          <pc:docMk/>
          <pc:sldMk cId="1704259828" sldId="724"/>
        </pc:sldMkLst>
      </pc:sldChg>
      <pc:sldChg chg="del">
        <pc:chgData name="Drozdzynski, Maik, Prof. Dr. rer. pol." userId="73732f81-f114-45c1-a70a-4afb221695f6" providerId="ADAL" clId="{E5B5D8AD-9BDD-4F81-9597-D8CD89C5AF0D}" dt="2026-05-27T12:49:45.443" v="613" actId="47"/>
        <pc:sldMkLst>
          <pc:docMk/>
          <pc:sldMk cId="3549460583" sldId="725"/>
        </pc:sldMkLst>
      </pc:sldChg>
      <pc:sldChg chg="del">
        <pc:chgData name="Drozdzynski, Maik, Prof. Dr. rer. pol." userId="73732f81-f114-45c1-a70a-4afb221695f6" providerId="ADAL" clId="{E5B5D8AD-9BDD-4F81-9597-D8CD89C5AF0D}" dt="2026-05-27T12:49:45.443" v="613" actId="47"/>
        <pc:sldMkLst>
          <pc:docMk/>
          <pc:sldMk cId="1387894417" sldId="726"/>
        </pc:sldMkLst>
      </pc:sldChg>
      <pc:sldChg chg="del">
        <pc:chgData name="Drozdzynski, Maik, Prof. Dr. rer. pol." userId="73732f81-f114-45c1-a70a-4afb221695f6" providerId="ADAL" clId="{E5B5D8AD-9BDD-4F81-9597-D8CD89C5AF0D}" dt="2026-05-27T12:49:45.443" v="613" actId="47"/>
        <pc:sldMkLst>
          <pc:docMk/>
          <pc:sldMk cId="4246371485" sldId="727"/>
        </pc:sldMkLst>
      </pc:sldChg>
      <pc:sldChg chg="del">
        <pc:chgData name="Drozdzynski, Maik, Prof. Dr. rer. pol." userId="73732f81-f114-45c1-a70a-4afb221695f6" providerId="ADAL" clId="{E5B5D8AD-9BDD-4F81-9597-D8CD89C5AF0D}" dt="2026-05-27T12:49:45.443" v="613" actId="47"/>
        <pc:sldMkLst>
          <pc:docMk/>
          <pc:sldMk cId="4014794499" sldId="728"/>
        </pc:sldMkLst>
      </pc:sldChg>
      <pc:sldChg chg="del">
        <pc:chgData name="Drozdzynski, Maik, Prof. Dr. rer. pol." userId="73732f81-f114-45c1-a70a-4afb221695f6" providerId="ADAL" clId="{E5B5D8AD-9BDD-4F81-9597-D8CD89C5AF0D}" dt="2026-05-27T12:49:45.443" v="613" actId="47"/>
        <pc:sldMkLst>
          <pc:docMk/>
          <pc:sldMk cId="47911673" sldId="729"/>
        </pc:sldMkLst>
      </pc:sldChg>
      <pc:sldChg chg="del">
        <pc:chgData name="Drozdzynski, Maik, Prof. Dr. rer. pol." userId="73732f81-f114-45c1-a70a-4afb221695f6" providerId="ADAL" clId="{E5B5D8AD-9BDD-4F81-9597-D8CD89C5AF0D}" dt="2026-05-27T12:49:45.443" v="613" actId="47"/>
        <pc:sldMkLst>
          <pc:docMk/>
          <pc:sldMk cId="1888510028" sldId="731"/>
        </pc:sldMkLst>
      </pc:sldChg>
      <pc:sldChg chg="del">
        <pc:chgData name="Drozdzynski, Maik, Prof. Dr. rer. pol." userId="73732f81-f114-45c1-a70a-4afb221695f6" providerId="ADAL" clId="{E5B5D8AD-9BDD-4F81-9597-D8CD89C5AF0D}" dt="2026-05-27T12:49:45.443" v="613" actId="47"/>
        <pc:sldMkLst>
          <pc:docMk/>
          <pc:sldMk cId="1316649725" sldId="733"/>
        </pc:sldMkLst>
      </pc:sldChg>
      <pc:sldChg chg="del">
        <pc:chgData name="Drozdzynski, Maik, Prof. Dr. rer. pol." userId="73732f81-f114-45c1-a70a-4afb221695f6" providerId="ADAL" clId="{E5B5D8AD-9BDD-4F81-9597-D8CD89C5AF0D}" dt="2026-05-27T12:49:45.443" v="613" actId="47"/>
        <pc:sldMkLst>
          <pc:docMk/>
          <pc:sldMk cId="175231140" sldId="734"/>
        </pc:sldMkLst>
      </pc:sldChg>
      <pc:sldChg chg="del">
        <pc:chgData name="Drozdzynski, Maik, Prof. Dr. rer. pol." userId="73732f81-f114-45c1-a70a-4afb221695f6" providerId="ADAL" clId="{E5B5D8AD-9BDD-4F81-9597-D8CD89C5AF0D}" dt="2026-05-27T12:49:45.443" v="613" actId="47"/>
        <pc:sldMkLst>
          <pc:docMk/>
          <pc:sldMk cId="938019885" sldId="735"/>
        </pc:sldMkLst>
      </pc:sldChg>
      <pc:sldChg chg="del">
        <pc:chgData name="Drozdzynski, Maik, Prof. Dr. rer. pol." userId="73732f81-f114-45c1-a70a-4afb221695f6" providerId="ADAL" clId="{E5B5D8AD-9BDD-4F81-9597-D8CD89C5AF0D}" dt="2026-05-27T12:49:45.443" v="613" actId="47"/>
        <pc:sldMkLst>
          <pc:docMk/>
          <pc:sldMk cId="1320884306" sldId="736"/>
        </pc:sldMkLst>
      </pc:sldChg>
      <pc:sldChg chg="del">
        <pc:chgData name="Drozdzynski, Maik, Prof. Dr. rer. pol." userId="73732f81-f114-45c1-a70a-4afb221695f6" providerId="ADAL" clId="{E5B5D8AD-9BDD-4F81-9597-D8CD89C5AF0D}" dt="2026-05-27T12:49:45.443" v="613" actId="47"/>
        <pc:sldMkLst>
          <pc:docMk/>
          <pc:sldMk cId="2690394617" sldId="738"/>
        </pc:sldMkLst>
      </pc:sldChg>
      <pc:sldChg chg="del">
        <pc:chgData name="Drozdzynski, Maik, Prof. Dr. rer. pol." userId="73732f81-f114-45c1-a70a-4afb221695f6" providerId="ADAL" clId="{E5B5D8AD-9BDD-4F81-9597-D8CD89C5AF0D}" dt="2026-05-27T12:49:45.443" v="613" actId="47"/>
        <pc:sldMkLst>
          <pc:docMk/>
          <pc:sldMk cId="2374986387" sldId="739"/>
        </pc:sldMkLst>
      </pc:sldChg>
      <pc:sldChg chg="del">
        <pc:chgData name="Drozdzynski, Maik, Prof. Dr. rer. pol." userId="73732f81-f114-45c1-a70a-4afb221695f6" providerId="ADAL" clId="{E5B5D8AD-9BDD-4F81-9597-D8CD89C5AF0D}" dt="2026-05-27T12:49:45.443" v="613" actId="47"/>
        <pc:sldMkLst>
          <pc:docMk/>
          <pc:sldMk cId="872585224" sldId="740"/>
        </pc:sldMkLst>
      </pc:sldChg>
      <pc:sldChg chg="del">
        <pc:chgData name="Drozdzynski, Maik, Prof. Dr. rer. pol." userId="73732f81-f114-45c1-a70a-4afb221695f6" providerId="ADAL" clId="{E5B5D8AD-9BDD-4F81-9597-D8CD89C5AF0D}" dt="2026-05-27T12:49:45.443" v="613" actId="47"/>
        <pc:sldMkLst>
          <pc:docMk/>
          <pc:sldMk cId="2635567233" sldId="742"/>
        </pc:sldMkLst>
      </pc:sldChg>
      <pc:sldChg chg="del">
        <pc:chgData name="Drozdzynski, Maik, Prof. Dr. rer. pol." userId="73732f81-f114-45c1-a70a-4afb221695f6" providerId="ADAL" clId="{E5B5D8AD-9BDD-4F81-9597-D8CD89C5AF0D}" dt="2026-05-27T12:49:45.443" v="613" actId="47"/>
        <pc:sldMkLst>
          <pc:docMk/>
          <pc:sldMk cId="3056614866" sldId="743"/>
        </pc:sldMkLst>
      </pc:sldChg>
      <pc:sldChg chg="del">
        <pc:chgData name="Drozdzynski, Maik, Prof. Dr. rer. pol." userId="73732f81-f114-45c1-a70a-4afb221695f6" providerId="ADAL" clId="{E5B5D8AD-9BDD-4F81-9597-D8CD89C5AF0D}" dt="2026-05-27T12:49:45.443" v="613" actId="47"/>
        <pc:sldMkLst>
          <pc:docMk/>
          <pc:sldMk cId="1638580834" sldId="744"/>
        </pc:sldMkLst>
      </pc:sldChg>
      <pc:sldChg chg="del">
        <pc:chgData name="Drozdzynski, Maik, Prof. Dr. rer. pol." userId="73732f81-f114-45c1-a70a-4afb221695f6" providerId="ADAL" clId="{E5B5D8AD-9BDD-4F81-9597-D8CD89C5AF0D}" dt="2026-05-27T12:49:45.443" v="613" actId="47"/>
        <pc:sldMkLst>
          <pc:docMk/>
          <pc:sldMk cId="1904276154" sldId="746"/>
        </pc:sldMkLst>
      </pc:sldChg>
      <pc:sldChg chg="del">
        <pc:chgData name="Drozdzynski, Maik, Prof. Dr. rer. pol." userId="73732f81-f114-45c1-a70a-4afb221695f6" providerId="ADAL" clId="{E5B5D8AD-9BDD-4F81-9597-D8CD89C5AF0D}" dt="2026-05-27T12:49:45.443" v="613" actId="47"/>
        <pc:sldMkLst>
          <pc:docMk/>
          <pc:sldMk cId="1204364898" sldId="747"/>
        </pc:sldMkLst>
      </pc:sldChg>
      <pc:sldChg chg="del">
        <pc:chgData name="Drozdzynski, Maik, Prof. Dr. rer. pol." userId="73732f81-f114-45c1-a70a-4afb221695f6" providerId="ADAL" clId="{E5B5D8AD-9BDD-4F81-9597-D8CD89C5AF0D}" dt="2026-05-27T12:49:45.443" v="613" actId="47"/>
        <pc:sldMkLst>
          <pc:docMk/>
          <pc:sldMk cId="3934828218" sldId="750"/>
        </pc:sldMkLst>
      </pc:sldChg>
      <pc:sldChg chg="del">
        <pc:chgData name="Drozdzynski, Maik, Prof. Dr. rer. pol." userId="73732f81-f114-45c1-a70a-4afb221695f6" providerId="ADAL" clId="{E5B5D8AD-9BDD-4F81-9597-D8CD89C5AF0D}" dt="2026-05-27T12:49:45.443" v="613" actId="47"/>
        <pc:sldMkLst>
          <pc:docMk/>
          <pc:sldMk cId="1928672681" sldId="751"/>
        </pc:sldMkLst>
      </pc:sldChg>
      <pc:sldChg chg="del">
        <pc:chgData name="Drozdzynski, Maik, Prof. Dr. rer. pol." userId="73732f81-f114-45c1-a70a-4afb221695f6" providerId="ADAL" clId="{E5B5D8AD-9BDD-4F81-9597-D8CD89C5AF0D}" dt="2026-05-27T12:49:45.443" v="613" actId="47"/>
        <pc:sldMkLst>
          <pc:docMk/>
          <pc:sldMk cId="57801744" sldId="752"/>
        </pc:sldMkLst>
      </pc:sldChg>
      <pc:sldChg chg="del">
        <pc:chgData name="Drozdzynski, Maik, Prof. Dr. rer. pol." userId="73732f81-f114-45c1-a70a-4afb221695f6" providerId="ADAL" clId="{E5B5D8AD-9BDD-4F81-9597-D8CD89C5AF0D}" dt="2026-05-27T12:49:45.443" v="613" actId="47"/>
        <pc:sldMkLst>
          <pc:docMk/>
          <pc:sldMk cId="4095808965" sldId="753"/>
        </pc:sldMkLst>
      </pc:sldChg>
      <pc:sldChg chg="del">
        <pc:chgData name="Drozdzynski, Maik, Prof. Dr. rer. pol." userId="73732f81-f114-45c1-a70a-4afb221695f6" providerId="ADAL" clId="{E5B5D8AD-9BDD-4F81-9597-D8CD89C5AF0D}" dt="2026-05-27T12:49:45.443" v="613" actId="47"/>
        <pc:sldMkLst>
          <pc:docMk/>
          <pc:sldMk cId="3273828287" sldId="754"/>
        </pc:sldMkLst>
      </pc:sldChg>
      <pc:sldChg chg="del">
        <pc:chgData name="Drozdzynski, Maik, Prof. Dr. rer. pol." userId="73732f81-f114-45c1-a70a-4afb221695f6" providerId="ADAL" clId="{E5B5D8AD-9BDD-4F81-9597-D8CD89C5AF0D}" dt="2026-05-27T12:49:45.443" v="613" actId="47"/>
        <pc:sldMkLst>
          <pc:docMk/>
          <pc:sldMk cId="1141514020" sldId="756"/>
        </pc:sldMkLst>
      </pc:sldChg>
      <pc:sldChg chg="del">
        <pc:chgData name="Drozdzynski, Maik, Prof. Dr. rer. pol." userId="73732f81-f114-45c1-a70a-4afb221695f6" providerId="ADAL" clId="{E5B5D8AD-9BDD-4F81-9597-D8CD89C5AF0D}" dt="2026-05-27T12:49:45.443" v="613" actId="47"/>
        <pc:sldMkLst>
          <pc:docMk/>
          <pc:sldMk cId="2977725336" sldId="758"/>
        </pc:sldMkLst>
      </pc:sldChg>
      <pc:sldChg chg="del">
        <pc:chgData name="Drozdzynski, Maik, Prof. Dr. rer. pol." userId="73732f81-f114-45c1-a70a-4afb221695f6" providerId="ADAL" clId="{E5B5D8AD-9BDD-4F81-9597-D8CD89C5AF0D}" dt="2026-05-27T12:49:45.443" v="613" actId="47"/>
        <pc:sldMkLst>
          <pc:docMk/>
          <pc:sldMk cId="2353321113" sldId="759"/>
        </pc:sldMkLst>
      </pc:sldChg>
      <pc:sldChg chg="del">
        <pc:chgData name="Drozdzynski, Maik, Prof. Dr. rer. pol." userId="73732f81-f114-45c1-a70a-4afb221695f6" providerId="ADAL" clId="{E5B5D8AD-9BDD-4F81-9597-D8CD89C5AF0D}" dt="2026-05-27T12:49:45.443" v="613" actId="47"/>
        <pc:sldMkLst>
          <pc:docMk/>
          <pc:sldMk cId="414435124" sldId="760"/>
        </pc:sldMkLst>
      </pc:sldChg>
      <pc:sldChg chg="del">
        <pc:chgData name="Drozdzynski, Maik, Prof. Dr. rer. pol." userId="73732f81-f114-45c1-a70a-4afb221695f6" providerId="ADAL" clId="{E5B5D8AD-9BDD-4F81-9597-D8CD89C5AF0D}" dt="2026-05-27T12:49:45.443" v="613" actId="47"/>
        <pc:sldMkLst>
          <pc:docMk/>
          <pc:sldMk cId="3543358105" sldId="761"/>
        </pc:sldMkLst>
      </pc:sldChg>
      <pc:sldChg chg="del">
        <pc:chgData name="Drozdzynski, Maik, Prof. Dr. rer. pol." userId="73732f81-f114-45c1-a70a-4afb221695f6" providerId="ADAL" clId="{E5B5D8AD-9BDD-4F81-9597-D8CD89C5AF0D}" dt="2026-05-27T12:49:45.443" v="613" actId="47"/>
        <pc:sldMkLst>
          <pc:docMk/>
          <pc:sldMk cId="310572390" sldId="762"/>
        </pc:sldMkLst>
      </pc:sldChg>
      <pc:sldChg chg="del">
        <pc:chgData name="Drozdzynski, Maik, Prof. Dr. rer. pol." userId="73732f81-f114-45c1-a70a-4afb221695f6" providerId="ADAL" clId="{E5B5D8AD-9BDD-4F81-9597-D8CD89C5AF0D}" dt="2026-05-27T12:49:45.443" v="613" actId="47"/>
        <pc:sldMkLst>
          <pc:docMk/>
          <pc:sldMk cId="2636927140" sldId="763"/>
        </pc:sldMkLst>
      </pc:sldChg>
      <pc:sldChg chg="del">
        <pc:chgData name="Drozdzynski, Maik, Prof. Dr. rer. pol." userId="73732f81-f114-45c1-a70a-4afb221695f6" providerId="ADAL" clId="{E5B5D8AD-9BDD-4F81-9597-D8CD89C5AF0D}" dt="2026-05-27T12:49:45.443" v="613" actId="47"/>
        <pc:sldMkLst>
          <pc:docMk/>
          <pc:sldMk cId="678513900" sldId="764"/>
        </pc:sldMkLst>
      </pc:sldChg>
      <pc:sldChg chg="del">
        <pc:chgData name="Drozdzynski, Maik, Prof. Dr. rer. pol." userId="73732f81-f114-45c1-a70a-4afb221695f6" providerId="ADAL" clId="{E5B5D8AD-9BDD-4F81-9597-D8CD89C5AF0D}" dt="2026-05-27T12:49:45.443" v="613" actId="47"/>
        <pc:sldMkLst>
          <pc:docMk/>
          <pc:sldMk cId="2186404109" sldId="765"/>
        </pc:sldMkLst>
      </pc:sldChg>
      <pc:sldChg chg="del">
        <pc:chgData name="Drozdzynski, Maik, Prof. Dr. rer. pol." userId="73732f81-f114-45c1-a70a-4afb221695f6" providerId="ADAL" clId="{E5B5D8AD-9BDD-4F81-9597-D8CD89C5AF0D}" dt="2026-05-27T12:49:45.443" v="613" actId="47"/>
        <pc:sldMkLst>
          <pc:docMk/>
          <pc:sldMk cId="3937526674" sldId="766"/>
        </pc:sldMkLst>
      </pc:sldChg>
      <pc:sldChg chg="del">
        <pc:chgData name="Drozdzynski, Maik, Prof. Dr. rer. pol." userId="73732f81-f114-45c1-a70a-4afb221695f6" providerId="ADAL" clId="{E5B5D8AD-9BDD-4F81-9597-D8CD89C5AF0D}" dt="2026-05-27T12:49:45.443" v="613" actId="47"/>
        <pc:sldMkLst>
          <pc:docMk/>
          <pc:sldMk cId="2835891503" sldId="767"/>
        </pc:sldMkLst>
      </pc:sldChg>
      <pc:sldChg chg="del">
        <pc:chgData name="Drozdzynski, Maik, Prof. Dr. rer. pol." userId="73732f81-f114-45c1-a70a-4afb221695f6" providerId="ADAL" clId="{E5B5D8AD-9BDD-4F81-9597-D8CD89C5AF0D}" dt="2026-05-27T12:49:45.443" v="613" actId="47"/>
        <pc:sldMkLst>
          <pc:docMk/>
          <pc:sldMk cId="43020176" sldId="768"/>
        </pc:sldMkLst>
      </pc:sldChg>
      <pc:sldChg chg="del">
        <pc:chgData name="Drozdzynski, Maik, Prof. Dr. rer. pol." userId="73732f81-f114-45c1-a70a-4afb221695f6" providerId="ADAL" clId="{E5B5D8AD-9BDD-4F81-9597-D8CD89C5AF0D}" dt="2026-05-27T12:49:45.443" v="613" actId="47"/>
        <pc:sldMkLst>
          <pc:docMk/>
          <pc:sldMk cId="2513869357" sldId="769"/>
        </pc:sldMkLst>
      </pc:sldChg>
      <pc:sldChg chg="del">
        <pc:chgData name="Drozdzynski, Maik, Prof. Dr. rer. pol." userId="73732f81-f114-45c1-a70a-4afb221695f6" providerId="ADAL" clId="{E5B5D8AD-9BDD-4F81-9597-D8CD89C5AF0D}" dt="2026-05-27T12:49:45.443" v="613" actId="47"/>
        <pc:sldMkLst>
          <pc:docMk/>
          <pc:sldMk cId="3243194621" sldId="770"/>
        </pc:sldMkLst>
      </pc:sldChg>
      <pc:sldChg chg="del">
        <pc:chgData name="Drozdzynski, Maik, Prof. Dr. rer. pol." userId="73732f81-f114-45c1-a70a-4afb221695f6" providerId="ADAL" clId="{E5B5D8AD-9BDD-4F81-9597-D8CD89C5AF0D}" dt="2026-05-27T12:48:46.006" v="609" actId="47"/>
        <pc:sldMkLst>
          <pc:docMk/>
          <pc:sldMk cId="30585536" sldId="778"/>
        </pc:sldMkLst>
      </pc:sldChg>
      <pc:sldChg chg="del">
        <pc:chgData name="Drozdzynski, Maik, Prof. Dr. rer. pol." userId="73732f81-f114-45c1-a70a-4afb221695f6" providerId="ADAL" clId="{E5B5D8AD-9BDD-4F81-9597-D8CD89C5AF0D}" dt="2026-05-27T12:49:45.443" v="613" actId="47"/>
        <pc:sldMkLst>
          <pc:docMk/>
          <pc:sldMk cId="1138892164" sldId="785"/>
        </pc:sldMkLst>
      </pc:sldChg>
      <pc:sldChg chg="del">
        <pc:chgData name="Drozdzynski, Maik, Prof. Dr. rer. pol." userId="73732f81-f114-45c1-a70a-4afb221695f6" providerId="ADAL" clId="{E5B5D8AD-9BDD-4F81-9597-D8CD89C5AF0D}" dt="2026-05-27T12:49:45.443" v="613" actId="47"/>
        <pc:sldMkLst>
          <pc:docMk/>
          <pc:sldMk cId="801652208" sldId="793"/>
        </pc:sldMkLst>
      </pc:sldChg>
      <pc:sldChg chg="del">
        <pc:chgData name="Drozdzynski, Maik, Prof. Dr. rer. pol." userId="73732f81-f114-45c1-a70a-4afb221695f6" providerId="ADAL" clId="{E5B5D8AD-9BDD-4F81-9597-D8CD89C5AF0D}" dt="2026-05-27T12:49:45.443" v="613" actId="47"/>
        <pc:sldMkLst>
          <pc:docMk/>
          <pc:sldMk cId="3585813582" sldId="807"/>
        </pc:sldMkLst>
      </pc:sldChg>
      <pc:sldChg chg="del">
        <pc:chgData name="Drozdzynski, Maik, Prof. Dr. rer. pol." userId="73732f81-f114-45c1-a70a-4afb221695f6" providerId="ADAL" clId="{E5B5D8AD-9BDD-4F81-9597-D8CD89C5AF0D}" dt="2026-05-27T12:49:45.443" v="613" actId="47"/>
        <pc:sldMkLst>
          <pc:docMk/>
          <pc:sldMk cId="3296852356" sldId="809"/>
        </pc:sldMkLst>
      </pc:sldChg>
      <pc:sldChg chg="del">
        <pc:chgData name="Drozdzynski, Maik, Prof. Dr. rer. pol." userId="73732f81-f114-45c1-a70a-4afb221695f6" providerId="ADAL" clId="{E5B5D8AD-9BDD-4F81-9597-D8CD89C5AF0D}" dt="2026-05-27T12:49:45.443" v="613" actId="47"/>
        <pc:sldMkLst>
          <pc:docMk/>
          <pc:sldMk cId="1377951384" sldId="814"/>
        </pc:sldMkLst>
      </pc:sldChg>
      <pc:sldChg chg="del">
        <pc:chgData name="Drozdzynski, Maik, Prof. Dr. rer. pol." userId="73732f81-f114-45c1-a70a-4afb221695f6" providerId="ADAL" clId="{E5B5D8AD-9BDD-4F81-9597-D8CD89C5AF0D}" dt="2026-05-27T12:49:45.443" v="613" actId="47"/>
        <pc:sldMkLst>
          <pc:docMk/>
          <pc:sldMk cId="402731519" sldId="817"/>
        </pc:sldMkLst>
      </pc:sldChg>
      <pc:sldChg chg="del">
        <pc:chgData name="Drozdzynski, Maik, Prof. Dr. rer. pol." userId="73732f81-f114-45c1-a70a-4afb221695f6" providerId="ADAL" clId="{E5B5D8AD-9BDD-4F81-9597-D8CD89C5AF0D}" dt="2026-05-27T12:49:45.443" v="613" actId="47"/>
        <pc:sldMkLst>
          <pc:docMk/>
          <pc:sldMk cId="1334053676" sldId="818"/>
        </pc:sldMkLst>
      </pc:sldChg>
      <pc:sldChg chg="del">
        <pc:chgData name="Drozdzynski, Maik, Prof. Dr. rer. pol." userId="73732f81-f114-45c1-a70a-4afb221695f6" providerId="ADAL" clId="{E5B5D8AD-9BDD-4F81-9597-D8CD89C5AF0D}" dt="2026-05-27T12:49:45.443" v="613" actId="47"/>
        <pc:sldMkLst>
          <pc:docMk/>
          <pc:sldMk cId="787069754" sldId="819"/>
        </pc:sldMkLst>
      </pc:sldChg>
      <pc:sldChg chg="del">
        <pc:chgData name="Drozdzynski, Maik, Prof. Dr. rer. pol." userId="73732f81-f114-45c1-a70a-4afb221695f6" providerId="ADAL" clId="{E5B5D8AD-9BDD-4F81-9597-D8CD89C5AF0D}" dt="2026-05-27T12:49:45.443" v="613" actId="47"/>
        <pc:sldMkLst>
          <pc:docMk/>
          <pc:sldMk cId="1954243798" sldId="820"/>
        </pc:sldMkLst>
      </pc:sldChg>
      <pc:sldChg chg="del">
        <pc:chgData name="Drozdzynski, Maik, Prof. Dr. rer. pol." userId="73732f81-f114-45c1-a70a-4afb221695f6" providerId="ADAL" clId="{E5B5D8AD-9BDD-4F81-9597-D8CD89C5AF0D}" dt="2026-05-27T12:49:45.443" v="613" actId="47"/>
        <pc:sldMkLst>
          <pc:docMk/>
          <pc:sldMk cId="2731402813" sldId="821"/>
        </pc:sldMkLst>
      </pc:sldChg>
      <pc:sldChg chg="del">
        <pc:chgData name="Drozdzynski, Maik, Prof. Dr. rer. pol." userId="73732f81-f114-45c1-a70a-4afb221695f6" providerId="ADAL" clId="{E5B5D8AD-9BDD-4F81-9597-D8CD89C5AF0D}" dt="2026-05-27T12:49:45.443" v="613" actId="47"/>
        <pc:sldMkLst>
          <pc:docMk/>
          <pc:sldMk cId="1942005777" sldId="822"/>
        </pc:sldMkLst>
      </pc:sldChg>
      <pc:sldChg chg="del">
        <pc:chgData name="Drozdzynski, Maik, Prof. Dr. rer. pol." userId="73732f81-f114-45c1-a70a-4afb221695f6" providerId="ADAL" clId="{E5B5D8AD-9BDD-4F81-9597-D8CD89C5AF0D}" dt="2026-05-27T12:49:45.443" v="613" actId="47"/>
        <pc:sldMkLst>
          <pc:docMk/>
          <pc:sldMk cId="2744892522" sldId="823"/>
        </pc:sldMkLst>
      </pc:sldChg>
      <pc:sldChg chg="del">
        <pc:chgData name="Drozdzynski, Maik, Prof. Dr. rer. pol." userId="73732f81-f114-45c1-a70a-4afb221695f6" providerId="ADAL" clId="{E5B5D8AD-9BDD-4F81-9597-D8CD89C5AF0D}" dt="2026-05-27T12:49:45.443" v="613" actId="47"/>
        <pc:sldMkLst>
          <pc:docMk/>
          <pc:sldMk cId="2123940718" sldId="824"/>
        </pc:sldMkLst>
      </pc:sldChg>
      <pc:sldChg chg="mod modShow">
        <pc:chgData name="Drozdzynski, Maik, Prof. Dr. rer. pol." userId="73732f81-f114-45c1-a70a-4afb221695f6" providerId="ADAL" clId="{E5B5D8AD-9BDD-4F81-9597-D8CD89C5AF0D}" dt="2026-05-27T12:48:58.498" v="611" actId="34476"/>
        <pc:sldMkLst>
          <pc:docMk/>
          <pc:sldMk cId="2051398781" sldId="2147476617"/>
        </pc:sldMkLst>
      </pc:sldChg>
      <pc:sldChg chg="mod modShow">
        <pc:chgData name="Drozdzynski, Maik, Prof. Dr. rer. pol." userId="73732f81-f114-45c1-a70a-4afb221695f6" providerId="ADAL" clId="{E5B5D8AD-9BDD-4F81-9597-D8CD89C5AF0D}" dt="2026-05-27T12:49:06.436" v="612" actId="34476"/>
        <pc:sldMkLst>
          <pc:docMk/>
          <pc:sldMk cId="4003195382" sldId="2147476618"/>
        </pc:sldMkLst>
      </pc:sldChg>
      <pc:sldChg chg="del">
        <pc:chgData name="Drozdzynski, Maik, Prof. Dr. rer. pol." userId="73732f81-f114-45c1-a70a-4afb221695f6" providerId="ADAL" clId="{E5B5D8AD-9BDD-4F81-9597-D8CD89C5AF0D}" dt="2026-05-27T12:48:46.006" v="609" actId="47"/>
        <pc:sldMkLst>
          <pc:docMk/>
          <pc:sldMk cId="2248747580" sldId="2147476619"/>
        </pc:sldMkLst>
      </pc:sldChg>
      <pc:sldChg chg="del">
        <pc:chgData name="Drozdzynski, Maik, Prof. Dr. rer. pol." userId="73732f81-f114-45c1-a70a-4afb221695f6" providerId="ADAL" clId="{E5B5D8AD-9BDD-4F81-9597-D8CD89C5AF0D}" dt="2026-05-27T12:48:46.006" v="609" actId="47"/>
        <pc:sldMkLst>
          <pc:docMk/>
          <pc:sldMk cId="248621966" sldId="2147476620"/>
        </pc:sldMkLst>
      </pc:sldChg>
      <pc:sldChg chg="del">
        <pc:chgData name="Drozdzynski, Maik, Prof. Dr. rer. pol." userId="73732f81-f114-45c1-a70a-4afb221695f6" providerId="ADAL" clId="{E5B5D8AD-9BDD-4F81-9597-D8CD89C5AF0D}" dt="2026-05-27T12:48:46.006" v="609" actId="47"/>
        <pc:sldMkLst>
          <pc:docMk/>
          <pc:sldMk cId="1644777957" sldId="2147476621"/>
        </pc:sldMkLst>
      </pc:sldChg>
      <pc:sldChg chg="modSp mod">
        <pc:chgData name="Drozdzynski, Maik, Prof. Dr. rer. pol." userId="73732f81-f114-45c1-a70a-4afb221695f6" providerId="ADAL" clId="{E5B5D8AD-9BDD-4F81-9597-D8CD89C5AF0D}" dt="2026-05-13T10:49:19.672" v="539" actId="20577"/>
        <pc:sldMkLst>
          <pc:docMk/>
          <pc:sldMk cId="2167185392" sldId="2147476622"/>
        </pc:sldMkLst>
        <pc:spChg chg="mod">
          <ac:chgData name="Drozdzynski, Maik, Prof. Dr. rer. pol." userId="73732f81-f114-45c1-a70a-4afb221695f6" providerId="ADAL" clId="{E5B5D8AD-9BDD-4F81-9597-D8CD89C5AF0D}" dt="2026-05-13T10:49:19.672" v="539" actId="20577"/>
          <ac:spMkLst>
            <pc:docMk/>
            <pc:sldMk cId="2167185392" sldId="2147476622"/>
            <ac:spMk id="11" creationId="{AA55BDF1-409F-F1AD-1C0A-0985F935FAFA}"/>
          </ac:spMkLst>
        </pc:spChg>
      </pc:sldChg>
      <pc:sldChg chg="del">
        <pc:chgData name="Drozdzynski, Maik, Prof. Dr. rer. pol." userId="73732f81-f114-45c1-a70a-4afb221695f6" providerId="ADAL" clId="{E5B5D8AD-9BDD-4F81-9597-D8CD89C5AF0D}" dt="2026-05-27T12:49:45.443" v="613" actId="47"/>
        <pc:sldMkLst>
          <pc:docMk/>
          <pc:sldMk cId="994580361" sldId="2147476623"/>
        </pc:sldMkLst>
      </pc:sldChg>
      <pc:sldChg chg="del">
        <pc:chgData name="Drozdzynski, Maik, Prof. Dr. rer. pol." userId="73732f81-f114-45c1-a70a-4afb221695f6" providerId="ADAL" clId="{E5B5D8AD-9BDD-4F81-9597-D8CD89C5AF0D}" dt="2026-05-27T12:49:45.443" v="613" actId="47"/>
        <pc:sldMkLst>
          <pc:docMk/>
          <pc:sldMk cId="1851135010" sldId="2147476624"/>
        </pc:sldMkLst>
      </pc:sldChg>
      <pc:sldChg chg="del">
        <pc:chgData name="Drozdzynski, Maik, Prof. Dr. rer. pol." userId="73732f81-f114-45c1-a70a-4afb221695f6" providerId="ADAL" clId="{E5B5D8AD-9BDD-4F81-9597-D8CD89C5AF0D}" dt="2026-05-27T12:49:45.443" v="613" actId="47"/>
        <pc:sldMkLst>
          <pc:docMk/>
          <pc:sldMk cId="2044754032" sldId="2147476625"/>
        </pc:sldMkLst>
      </pc:sldChg>
      <pc:sldChg chg="del">
        <pc:chgData name="Drozdzynski, Maik, Prof. Dr. rer. pol." userId="73732f81-f114-45c1-a70a-4afb221695f6" providerId="ADAL" clId="{E5B5D8AD-9BDD-4F81-9597-D8CD89C5AF0D}" dt="2026-05-27T12:49:45.443" v="613" actId="47"/>
        <pc:sldMkLst>
          <pc:docMk/>
          <pc:sldMk cId="3346067242" sldId="2147476626"/>
        </pc:sldMkLst>
      </pc:sldChg>
      <pc:sldChg chg="del">
        <pc:chgData name="Drozdzynski, Maik, Prof. Dr. rer. pol." userId="73732f81-f114-45c1-a70a-4afb221695f6" providerId="ADAL" clId="{E5B5D8AD-9BDD-4F81-9597-D8CD89C5AF0D}" dt="2026-05-27T12:49:45.443" v="613" actId="47"/>
        <pc:sldMkLst>
          <pc:docMk/>
          <pc:sldMk cId="2676354690" sldId="2147476627"/>
        </pc:sldMkLst>
      </pc:sldChg>
      <pc:sldChg chg="del">
        <pc:chgData name="Drozdzynski, Maik, Prof. Dr. rer. pol." userId="73732f81-f114-45c1-a70a-4afb221695f6" providerId="ADAL" clId="{E5B5D8AD-9BDD-4F81-9597-D8CD89C5AF0D}" dt="2026-05-27T12:49:45.443" v="613" actId="47"/>
        <pc:sldMkLst>
          <pc:docMk/>
          <pc:sldMk cId="3203486202" sldId="2147476628"/>
        </pc:sldMkLst>
      </pc:sldChg>
      <pc:sldChg chg="del">
        <pc:chgData name="Drozdzynski, Maik, Prof. Dr. rer. pol." userId="73732f81-f114-45c1-a70a-4afb221695f6" providerId="ADAL" clId="{E5B5D8AD-9BDD-4F81-9597-D8CD89C5AF0D}" dt="2026-05-27T12:49:45.443" v="613" actId="47"/>
        <pc:sldMkLst>
          <pc:docMk/>
          <pc:sldMk cId="1404023897" sldId="2147476629"/>
        </pc:sldMkLst>
      </pc:sldChg>
      <pc:sldChg chg="del">
        <pc:chgData name="Drozdzynski, Maik, Prof. Dr. rer. pol." userId="73732f81-f114-45c1-a70a-4afb221695f6" providerId="ADAL" clId="{E5B5D8AD-9BDD-4F81-9597-D8CD89C5AF0D}" dt="2026-05-27T12:49:45.443" v="613" actId="47"/>
        <pc:sldMkLst>
          <pc:docMk/>
          <pc:sldMk cId="1629867874" sldId="2147476630"/>
        </pc:sldMkLst>
      </pc:sldChg>
      <pc:sldChg chg="del">
        <pc:chgData name="Drozdzynski, Maik, Prof. Dr. rer. pol." userId="73732f81-f114-45c1-a70a-4afb221695f6" providerId="ADAL" clId="{E5B5D8AD-9BDD-4F81-9597-D8CD89C5AF0D}" dt="2026-05-27T12:49:45.443" v="613" actId="47"/>
        <pc:sldMkLst>
          <pc:docMk/>
          <pc:sldMk cId="3780988843" sldId="2147476631"/>
        </pc:sldMkLst>
      </pc:sldChg>
      <pc:sldChg chg="del">
        <pc:chgData name="Drozdzynski, Maik, Prof. Dr. rer. pol." userId="73732f81-f114-45c1-a70a-4afb221695f6" providerId="ADAL" clId="{E5B5D8AD-9BDD-4F81-9597-D8CD89C5AF0D}" dt="2026-05-27T12:49:45.443" v="613" actId="47"/>
        <pc:sldMkLst>
          <pc:docMk/>
          <pc:sldMk cId="2790827944" sldId="2147476686"/>
        </pc:sldMkLst>
      </pc:sldChg>
      <pc:sldChg chg="del">
        <pc:chgData name="Drozdzynski, Maik, Prof. Dr. rer. pol." userId="73732f81-f114-45c1-a70a-4afb221695f6" providerId="ADAL" clId="{E5B5D8AD-9BDD-4F81-9597-D8CD89C5AF0D}" dt="2026-05-27T12:49:45.443" v="613" actId="47"/>
        <pc:sldMkLst>
          <pc:docMk/>
          <pc:sldMk cId="462186703" sldId="2147476687"/>
        </pc:sldMkLst>
      </pc:sldChg>
      <pc:sldChg chg="del">
        <pc:chgData name="Drozdzynski, Maik, Prof. Dr. rer. pol." userId="73732f81-f114-45c1-a70a-4afb221695f6" providerId="ADAL" clId="{E5B5D8AD-9BDD-4F81-9597-D8CD89C5AF0D}" dt="2026-05-27T12:49:45.443" v="613" actId="47"/>
        <pc:sldMkLst>
          <pc:docMk/>
          <pc:sldMk cId="967411643" sldId="2147476688"/>
        </pc:sldMkLst>
      </pc:sldChg>
      <pc:sldChg chg="del">
        <pc:chgData name="Drozdzynski, Maik, Prof. Dr. rer. pol." userId="73732f81-f114-45c1-a70a-4afb221695f6" providerId="ADAL" clId="{E5B5D8AD-9BDD-4F81-9597-D8CD89C5AF0D}" dt="2026-05-27T12:49:45.443" v="613" actId="47"/>
        <pc:sldMkLst>
          <pc:docMk/>
          <pc:sldMk cId="4225503946" sldId="2147476689"/>
        </pc:sldMkLst>
      </pc:sldChg>
      <pc:sldChg chg="del">
        <pc:chgData name="Drozdzynski, Maik, Prof. Dr. rer. pol." userId="73732f81-f114-45c1-a70a-4afb221695f6" providerId="ADAL" clId="{E5B5D8AD-9BDD-4F81-9597-D8CD89C5AF0D}" dt="2026-05-27T12:49:45.443" v="613" actId="47"/>
        <pc:sldMkLst>
          <pc:docMk/>
          <pc:sldMk cId="4062470343" sldId="2147476701"/>
        </pc:sldMkLst>
      </pc:sldChg>
      <pc:sldChg chg="del">
        <pc:chgData name="Drozdzynski, Maik, Prof. Dr. rer. pol." userId="73732f81-f114-45c1-a70a-4afb221695f6" providerId="ADAL" clId="{E5B5D8AD-9BDD-4F81-9597-D8CD89C5AF0D}" dt="2026-05-27T12:49:45.443" v="613" actId="47"/>
        <pc:sldMkLst>
          <pc:docMk/>
          <pc:sldMk cId="4200126297" sldId="2147476702"/>
        </pc:sldMkLst>
      </pc:sldChg>
      <pc:sldChg chg="del">
        <pc:chgData name="Drozdzynski, Maik, Prof. Dr. rer. pol." userId="73732f81-f114-45c1-a70a-4afb221695f6" providerId="ADAL" clId="{E5B5D8AD-9BDD-4F81-9597-D8CD89C5AF0D}" dt="2026-05-27T12:49:45.443" v="613" actId="47"/>
        <pc:sldMkLst>
          <pc:docMk/>
          <pc:sldMk cId="201935029" sldId="2147476703"/>
        </pc:sldMkLst>
      </pc:sldChg>
      <pc:sldChg chg="del">
        <pc:chgData name="Drozdzynski, Maik, Prof. Dr. rer. pol." userId="73732f81-f114-45c1-a70a-4afb221695f6" providerId="ADAL" clId="{E5B5D8AD-9BDD-4F81-9597-D8CD89C5AF0D}" dt="2026-05-27T12:49:45.443" v="613" actId="47"/>
        <pc:sldMkLst>
          <pc:docMk/>
          <pc:sldMk cId="1613778124" sldId="2147476704"/>
        </pc:sldMkLst>
      </pc:sldChg>
      <pc:sldChg chg="del">
        <pc:chgData name="Drozdzynski, Maik, Prof. Dr. rer. pol." userId="73732f81-f114-45c1-a70a-4afb221695f6" providerId="ADAL" clId="{E5B5D8AD-9BDD-4F81-9597-D8CD89C5AF0D}" dt="2026-05-27T12:49:45.443" v="613" actId="47"/>
        <pc:sldMkLst>
          <pc:docMk/>
          <pc:sldMk cId="214440864" sldId="2147476705"/>
        </pc:sldMkLst>
      </pc:sldChg>
      <pc:sldChg chg="del">
        <pc:chgData name="Drozdzynski, Maik, Prof. Dr. rer. pol." userId="73732f81-f114-45c1-a70a-4afb221695f6" providerId="ADAL" clId="{E5B5D8AD-9BDD-4F81-9597-D8CD89C5AF0D}" dt="2026-05-27T12:49:45.443" v="613" actId="47"/>
        <pc:sldMkLst>
          <pc:docMk/>
          <pc:sldMk cId="252794867" sldId="2147476706"/>
        </pc:sldMkLst>
      </pc:sldChg>
      <pc:sldChg chg="del">
        <pc:chgData name="Drozdzynski, Maik, Prof. Dr. rer. pol." userId="73732f81-f114-45c1-a70a-4afb221695f6" providerId="ADAL" clId="{E5B5D8AD-9BDD-4F81-9597-D8CD89C5AF0D}" dt="2026-05-27T12:49:45.443" v="613" actId="47"/>
        <pc:sldMkLst>
          <pc:docMk/>
          <pc:sldMk cId="2306951351" sldId="2147476707"/>
        </pc:sldMkLst>
      </pc:sldChg>
      <pc:sldChg chg="del">
        <pc:chgData name="Drozdzynski, Maik, Prof. Dr. rer. pol." userId="73732f81-f114-45c1-a70a-4afb221695f6" providerId="ADAL" clId="{E5B5D8AD-9BDD-4F81-9597-D8CD89C5AF0D}" dt="2026-05-27T12:49:45.443" v="613" actId="47"/>
        <pc:sldMkLst>
          <pc:docMk/>
          <pc:sldMk cId="1958307083" sldId="2147476708"/>
        </pc:sldMkLst>
      </pc:sldChg>
      <pc:sldChg chg="del">
        <pc:chgData name="Drozdzynski, Maik, Prof. Dr. rer. pol." userId="73732f81-f114-45c1-a70a-4afb221695f6" providerId="ADAL" clId="{E5B5D8AD-9BDD-4F81-9597-D8CD89C5AF0D}" dt="2026-05-27T12:49:45.443" v="613" actId="47"/>
        <pc:sldMkLst>
          <pc:docMk/>
          <pc:sldMk cId="347532607" sldId="2147476709"/>
        </pc:sldMkLst>
      </pc:sldChg>
      <pc:sldChg chg="del">
        <pc:chgData name="Drozdzynski, Maik, Prof. Dr. rer. pol." userId="73732f81-f114-45c1-a70a-4afb221695f6" providerId="ADAL" clId="{E5B5D8AD-9BDD-4F81-9597-D8CD89C5AF0D}" dt="2026-05-27T12:49:45.443" v="613" actId="47"/>
        <pc:sldMkLst>
          <pc:docMk/>
          <pc:sldMk cId="121315197" sldId="2147476710"/>
        </pc:sldMkLst>
      </pc:sldChg>
      <pc:sldChg chg="del">
        <pc:chgData name="Drozdzynski, Maik, Prof. Dr. rer. pol." userId="73732f81-f114-45c1-a70a-4afb221695f6" providerId="ADAL" clId="{E5B5D8AD-9BDD-4F81-9597-D8CD89C5AF0D}" dt="2026-05-27T12:49:45.443" v="613" actId="47"/>
        <pc:sldMkLst>
          <pc:docMk/>
          <pc:sldMk cId="3522241965" sldId="2147476711"/>
        </pc:sldMkLst>
      </pc:sldChg>
      <pc:sldChg chg="del">
        <pc:chgData name="Drozdzynski, Maik, Prof. Dr. rer. pol." userId="73732f81-f114-45c1-a70a-4afb221695f6" providerId="ADAL" clId="{E5B5D8AD-9BDD-4F81-9597-D8CD89C5AF0D}" dt="2026-05-27T12:49:45.443" v="613" actId="47"/>
        <pc:sldMkLst>
          <pc:docMk/>
          <pc:sldMk cId="327605834" sldId="2147476712"/>
        </pc:sldMkLst>
      </pc:sldChg>
      <pc:sldChg chg="del">
        <pc:chgData name="Drozdzynski, Maik, Prof. Dr. rer. pol." userId="73732f81-f114-45c1-a70a-4afb221695f6" providerId="ADAL" clId="{E5B5D8AD-9BDD-4F81-9597-D8CD89C5AF0D}" dt="2026-05-27T12:49:45.443" v="613" actId="47"/>
        <pc:sldMkLst>
          <pc:docMk/>
          <pc:sldMk cId="1339919814" sldId="2147476713"/>
        </pc:sldMkLst>
      </pc:sldChg>
      <pc:sldChg chg="del">
        <pc:chgData name="Drozdzynski, Maik, Prof. Dr. rer. pol." userId="73732f81-f114-45c1-a70a-4afb221695f6" providerId="ADAL" clId="{E5B5D8AD-9BDD-4F81-9597-D8CD89C5AF0D}" dt="2026-05-27T12:49:45.443" v="613" actId="47"/>
        <pc:sldMkLst>
          <pc:docMk/>
          <pc:sldMk cId="3785072118" sldId="2147476714"/>
        </pc:sldMkLst>
      </pc:sldChg>
      <pc:sldChg chg="del">
        <pc:chgData name="Drozdzynski, Maik, Prof. Dr. rer. pol." userId="73732f81-f114-45c1-a70a-4afb221695f6" providerId="ADAL" clId="{E5B5D8AD-9BDD-4F81-9597-D8CD89C5AF0D}" dt="2026-05-27T12:49:45.443" v="613" actId="47"/>
        <pc:sldMkLst>
          <pc:docMk/>
          <pc:sldMk cId="3847400222" sldId="2147476715"/>
        </pc:sldMkLst>
      </pc:sldChg>
      <pc:sldChg chg="del">
        <pc:chgData name="Drozdzynski, Maik, Prof. Dr. rer. pol." userId="73732f81-f114-45c1-a70a-4afb221695f6" providerId="ADAL" clId="{E5B5D8AD-9BDD-4F81-9597-D8CD89C5AF0D}" dt="2026-05-27T12:49:45.443" v="613" actId="47"/>
        <pc:sldMkLst>
          <pc:docMk/>
          <pc:sldMk cId="2891341033" sldId="2147476716"/>
        </pc:sldMkLst>
      </pc:sldChg>
      <pc:sldChg chg="del">
        <pc:chgData name="Drozdzynski, Maik, Prof. Dr. rer. pol." userId="73732f81-f114-45c1-a70a-4afb221695f6" providerId="ADAL" clId="{E5B5D8AD-9BDD-4F81-9597-D8CD89C5AF0D}" dt="2026-05-27T12:49:45.443" v="613" actId="47"/>
        <pc:sldMkLst>
          <pc:docMk/>
          <pc:sldMk cId="1483951732" sldId="2147476717"/>
        </pc:sldMkLst>
      </pc:sldChg>
      <pc:sldChg chg="del">
        <pc:chgData name="Drozdzynski, Maik, Prof. Dr. rer. pol." userId="73732f81-f114-45c1-a70a-4afb221695f6" providerId="ADAL" clId="{E5B5D8AD-9BDD-4F81-9597-D8CD89C5AF0D}" dt="2026-05-27T12:49:45.443" v="613" actId="47"/>
        <pc:sldMkLst>
          <pc:docMk/>
          <pc:sldMk cId="1561023885" sldId="2147476718"/>
        </pc:sldMkLst>
      </pc:sldChg>
      <pc:sldChg chg="del">
        <pc:chgData name="Drozdzynski, Maik, Prof. Dr. rer. pol." userId="73732f81-f114-45c1-a70a-4afb221695f6" providerId="ADAL" clId="{E5B5D8AD-9BDD-4F81-9597-D8CD89C5AF0D}" dt="2026-05-27T12:49:45.443" v="613" actId="47"/>
        <pc:sldMkLst>
          <pc:docMk/>
          <pc:sldMk cId="3268687383" sldId="2147476719"/>
        </pc:sldMkLst>
      </pc:sldChg>
      <pc:sldChg chg="del">
        <pc:chgData name="Drozdzynski, Maik, Prof. Dr. rer. pol." userId="73732f81-f114-45c1-a70a-4afb221695f6" providerId="ADAL" clId="{E5B5D8AD-9BDD-4F81-9597-D8CD89C5AF0D}" dt="2026-05-27T12:49:45.443" v="613" actId="47"/>
        <pc:sldMkLst>
          <pc:docMk/>
          <pc:sldMk cId="355957956" sldId="2147476720"/>
        </pc:sldMkLst>
      </pc:sldChg>
      <pc:sldChg chg="del">
        <pc:chgData name="Drozdzynski, Maik, Prof. Dr. rer. pol." userId="73732f81-f114-45c1-a70a-4afb221695f6" providerId="ADAL" clId="{E5B5D8AD-9BDD-4F81-9597-D8CD89C5AF0D}" dt="2026-05-27T12:49:45.443" v="613" actId="47"/>
        <pc:sldMkLst>
          <pc:docMk/>
          <pc:sldMk cId="1391051917" sldId="2147476721"/>
        </pc:sldMkLst>
      </pc:sldChg>
      <pc:sldChg chg="del">
        <pc:chgData name="Drozdzynski, Maik, Prof. Dr. rer. pol." userId="73732f81-f114-45c1-a70a-4afb221695f6" providerId="ADAL" clId="{E5B5D8AD-9BDD-4F81-9597-D8CD89C5AF0D}" dt="2026-05-27T12:49:45.443" v="613" actId="47"/>
        <pc:sldMkLst>
          <pc:docMk/>
          <pc:sldMk cId="65189392" sldId="2147476722"/>
        </pc:sldMkLst>
      </pc:sldChg>
      <pc:sldChg chg="del">
        <pc:chgData name="Drozdzynski, Maik, Prof. Dr. rer. pol." userId="73732f81-f114-45c1-a70a-4afb221695f6" providerId="ADAL" clId="{E5B5D8AD-9BDD-4F81-9597-D8CD89C5AF0D}" dt="2026-05-27T12:49:45.443" v="613" actId="47"/>
        <pc:sldMkLst>
          <pc:docMk/>
          <pc:sldMk cId="3476659656" sldId="2147476723"/>
        </pc:sldMkLst>
      </pc:sldChg>
      <pc:sldChg chg="del">
        <pc:chgData name="Drozdzynski, Maik, Prof. Dr. rer. pol." userId="73732f81-f114-45c1-a70a-4afb221695f6" providerId="ADAL" clId="{E5B5D8AD-9BDD-4F81-9597-D8CD89C5AF0D}" dt="2026-05-27T12:49:45.443" v="613" actId="47"/>
        <pc:sldMkLst>
          <pc:docMk/>
          <pc:sldMk cId="3857888402" sldId="2147476724"/>
        </pc:sldMkLst>
      </pc:sldChg>
      <pc:sldChg chg="del">
        <pc:chgData name="Drozdzynski, Maik, Prof. Dr. rer. pol." userId="73732f81-f114-45c1-a70a-4afb221695f6" providerId="ADAL" clId="{E5B5D8AD-9BDD-4F81-9597-D8CD89C5AF0D}" dt="2026-05-27T12:49:45.443" v="613" actId="47"/>
        <pc:sldMkLst>
          <pc:docMk/>
          <pc:sldMk cId="1166644561" sldId="2147476725"/>
        </pc:sldMkLst>
      </pc:sldChg>
      <pc:sldChg chg="del">
        <pc:chgData name="Drozdzynski, Maik, Prof. Dr. rer. pol." userId="73732f81-f114-45c1-a70a-4afb221695f6" providerId="ADAL" clId="{E5B5D8AD-9BDD-4F81-9597-D8CD89C5AF0D}" dt="2026-05-27T12:49:45.443" v="613" actId="47"/>
        <pc:sldMkLst>
          <pc:docMk/>
          <pc:sldMk cId="2431069768" sldId="2147476726"/>
        </pc:sldMkLst>
      </pc:sldChg>
      <pc:sldChg chg="del">
        <pc:chgData name="Drozdzynski, Maik, Prof. Dr. rer. pol." userId="73732f81-f114-45c1-a70a-4afb221695f6" providerId="ADAL" clId="{E5B5D8AD-9BDD-4F81-9597-D8CD89C5AF0D}" dt="2026-05-27T12:49:45.443" v="613" actId="47"/>
        <pc:sldMkLst>
          <pc:docMk/>
          <pc:sldMk cId="2283679210" sldId="2147476727"/>
        </pc:sldMkLst>
      </pc:sldChg>
      <pc:sldChg chg="del">
        <pc:chgData name="Drozdzynski, Maik, Prof. Dr. rer. pol." userId="73732f81-f114-45c1-a70a-4afb221695f6" providerId="ADAL" clId="{E5B5D8AD-9BDD-4F81-9597-D8CD89C5AF0D}" dt="2026-05-27T12:49:45.443" v="613" actId="47"/>
        <pc:sldMkLst>
          <pc:docMk/>
          <pc:sldMk cId="1605246889" sldId="2147476728"/>
        </pc:sldMkLst>
      </pc:sldChg>
      <pc:sldChg chg="del">
        <pc:chgData name="Drozdzynski, Maik, Prof. Dr. rer. pol." userId="73732f81-f114-45c1-a70a-4afb221695f6" providerId="ADAL" clId="{E5B5D8AD-9BDD-4F81-9597-D8CD89C5AF0D}" dt="2026-05-27T12:49:45.443" v="613" actId="47"/>
        <pc:sldMkLst>
          <pc:docMk/>
          <pc:sldMk cId="4024727898" sldId="2147476729"/>
        </pc:sldMkLst>
      </pc:sldChg>
      <pc:sldChg chg="del">
        <pc:chgData name="Drozdzynski, Maik, Prof. Dr. rer. pol." userId="73732f81-f114-45c1-a70a-4afb221695f6" providerId="ADAL" clId="{E5B5D8AD-9BDD-4F81-9597-D8CD89C5AF0D}" dt="2026-05-27T12:49:45.443" v="613" actId="47"/>
        <pc:sldMkLst>
          <pc:docMk/>
          <pc:sldMk cId="4160420149" sldId="2147476730"/>
        </pc:sldMkLst>
      </pc:sldChg>
      <pc:sldChg chg="del">
        <pc:chgData name="Drozdzynski, Maik, Prof. Dr. rer. pol." userId="73732f81-f114-45c1-a70a-4afb221695f6" providerId="ADAL" clId="{E5B5D8AD-9BDD-4F81-9597-D8CD89C5AF0D}" dt="2026-05-27T12:49:45.443" v="613" actId="47"/>
        <pc:sldMkLst>
          <pc:docMk/>
          <pc:sldMk cId="203066097" sldId="2147476731"/>
        </pc:sldMkLst>
      </pc:sldChg>
      <pc:sldChg chg="del">
        <pc:chgData name="Drozdzynski, Maik, Prof. Dr. rer. pol." userId="73732f81-f114-45c1-a70a-4afb221695f6" providerId="ADAL" clId="{E5B5D8AD-9BDD-4F81-9597-D8CD89C5AF0D}" dt="2026-05-27T12:49:45.443" v="613" actId="47"/>
        <pc:sldMkLst>
          <pc:docMk/>
          <pc:sldMk cId="2630681809" sldId="2147476732"/>
        </pc:sldMkLst>
      </pc:sldChg>
      <pc:sldChg chg="del">
        <pc:chgData name="Drozdzynski, Maik, Prof. Dr. rer. pol." userId="73732f81-f114-45c1-a70a-4afb221695f6" providerId="ADAL" clId="{E5B5D8AD-9BDD-4F81-9597-D8CD89C5AF0D}" dt="2026-05-27T12:49:45.443" v="613" actId="47"/>
        <pc:sldMkLst>
          <pc:docMk/>
          <pc:sldMk cId="2741405132" sldId="2147476733"/>
        </pc:sldMkLst>
      </pc:sldChg>
      <pc:sldChg chg="del">
        <pc:chgData name="Drozdzynski, Maik, Prof. Dr. rer. pol." userId="73732f81-f114-45c1-a70a-4afb221695f6" providerId="ADAL" clId="{E5B5D8AD-9BDD-4F81-9597-D8CD89C5AF0D}" dt="2026-05-27T12:48:46.006" v="609" actId="47"/>
        <pc:sldMkLst>
          <pc:docMk/>
          <pc:sldMk cId="517392710" sldId="2147476734"/>
        </pc:sldMkLst>
      </pc:sldChg>
      <pc:sldChg chg="del">
        <pc:chgData name="Drozdzynski, Maik, Prof. Dr. rer. pol." userId="73732f81-f114-45c1-a70a-4afb221695f6" providerId="ADAL" clId="{E5B5D8AD-9BDD-4F81-9597-D8CD89C5AF0D}" dt="2026-05-27T12:48:46.006" v="609" actId="47"/>
        <pc:sldMkLst>
          <pc:docMk/>
          <pc:sldMk cId="207125928" sldId="2147476735"/>
        </pc:sldMkLst>
      </pc:sldChg>
      <pc:sldChg chg="del">
        <pc:chgData name="Drozdzynski, Maik, Prof. Dr. rer. pol." userId="73732f81-f114-45c1-a70a-4afb221695f6" providerId="ADAL" clId="{E5B5D8AD-9BDD-4F81-9597-D8CD89C5AF0D}" dt="2026-05-27T12:48:46.006" v="609" actId="47"/>
        <pc:sldMkLst>
          <pc:docMk/>
          <pc:sldMk cId="3742097251" sldId="2147476736"/>
        </pc:sldMkLst>
      </pc:sldChg>
      <pc:sldChg chg="modSp del mod">
        <pc:chgData name="Drozdzynski, Maik, Prof. Dr. rer. pol." userId="73732f81-f114-45c1-a70a-4afb221695f6" providerId="ADAL" clId="{E5B5D8AD-9BDD-4F81-9597-D8CD89C5AF0D}" dt="2026-05-27T12:48:46.006" v="609" actId="47"/>
        <pc:sldMkLst>
          <pc:docMk/>
          <pc:sldMk cId="4234016656" sldId="2147476737"/>
        </pc:sldMkLst>
      </pc:sldChg>
      <pc:sldChg chg="del">
        <pc:chgData name="Drozdzynski, Maik, Prof. Dr. rer. pol." userId="73732f81-f114-45c1-a70a-4afb221695f6" providerId="ADAL" clId="{E5B5D8AD-9BDD-4F81-9597-D8CD89C5AF0D}" dt="2026-05-27T12:48:46.006" v="609" actId="47"/>
        <pc:sldMkLst>
          <pc:docMk/>
          <pc:sldMk cId="2816098725" sldId="2147476738"/>
        </pc:sldMkLst>
      </pc:sldChg>
      <pc:sldChg chg="del">
        <pc:chgData name="Drozdzynski, Maik, Prof. Dr. rer. pol." userId="73732f81-f114-45c1-a70a-4afb221695f6" providerId="ADAL" clId="{E5B5D8AD-9BDD-4F81-9597-D8CD89C5AF0D}" dt="2026-05-27T12:49:45.443" v="613" actId="47"/>
        <pc:sldMkLst>
          <pc:docMk/>
          <pc:sldMk cId="355043884" sldId="2147476739"/>
        </pc:sldMkLst>
      </pc:sldChg>
      <pc:sldChg chg="del">
        <pc:chgData name="Drozdzynski, Maik, Prof. Dr. rer. pol." userId="73732f81-f114-45c1-a70a-4afb221695f6" providerId="ADAL" clId="{E5B5D8AD-9BDD-4F81-9597-D8CD89C5AF0D}" dt="2026-05-27T12:49:45.443" v="613" actId="47"/>
        <pc:sldMkLst>
          <pc:docMk/>
          <pc:sldMk cId="995092338" sldId="2147476740"/>
        </pc:sldMkLst>
      </pc:sldChg>
      <pc:sldChg chg="del">
        <pc:chgData name="Drozdzynski, Maik, Prof. Dr. rer. pol." userId="73732f81-f114-45c1-a70a-4afb221695f6" providerId="ADAL" clId="{E5B5D8AD-9BDD-4F81-9597-D8CD89C5AF0D}" dt="2026-05-27T12:49:45.443" v="613" actId="47"/>
        <pc:sldMkLst>
          <pc:docMk/>
          <pc:sldMk cId="2496623779" sldId="2147476741"/>
        </pc:sldMkLst>
      </pc:sldChg>
      <pc:sldChg chg="del">
        <pc:chgData name="Drozdzynski, Maik, Prof. Dr. rer. pol." userId="73732f81-f114-45c1-a70a-4afb221695f6" providerId="ADAL" clId="{E5B5D8AD-9BDD-4F81-9597-D8CD89C5AF0D}" dt="2026-05-27T12:49:45.443" v="613" actId="47"/>
        <pc:sldMkLst>
          <pc:docMk/>
          <pc:sldMk cId="897551281" sldId="2147476742"/>
        </pc:sldMkLst>
      </pc:sldChg>
      <pc:sldChg chg="del">
        <pc:chgData name="Drozdzynski, Maik, Prof. Dr. rer. pol." userId="73732f81-f114-45c1-a70a-4afb221695f6" providerId="ADAL" clId="{E5B5D8AD-9BDD-4F81-9597-D8CD89C5AF0D}" dt="2026-05-27T12:49:45.443" v="613" actId="47"/>
        <pc:sldMkLst>
          <pc:docMk/>
          <pc:sldMk cId="1524174834" sldId="2147476743"/>
        </pc:sldMkLst>
      </pc:sldChg>
      <pc:sldChg chg="del">
        <pc:chgData name="Drozdzynski, Maik, Prof. Dr. rer. pol." userId="73732f81-f114-45c1-a70a-4afb221695f6" providerId="ADAL" clId="{E5B5D8AD-9BDD-4F81-9597-D8CD89C5AF0D}" dt="2026-05-27T12:49:45.443" v="613" actId="47"/>
        <pc:sldMkLst>
          <pc:docMk/>
          <pc:sldMk cId="334143376" sldId="2147476744"/>
        </pc:sldMkLst>
      </pc:sldChg>
      <pc:sldChg chg="del">
        <pc:chgData name="Drozdzynski, Maik, Prof. Dr. rer. pol." userId="73732f81-f114-45c1-a70a-4afb221695f6" providerId="ADAL" clId="{E5B5D8AD-9BDD-4F81-9597-D8CD89C5AF0D}" dt="2026-05-27T12:49:45.443" v="613" actId="47"/>
        <pc:sldMkLst>
          <pc:docMk/>
          <pc:sldMk cId="2819192685" sldId="2147476745"/>
        </pc:sldMkLst>
      </pc:sldChg>
      <pc:sldChg chg="del">
        <pc:chgData name="Drozdzynski, Maik, Prof. Dr. rer. pol." userId="73732f81-f114-45c1-a70a-4afb221695f6" providerId="ADAL" clId="{E5B5D8AD-9BDD-4F81-9597-D8CD89C5AF0D}" dt="2026-05-27T12:49:45.443" v="613" actId="47"/>
        <pc:sldMkLst>
          <pc:docMk/>
          <pc:sldMk cId="3851061251" sldId="2147476746"/>
        </pc:sldMkLst>
      </pc:sldChg>
      <pc:sldChg chg="del">
        <pc:chgData name="Drozdzynski, Maik, Prof. Dr. rer. pol." userId="73732f81-f114-45c1-a70a-4afb221695f6" providerId="ADAL" clId="{E5B5D8AD-9BDD-4F81-9597-D8CD89C5AF0D}" dt="2026-05-27T12:49:45.443" v="613" actId="47"/>
        <pc:sldMkLst>
          <pc:docMk/>
          <pc:sldMk cId="2063727672" sldId="2147476747"/>
        </pc:sldMkLst>
      </pc:sldChg>
      <pc:sldChg chg="del">
        <pc:chgData name="Drozdzynski, Maik, Prof. Dr. rer. pol." userId="73732f81-f114-45c1-a70a-4afb221695f6" providerId="ADAL" clId="{E5B5D8AD-9BDD-4F81-9597-D8CD89C5AF0D}" dt="2026-05-27T12:49:45.443" v="613" actId="47"/>
        <pc:sldMkLst>
          <pc:docMk/>
          <pc:sldMk cId="487863395" sldId="2147476750"/>
        </pc:sldMkLst>
      </pc:sldChg>
      <pc:sldChg chg="del">
        <pc:chgData name="Drozdzynski, Maik, Prof. Dr. rer. pol." userId="73732f81-f114-45c1-a70a-4afb221695f6" providerId="ADAL" clId="{E5B5D8AD-9BDD-4F81-9597-D8CD89C5AF0D}" dt="2026-05-27T12:49:45.443" v="613" actId="47"/>
        <pc:sldMkLst>
          <pc:docMk/>
          <pc:sldMk cId="2689933344" sldId="2147476751"/>
        </pc:sldMkLst>
      </pc:sldChg>
      <pc:sldChg chg="del">
        <pc:chgData name="Drozdzynski, Maik, Prof. Dr. rer. pol." userId="73732f81-f114-45c1-a70a-4afb221695f6" providerId="ADAL" clId="{E5B5D8AD-9BDD-4F81-9597-D8CD89C5AF0D}" dt="2026-05-27T12:49:45.443" v="613" actId="47"/>
        <pc:sldMkLst>
          <pc:docMk/>
          <pc:sldMk cId="2741354655" sldId="2147476752"/>
        </pc:sldMkLst>
      </pc:sldChg>
      <pc:sldChg chg="del">
        <pc:chgData name="Drozdzynski, Maik, Prof. Dr. rer. pol." userId="73732f81-f114-45c1-a70a-4afb221695f6" providerId="ADAL" clId="{E5B5D8AD-9BDD-4F81-9597-D8CD89C5AF0D}" dt="2026-05-27T12:49:45.443" v="613" actId="47"/>
        <pc:sldMkLst>
          <pc:docMk/>
          <pc:sldMk cId="1122633033" sldId="2147476753"/>
        </pc:sldMkLst>
      </pc:sldChg>
      <pc:sldChg chg="del">
        <pc:chgData name="Drozdzynski, Maik, Prof. Dr. rer. pol." userId="73732f81-f114-45c1-a70a-4afb221695f6" providerId="ADAL" clId="{E5B5D8AD-9BDD-4F81-9597-D8CD89C5AF0D}" dt="2026-05-27T12:49:45.443" v="613" actId="47"/>
        <pc:sldMkLst>
          <pc:docMk/>
          <pc:sldMk cId="4286904034" sldId="2147476754"/>
        </pc:sldMkLst>
      </pc:sldChg>
      <pc:sldChg chg="del">
        <pc:chgData name="Drozdzynski, Maik, Prof. Dr. rer. pol." userId="73732f81-f114-45c1-a70a-4afb221695f6" providerId="ADAL" clId="{E5B5D8AD-9BDD-4F81-9597-D8CD89C5AF0D}" dt="2026-05-27T12:49:45.443" v="613" actId="47"/>
        <pc:sldMkLst>
          <pc:docMk/>
          <pc:sldMk cId="2033690914" sldId="2147476755"/>
        </pc:sldMkLst>
      </pc:sldChg>
      <pc:sldChg chg="del">
        <pc:chgData name="Drozdzynski, Maik, Prof. Dr. rer. pol." userId="73732f81-f114-45c1-a70a-4afb221695f6" providerId="ADAL" clId="{E5B5D8AD-9BDD-4F81-9597-D8CD89C5AF0D}" dt="2026-05-27T12:49:45.443" v="613" actId="47"/>
        <pc:sldMkLst>
          <pc:docMk/>
          <pc:sldMk cId="906741321" sldId="2147476756"/>
        </pc:sldMkLst>
      </pc:sldChg>
      <pc:sldChg chg="del">
        <pc:chgData name="Drozdzynski, Maik, Prof. Dr. rer. pol." userId="73732f81-f114-45c1-a70a-4afb221695f6" providerId="ADAL" clId="{E5B5D8AD-9BDD-4F81-9597-D8CD89C5AF0D}" dt="2026-05-27T12:49:45.443" v="613" actId="47"/>
        <pc:sldMkLst>
          <pc:docMk/>
          <pc:sldMk cId="3213634324" sldId="2147476757"/>
        </pc:sldMkLst>
      </pc:sldChg>
      <pc:sldChg chg="del">
        <pc:chgData name="Drozdzynski, Maik, Prof. Dr. rer. pol." userId="73732f81-f114-45c1-a70a-4afb221695f6" providerId="ADAL" clId="{E5B5D8AD-9BDD-4F81-9597-D8CD89C5AF0D}" dt="2026-05-27T12:49:45.443" v="613" actId="47"/>
        <pc:sldMkLst>
          <pc:docMk/>
          <pc:sldMk cId="1848540715" sldId="2147476758"/>
        </pc:sldMkLst>
      </pc:sldChg>
      <pc:sldChg chg="del">
        <pc:chgData name="Drozdzynski, Maik, Prof. Dr. rer. pol." userId="73732f81-f114-45c1-a70a-4afb221695f6" providerId="ADAL" clId="{E5B5D8AD-9BDD-4F81-9597-D8CD89C5AF0D}" dt="2026-05-27T12:49:45.443" v="613" actId="47"/>
        <pc:sldMkLst>
          <pc:docMk/>
          <pc:sldMk cId="766170090" sldId="2147476759"/>
        </pc:sldMkLst>
      </pc:sldChg>
      <pc:sldChg chg="del">
        <pc:chgData name="Drozdzynski, Maik, Prof. Dr. rer. pol." userId="73732f81-f114-45c1-a70a-4afb221695f6" providerId="ADAL" clId="{E5B5D8AD-9BDD-4F81-9597-D8CD89C5AF0D}" dt="2026-05-27T12:49:45.443" v="613" actId="47"/>
        <pc:sldMkLst>
          <pc:docMk/>
          <pc:sldMk cId="504535384" sldId="2147476761"/>
        </pc:sldMkLst>
      </pc:sldChg>
      <pc:sldChg chg="del">
        <pc:chgData name="Drozdzynski, Maik, Prof. Dr. rer. pol." userId="73732f81-f114-45c1-a70a-4afb221695f6" providerId="ADAL" clId="{E5B5D8AD-9BDD-4F81-9597-D8CD89C5AF0D}" dt="2026-05-27T12:49:45.443" v="613" actId="47"/>
        <pc:sldMkLst>
          <pc:docMk/>
          <pc:sldMk cId="2336440593" sldId="2147476762"/>
        </pc:sldMkLst>
      </pc:sldChg>
      <pc:sldChg chg="del">
        <pc:chgData name="Drozdzynski, Maik, Prof. Dr. rer. pol." userId="73732f81-f114-45c1-a70a-4afb221695f6" providerId="ADAL" clId="{E5B5D8AD-9BDD-4F81-9597-D8CD89C5AF0D}" dt="2026-05-27T12:49:45.443" v="613" actId="47"/>
        <pc:sldMkLst>
          <pc:docMk/>
          <pc:sldMk cId="3865497789" sldId="2147476763"/>
        </pc:sldMkLst>
      </pc:sldChg>
      <pc:sldChg chg="del">
        <pc:chgData name="Drozdzynski, Maik, Prof. Dr. rer. pol." userId="73732f81-f114-45c1-a70a-4afb221695f6" providerId="ADAL" clId="{E5B5D8AD-9BDD-4F81-9597-D8CD89C5AF0D}" dt="2026-05-27T12:49:45.443" v="613" actId="47"/>
        <pc:sldMkLst>
          <pc:docMk/>
          <pc:sldMk cId="3110005544" sldId="2147476764"/>
        </pc:sldMkLst>
      </pc:sldChg>
      <pc:sldChg chg="del">
        <pc:chgData name="Drozdzynski, Maik, Prof. Dr. rer. pol." userId="73732f81-f114-45c1-a70a-4afb221695f6" providerId="ADAL" clId="{E5B5D8AD-9BDD-4F81-9597-D8CD89C5AF0D}" dt="2026-05-27T12:49:45.443" v="613" actId="47"/>
        <pc:sldMkLst>
          <pc:docMk/>
          <pc:sldMk cId="3634283540" sldId="2147476766"/>
        </pc:sldMkLst>
      </pc:sldChg>
      <pc:sldChg chg="del">
        <pc:chgData name="Drozdzynski, Maik, Prof. Dr. rer. pol." userId="73732f81-f114-45c1-a70a-4afb221695f6" providerId="ADAL" clId="{E5B5D8AD-9BDD-4F81-9597-D8CD89C5AF0D}" dt="2026-05-27T12:49:45.443" v="613" actId="47"/>
        <pc:sldMkLst>
          <pc:docMk/>
          <pc:sldMk cId="1291313685" sldId="2147476767"/>
        </pc:sldMkLst>
      </pc:sldChg>
      <pc:sldChg chg="del">
        <pc:chgData name="Drozdzynski, Maik, Prof. Dr. rer. pol." userId="73732f81-f114-45c1-a70a-4afb221695f6" providerId="ADAL" clId="{E5B5D8AD-9BDD-4F81-9597-D8CD89C5AF0D}" dt="2026-05-27T12:49:45.443" v="613" actId="47"/>
        <pc:sldMkLst>
          <pc:docMk/>
          <pc:sldMk cId="3124214463" sldId="2147476768"/>
        </pc:sldMkLst>
      </pc:sldChg>
      <pc:sldChg chg="del">
        <pc:chgData name="Drozdzynski, Maik, Prof. Dr. rer. pol." userId="73732f81-f114-45c1-a70a-4afb221695f6" providerId="ADAL" clId="{E5B5D8AD-9BDD-4F81-9597-D8CD89C5AF0D}" dt="2026-05-27T12:49:45.443" v="613" actId="47"/>
        <pc:sldMkLst>
          <pc:docMk/>
          <pc:sldMk cId="3959086316" sldId="2147476769"/>
        </pc:sldMkLst>
      </pc:sldChg>
      <pc:sldChg chg="del">
        <pc:chgData name="Drozdzynski, Maik, Prof. Dr. rer. pol." userId="73732f81-f114-45c1-a70a-4afb221695f6" providerId="ADAL" clId="{E5B5D8AD-9BDD-4F81-9597-D8CD89C5AF0D}" dt="2026-05-27T12:49:45.443" v="613" actId="47"/>
        <pc:sldMkLst>
          <pc:docMk/>
          <pc:sldMk cId="3499763479" sldId="2147476770"/>
        </pc:sldMkLst>
      </pc:sldChg>
      <pc:sldChg chg="del">
        <pc:chgData name="Drozdzynski, Maik, Prof. Dr. rer. pol." userId="73732f81-f114-45c1-a70a-4afb221695f6" providerId="ADAL" clId="{E5B5D8AD-9BDD-4F81-9597-D8CD89C5AF0D}" dt="2026-05-27T12:49:45.443" v="613" actId="47"/>
        <pc:sldMkLst>
          <pc:docMk/>
          <pc:sldMk cId="280271489" sldId="2147476771"/>
        </pc:sldMkLst>
      </pc:sldChg>
      <pc:sldChg chg="del">
        <pc:chgData name="Drozdzynski, Maik, Prof. Dr. rer. pol." userId="73732f81-f114-45c1-a70a-4afb221695f6" providerId="ADAL" clId="{E5B5D8AD-9BDD-4F81-9597-D8CD89C5AF0D}" dt="2026-05-27T12:49:45.443" v="613" actId="47"/>
        <pc:sldMkLst>
          <pc:docMk/>
          <pc:sldMk cId="3045129101" sldId="2147476772"/>
        </pc:sldMkLst>
      </pc:sldChg>
      <pc:sldChg chg="del">
        <pc:chgData name="Drozdzynski, Maik, Prof. Dr. rer. pol." userId="73732f81-f114-45c1-a70a-4afb221695f6" providerId="ADAL" clId="{E5B5D8AD-9BDD-4F81-9597-D8CD89C5AF0D}" dt="2026-05-27T12:49:45.443" v="613" actId="47"/>
        <pc:sldMkLst>
          <pc:docMk/>
          <pc:sldMk cId="4267681878" sldId="2147476773"/>
        </pc:sldMkLst>
      </pc:sldChg>
      <pc:sldChg chg="del">
        <pc:chgData name="Drozdzynski, Maik, Prof. Dr. rer. pol." userId="73732f81-f114-45c1-a70a-4afb221695f6" providerId="ADAL" clId="{E5B5D8AD-9BDD-4F81-9597-D8CD89C5AF0D}" dt="2026-05-27T12:49:45.443" v="613" actId="47"/>
        <pc:sldMkLst>
          <pc:docMk/>
          <pc:sldMk cId="2708142193" sldId="2147476774"/>
        </pc:sldMkLst>
      </pc:sldChg>
      <pc:sldChg chg="del">
        <pc:chgData name="Drozdzynski, Maik, Prof. Dr. rer. pol." userId="73732f81-f114-45c1-a70a-4afb221695f6" providerId="ADAL" clId="{E5B5D8AD-9BDD-4F81-9597-D8CD89C5AF0D}" dt="2026-05-27T12:49:45.443" v="613" actId="47"/>
        <pc:sldMkLst>
          <pc:docMk/>
          <pc:sldMk cId="2221920411" sldId="2147476775"/>
        </pc:sldMkLst>
      </pc:sldChg>
      <pc:sldChg chg="del">
        <pc:chgData name="Drozdzynski, Maik, Prof. Dr. rer. pol." userId="73732f81-f114-45c1-a70a-4afb221695f6" providerId="ADAL" clId="{E5B5D8AD-9BDD-4F81-9597-D8CD89C5AF0D}" dt="2026-05-27T12:49:45.443" v="613" actId="47"/>
        <pc:sldMkLst>
          <pc:docMk/>
          <pc:sldMk cId="3152778610" sldId="2147476776"/>
        </pc:sldMkLst>
      </pc:sldChg>
      <pc:sldChg chg="del">
        <pc:chgData name="Drozdzynski, Maik, Prof. Dr. rer. pol." userId="73732f81-f114-45c1-a70a-4afb221695f6" providerId="ADAL" clId="{E5B5D8AD-9BDD-4F81-9597-D8CD89C5AF0D}" dt="2026-05-27T12:49:45.443" v="613" actId="47"/>
        <pc:sldMkLst>
          <pc:docMk/>
          <pc:sldMk cId="2520359547" sldId="2147476777"/>
        </pc:sldMkLst>
      </pc:sldChg>
      <pc:sldChg chg="del">
        <pc:chgData name="Drozdzynski, Maik, Prof. Dr. rer. pol." userId="73732f81-f114-45c1-a70a-4afb221695f6" providerId="ADAL" clId="{E5B5D8AD-9BDD-4F81-9597-D8CD89C5AF0D}" dt="2026-05-27T12:49:45.443" v="613" actId="47"/>
        <pc:sldMkLst>
          <pc:docMk/>
          <pc:sldMk cId="992709685" sldId="2147476778"/>
        </pc:sldMkLst>
      </pc:sldChg>
      <pc:sldChg chg="del">
        <pc:chgData name="Drozdzynski, Maik, Prof. Dr. rer. pol." userId="73732f81-f114-45c1-a70a-4afb221695f6" providerId="ADAL" clId="{E5B5D8AD-9BDD-4F81-9597-D8CD89C5AF0D}" dt="2026-05-27T12:49:45.443" v="613" actId="47"/>
        <pc:sldMkLst>
          <pc:docMk/>
          <pc:sldMk cId="2771814980" sldId="2147476779"/>
        </pc:sldMkLst>
      </pc:sldChg>
      <pc:sldChg chg="del">
        <pc:chgData name="Drozdzynski, Maik, Prof. Dr. rer. pol." userId="73732f81-f114-45c1-a70a-4afb221695f6" providerId="ADAL" clId="{E5B5D8AD-9BDD-4F81-9597-D8CD89C5AF0D}" dt="2026-05-27T12:49:45.443" v="613" actId="47"/>
        <pc:sldMkLst>
          <pc:docMk/>
          <pc:sldMk cId="2837438454" sldId="2147476780"/>
        </pc:sldMkLst>
      </pc:sldChg>
      <pc:sldChg chg="del">
        <pc:chgData name="Drozdzynski, Maik, Prof. Dr. rer. pol." userId="73732f81-f114-45c1-a70a-4afb221695f6" providerId="ADAL" clId="{E5B5D8AD-9BDD-4F81-9597-D8CD89C5AF0D}" dt="2026-05-27T12:49:45.443" v="613" actId="47"/>
        <pc:sldMkLst>
          <pc:docMk/>
          <pc:sldMk cId="1374632541" sldId="2147476781"/>
        </pc:sldMkLst>
      </pc:sldChg>
      <pc:sldChg chg="del">
        <pc:chgData name="Drozdzynski, Maik, Prof. Dr. rer. pol." userId="73732f81-f114-45c1-a70a-4afb221695f6" providerId="ADAL" clId="{E5B5D8AD-9BDD-4F81-9597-D8CD89C5AF0D}" dt="2026-05-27T12:49:45.443" v="613" actId="47"/>
        <pc:sldMkLst>
          <pc:docMk/>
          <pc:sldMk cId="271010243" sldId="2147476782"/>
        </pc:sldMkLst>
      </pc:sldChg>
      <pc:sldChg chg="del">
        <pc:chgData name="Drozdzynski, Maik, Prof. Dr. rer. pol." userId="73732f81-f114-45c1-a70a-4afb221695f6" providerId="ADAL" clId="{E5B5D8AD-9BDD-4F81-9597-D8CD89C5AF0D}" dt="2026-05-27T12:49:45.443" v="613" actId="47"/>
        <pc:sldMkLst>
          <pc:docMk/>
          <pc:sldMk cId="2774725315" sldId="2147476784"/>
        </pc:sldMkLst>
      </pc:sldChg>
      <pc:sldChg chg="del">
        <pc:chgData name="Drozdzynski, Maik, Prof. Dr. rer. pol." userId="73732f81-f114-45c1-a70a-4afb221695f6" providerId="ADAL" clId="{E5B5D8AD-9BDD-4F81-9597-D8CD89C5AF0D}" dt="2026-05-27T12:49:45.443" v="613" actId="47"/>
        <pc:sldMkLst>
          <pc:docMk/>
          <pc:sldMk cId="2094867066" sldId="2147476785"/>
        </pc:sldMkLst>
      </pc:sldChg>
      <pc:sldChg chg="del">
        <pc:chgData name="Drozdzynski, Maik, Prof. Dr. rer. pol." userId="73732f81-f114-45c1-a70a-4afb221695f6" providerId="ADAL" clId="{E5B5D8AD-9BDD-4F81-9597-D8CD89C5AF0D}" dt="2026-05-27T12:49:45.443" v="613" actId="47"/>
        <pc:sldMkLst>
          <pc:docMk/>
          <pc:sldMk cId="3651753195" sldId="2147476786"/>
        </pc:sldMkLst>
      </pc:sldChg>
      <pc:sldMasterChg chg="modSldLayout">
        <pc:chgData name="Drozdzynski, Maik, Prof. Dr. rer. pol." userId="73732f81-f114-45c1-a70a-4afb221695f6" providerId="ADAL" clId="{E5B5D8AD-9BDD-4F81-9597-D8CD89C5AF0D}" dt="2026-05-13T10:42:34.519" v="85" actId="478"/>
        <pc:sldMasterMkLst>
          <pc:docMk/>
          <pc:sldMasterMk cId="757824559" sldId="2147483648"/>
        </pc:sldMasterMkLst>
        <pc:sldLayoutChg chg="delSp mod">
          <pc:chgData name="Drozdzynski, Maik, Prof. Dr. rer. pol." userId="73732f81-f114-45c1-a70a-4afb221695f6" providerId="ADAL" clId="{E5B5D8AD-9BDD-4F81-9597-D8CD89C5AF0D}" dt="2026-05-13T10:42:34.519" v="85" actId="478"/>
          <pc:sldLayoutMkLst>
            <pc:docMk/>
            <pc:sldMasterMk cId="757824559" sldId="2147483648"/>
            <pc:sldLayoutMk cId="746262413" sldId="214748387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8E471F1A-4B75-761F-DDF9-03F05026C6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48B51A69-3DE5-FD91-09BB-C58BA9B1619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401A88-1362-48E7-819A-B8DA6735514F}" type="datetimeFigureOut">
              <a:rPr lang="de-DE" smtClean="0"/>
              <a:t>27.05.2026</a:t>
            </a:fld>
            <a:endParaRPr lang="de-DE"/>
          </a:p>
        </p:txBody>
      </p:sp>
      <p:sp>
        <p:nvSpPr>
          <p:cNvPr id="4" name="Fußzeilenplatzhalter 3">
            <a:extLst>
              <a:ext uri="{FF2B5EF4-FFF2-40B4-BE49-F238E27FC236}">
                <a16:creationId xmlns:a16="http://schemas.microsoft.com/office/drawing/2014/main" id="{F44EB7BE-5B01-37C0-0600-0EC5135C82B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23F73D7F-3993-C320-7847-BA2F69B2ADB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29A8B1C-AAAB-4E7E-92AA-987C106B372E}" type="slidenum">
              <a:rPr lang="de-DE" smtClean="0"/>
              <a:t>‹Nr.›</a:t>
            </a:fld>
            <a:endParaRPr lang="de-DE"/>
          </a:p>
        </p:txBody>
      </p:sp>
    </p:spTree>
    <p:extLst>
      <p:ext uri="{BB962C8B-B14F-4D97-AF65-F5344CB8AC3E}">
        <p14:creationId xmlns:p14="http://schemas.microsoft.com/office/powerpoint/2010/main" val="3574787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772701-2F08-C245-9EA4-5106B960BE8B}" type="datetimeFigureOut">
              <a:rPr lang="de-DE" smtClean="0"/>
              <a:t>27.05.2026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29B241-E77C-B541-A915-756C703A1E31}" type="slidenum">
              <a:rPr lang="de-DE" smtClean="0"/>
              <a:t>‹Nr.›</a:t>
            </a:fld>
            <a:endParaRPr lang="de-DE"/>
          </a:p>
        </p:txBody>
      </p:sp>
    </p:spTree>
    <p:extLst>
      <p:ext uri="{BB962C8B-B14F-4D97-AF65-F5344CB8AC3E}">
        <p14:creationId xmlns:p14="http://schemas.microsoft.com/office/powerpoint/2010/main" val="181879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let the group experience the asymmetry first. The monthly chart is fast because someone already added the numbers up; the receipt query is slow because nobody did. Key message: OLAP storage models are an engineering answer to one trade-off – pay for the aggregation now (at load time) or later (at query time). Ask the group: which of Sofia’s two questions would you optimise for, and why can you not simply optimise for both?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MOLAP is the classic cube. Emphasise processing: the cube is a second, derived copy of the data, so there is always a lag between the operational reality and the cube. Explain data explosion with Sofia’s numbers: three sales points × 120 products × 1,800 days is already about 650,000 cells at the lowest level – and most stay empty because the bike does not sell every product on every day it is out. That sparsity is why MOLAP does not scale linearly. Good use: small, dense, heavily aggregated management reporting.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ROLAP keeps one version of the truth in the warehouse. Make the point that ROLAP is not simply 'slow' – with columnstore indexes, partitioning and materialised views it competes well. What really changes is where the tuning effort sits: with the DBA rather than with the cube designer. Discussion question: if Sofia adds a third coffee house and two years of history, which model breaks first?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HOLAP is the pragmatic middle and the one students most often forget. The teaching point is the routing behaviour: a query that stays on the aggregated levels is fast, and the moment it drills below them the engine falls back to SQL. That makes performance predictable only if you know which levels were pre-aggregated. Link back to Sofia: the cockpit KPI is instant, and the manager who asks 'which receipt caused this spike?' pays the relational price – which is exactly the right trade-off.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Wrap-up. Let the group place three Sofia scenarios before revealing the table: the monthly board report, the marketing analyst mining loyalty card receipts, and Alex drilling from a KPI into a single day. The hint matters most: these categories are still alive in modern tools, only renamed. Optional bridge to the next session: in-memory columnar engines have shifted the trade-off, but they have not removed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V1">
    <p:spTree>
      <p:nvGrpSpPr>
        <p:cNvPr id="1" name=""/>
        <p:cNvGrpSpPr/>
        <p:nvPr/>
      </p:nvGrpSpPr>
      <p:grpSpPr>
        <a:xfrm>
          <a:off x="0" y="0"/>
          <a:ext cx="0" cy="0"/>
          <a:chOff x="0" y="0"/>
          <a:chExt cx="0" cy="0"/>
        </a:xfrm>
      </p:grpSpPr>
      <p:sp>
        <p:nvSpPr>
          <p:cNvPr id="10" name="Textplatzhalter 7">
            <a:extLst>
              <a:ext uri="{FF2B5EF4-FFF2-40B4-BE49-F238E27FC236}">
                <a16:creationId xmlns:a16="http://schemas.microsoft.com/office/drawing/2014/main" id="{F56C5516-50F4-8039-87F6-E9A902DAF9D8}"/>
              </a:ext>
            </a:extLst>
          </p:cNvPr>
          <p:cNvSpPr>
            <a:spLocks noGrp="1"/>
          </p:cNvSpPr>
          <p:nvPr>
            <p:ph idx="1" hasCustomPrompt="1"/>
          </p:nvPr>
        </p:nvSpPr>
        <p:spPr>
          <a:xfrm>
            <a:off x="420688" y="1018141"/>
            <a:ext cx="11350208" cy="5112141"/>
          </a:xfrm>
          <a:prstGeom prst="rect">
            <a:avLst/>
          </a:prstGeom>
          <a:ln>
            <a:noFill/>
          </a:ln>
        </p:spPr>
        <p:txBody>
          <a:bodyPr vert="horz" lIns="0" tIns="0" rIns="0" bIns="0" rtlCol="0">
            <a:noAutofit/>
          </a:bodyPr>
          <a:lstStyle>
            <a:lvl1pPr marL="514350" indent="-514350">
              <a:buClr>
                <a:schemeClr val="accent5"/>
              </a:buClr>
              <a:buFont typeface="+mj-lt"/>
              <a:buAutoNum type="arabicParenBoth"/>
              <a:defRPr sz="3200" b="0" i="0">
                <a:latin typeface="Source Sans Pro" panose="020B0503030403020204" pitchFamily="34" charset="0"/>
                <a:ea typeface="Source Sans Pro" panose="020B0503030403020204" pitchFamily="34" charset="0"/>
              </a:defRPr>
            </a:lvl1pPr>
            <a:lvl2pPr marL="695325" indent="-514350">
              <a:buClr>
                <a:schemeClr val="accent5"/>
              </a:buClr>
              <a:buFont typeface="+mj-lt"/>
              <a:buAutoNum type="arabicParenBoth"/>
              <a:defRPr sz="2800" b="0" i="0">
                <a:latin typeface="Source Sans Pro" panose="020B0503030403020204" pitchFamily="34" charset="0"/>
                <a:ea typeface="Source Sans Pro" panose="020B0503030403020204" pitchFamily="34" charset="0"/>
              </a:defRPr>
            </a:lvl2pPr>
            <a:lvl3pPr marL="876300" indent="-514350">
              <a:buClr>
                <a:schemeClr val="accent5"/>
              </a:buClr>
              <a:buFont typeface="+mj-lt"/>
              <a:buAutoNum type="arabicParenBoth"/>
              <a:defRPr sz="2400" b="0" i="0">
                <a:latin typeface="Source Sans Pro" panose="020B0503030403020204" pitchFamily="34" charset="0"/>
                <a:ea typeface="Source Sans Pro" panose="020B0503030403020204" pitchFamily="34" charset="0"/>
              </a:defRPr>
            </a:lvl3pPr>
            <a:lvl4pPr marL="542925" indent="0">
              <a:buClr>
                <a:schemeClr val="accent5"/>
              </a:buClr>
              <a:buFont typeface="+mj-lt"/>
              <a:buAutoNum type="arabicParenBoth"/>
              <a:defRPr sz="2000" b="0" i="0">
                <a:latin typeface="Source Sans Pro" panose="020B0503030403020204" pitchFamily="34" charset="0"/>
                <a:ea typeface="Source Sans Pro" panose="020B0503030403020204" pitchFamily="34" charset="0"/>
              </a:defRPr>
            </a:lvl4pPr>
            <a:lvl5pPr marL="1828800" indent="0">
              <a:buNone/>
              <a:defRPr/>
            </a:lvl5pPr>
          </a:lstStyle>
          <a:p>
            <a:pPr marL="457200" indent="-457200">
              <a:lnSpc>
                <a:spcPct val="120000"/>
              </a:lnSpc>
              <a:spcBef>
                <a:spcPts val="0"/>
              </a:spcBef>
              <a:buClr>
                <a:schemeClr val="accent5"/>
              </a:buClr>
              <a:buFont typeface="Symbol" pitchFamily="2" charset="2"/>
              <a:buChar char="-"/>
            </a:pPr>
            <a:r>
              <a:rPr lang="de-DE" b="0" i="0" noProof="0">
                <a:latin typeface="Source Sans Pro" panose="020B0503030403020204" pitchFamily="34" charset="0"/>
                <a:ea typeface="Source Sans Pro" panose="020B0503030403020204" pitchFamily="34" charset="0"/>
              </a:rPr>
              <a:t>Erste Ebene, Aufzählung, Source Sans Pro Regular, 32 </a:t>
            </a:r>
            <a:r>
              <a:rPr lang="de-DE" b="0" i="0" noProof="0" err="1">
                <a:latin typeface="Source Sans Pro" panose="020B0503030403020204" pitchFamily="34" charset="0"/>
                <a:ea typeface="Source Sans Pro" panose="020B0503030403020204" pitchFamily="34" charset="0"/>
              </a:rPr>
              <a:t>pt</a:t>
            </a:r>
            <a:r>
              <a:rPr lang="de-DE" b="0" i="0" noProof="0">
                <a:latin typeface="Source Sans Pro" panose="020B0503030403020204" pitchFamily="34" charset="0"/>
                <a:ea typeface="Source Sans Pro" panose="020B0503030403020204" pitchFamily="34" charset="0"/>
              </a:rPr>
              <a:t>.</a:t>
            </a:r>
          </a:p>
          <a:p>
            <a:pPr marL="638175" lvl="1" indent="-457200">
              <a:buClr>
                <a:schemeClr val="accent5"/>
              </a:buClr>
              <a:buFont typeface="Symbol" pitchFamily="2" charset="2"/>
              <a:buChar char="-"/>
            </a:pPr>
            <a:r>
              <a:rPr lang="de-DE" i="0" noProof="0">
                <a:latin typeface="Source Sans Pro" panose="020B0503030403020204" pitchFamily="34" charset="0"/>
                <a:ea typeface="Source Sans Pro" panose="020B0503030403020204" pitchFamily="34" charset="0"/>
              </a:rPr>
              <a:t>Zweite Ebene, Source Sans Pro Regular, 28 </a:t>
            </a:r>
            <a:r>
              <a:rPr lang="de-DE" i="0" noProof="0" err="1">
                <a:latin typeface="Source Sans Pro" panose="020B0503030403020204" pitchFamily="34" charset="0"/>
                <a:ea typeface="Source Sans Pro" panose="020B0503030403020204" pitchFamily="34" charset="0"/>
              </a:rPr>
              <a:t>pt</a:t>
            </a:r>
            <a:r>
              <a:rPr lang="de-DE" i="0" noProof="0">
                <a:latin typeface="Source Sans Pro" panose="020B0503030403020204" pitchFamily="34" charset="0"/>
                <a:ea typeface="Source Sans Pro" panose="020B0503030403020204" pitchFamily="34" charset="0"/>
              </a:rPr>
              <a:t>. </a:t>
            </a:r>
          </a:p>
          <a:p>
            <a:pPr marL="819150" lvl="2" indent="-457200">
              <a:buClr>
                <a:schemeClr val="accent5"/>
              </a:buClr>
              <a:buFont typeface="Symbol" pitchFamily="2" charset="2"/>
              <a:buChar char="-"/>
            </a:pPr>
            <a:r>
              <a:rPr lang="de-DE" noProof="0">
                <a:latin typeface="Source Sans Pro" panose="020B0503030403020204" pitchFamily="34" charset="0"/>
                <a:ea typeface="Source Sans Pro" panose="020B0503030403020204" pitchFamily="34" charset="0"/>
              </a:rPr>
              <a:t>Dritte Ebene, Source Sans Pro Regular, 24 </a:t>
            </a:r>
            <a:r>
              <a:rPr lang="de-DE"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a:t>
            </a:r>
          </a:p>
          <a:p>
            <a:pPr marL="1000125" lvl="3" indent="-457200">
              <a:buClr>
                <a:schemeClr val="accent5"/>
              </a:buClr>
              <a:buFont typeface="Symbol" pitchFamily="2" charset="2"/>
              <a:buChar char="-"/>
            </a:pPr>
            <a:r>
              <a:rPr lang="de-DE" noProof="0">
                <a:latin typeface="Source Sans Pro" panose="020B0503030403020204" pitchFamily="34" charset="0"/>
                <a:ea typeface="Source Sans Pro" panose="020B0503030403020204" pitchFamily="34" charset="0"/>
              </a:rPr>
              <a:t>Vierte Ebene, Source Sans Pro Regular, 20 </a:t>
            </a:r>
            <a:r>
              <a:rPr lang="de-DE"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a:t>
            </a:r>
          </a:p>
          <a:p>
            <a:pPr marL="1000125" marR="0" lvl="3" indent="-457200" algn="l" defTabSz="914400" rtl="0" eaLnBrk="1" fontAlgn="auto" latinLnBrk="0" hangingPunct="1">
              <a:lnSpc>
                <a:spcPct val="120000"/>
              </a:lnSpc>
              <a:spcBef>
                <a:spcPts val="0"/>
              </a:spcBef>
              <a:spcAft>
                <a:spcPts val="0"/>
              </a:spcAft>
              <a:buClr>
                <a:schemeClr val="accent3"/>
              </a:buClr>
              <a:buSzTx/>
              <a:buFont typeface="Symbol" pitchFamily="2" charset="2"/>
              <a:buChar char="-"/>
              <a:tabLst/>
              <a:defRPr/>
            </a:pPr>
            <a:endParaRPr lang="de-DE" i="0" noProof="0">
              <a:latin typeface="Source Sans Pro" panose="020B0503030403020204" pitchFamily="34" charset="0"/>
              <a:ea typeface="Source Sans Pro" panose="020B0503030403020204" pitchFamily="34" charset="0"/>
            </a:endParaRPr>
          </a:p>
          <a:p>
            <a:pPr marL="819150" lvl="2" indent="-457200">
              <a:lnSpc>
                <a:spcPct val="120000"/>
              </a:lnSpc>
              <a:spcBef>
                <a:spcPts val="0"/>
              </a:spcBef>
              <a:buFont typeface="Symbol" pitchFamily="2" charset="2"/>
              <a:buChar char="-"/>
            </a:pPr>
            <a:endParaRPr lang="de-DE" i="0" noProof="0">
              <a:latin typeface="Source Sans Pro" panose="020B0503030403020204" pitchFamily="34" charset="0"/>
              <a:ea typeface="Source Sans Pro" panose="020B0503030403020204" pitchFamily="34" charset="0"/>
            </a:endParaRPr>
          </a:p>
        </p:txBody>
      </p:sp>
      <p:sp>
        <p:nvSpPr>
          <p:cNvPr id="3" name="Textplatzhalter 2">
            <a:extLst>
              <a:ext uri="{FF2B5EF4-FFF2-40B4-BE49-F238E27FC236}">
                <a16:creationId xmlns:a16="http://schemas.microsoft.com/office/drawing/2014/main" id="{208ED1F9-C71D-5712-F4CF-529A911DB9BF}"/>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5" name="Fußzeilenplatzhalter 2">
            <a:extLst>
              <a:ext uri="{FF2B5EF4-FFF2-40B4-BE49-F238E27FC236}">
                <a16:creationId xmlns:a16="http://schemas.microsoft.com/office/drawing/2014/main" id="{39E513A2-C5DA-EAC8-553E-59905613E269}"/>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Tree>
    <p:extLst>
      <p:ext uri="{BB962C8B-B14F-4D97-AF65-F5344CB8AC3E}">
        <p14:creationId xmlns:p14="http://schemas.microsoft.com/office/powerpoint/2010/main" val="316398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_Lektionsvideo">
    <p:bg>
      <p:bgPr>
        <a:solidFill>
          <a:schemeClr val="accent6"/>
        </a:solidFill>
        <a:effectLst/>
      </p:bgPr>
    </p:bg>
    <p:spTree>
      <p:nvGrpSpPr>
        <p:cNvPr id="1" name=""/>
        <p:cNvGrpSpPr/>
        <p:nvPr/>
      </p:nvGrpSpPr>
      <p:grpSpPr>
        <a:xfrm>
          <a:off x="0" y="0"/>
          <a:ext cx="0" cy="0"/>
          <a:chOff x="0" y="0"/>
          <a:chExt cx="0" cy="0"/>
        </a:xfrm>
      </p:grpSpPr>
      <p:sp>
        <p:nvSpPr>
          <p:cNvPr id="8" name="Textplatzhalter 13">
            <a:extLst>
              <a:ext uri="{FF2B5EF4-FFF2-40B4-BE49-F238E27FC236}">
                <a16:creationId xmlns:a16="http://schemas.microsoft.com/office/drawing/2014/main" id="{39E8992B-8BC6-E70D-1094-302C5F33DAAB}"/>
              </a:ext>
            </a:extLst>
          </p:cNvPr>
          <p:cNvSpPr>
            <a:spLocks noGrp="1"/>
          </p:cNvSpPr>
          <p:nvPr>
            <p:ph type="body" sz="quarter" idx="22" hasCustomPrompt="1"/>
          </p:nvPr>
        </p:nvSpPr>
        <p:spPr>
          <a:xfrm>
            <a:off x="0" y="2554311"/>
            <a:ext cx="6778880" cy="726024"/>
          </a:xfrm>
          <a:solidFill>
            <a:schemeClr val="bg1"/>
          </a:solidFill>
          <a:ln>
            <a:noFill/>
          </a:ln>
        </p:spPr>
        <p:txBody>
          <a:bodyPr vert="horz" wrap="none" lIns="108000" tIns="0" rIns="108000" bIns="72000" rtlCol="0" anchor="ctr">
            <a:spAutoFit/>
          </a:bodyPr>
          <a:lstStyle>
            <a:lvl1pPr>
              <a:defRPr kumimoji="0" lang="de-DE" sz="3800" b="1" i="0" u="none" strike="noStrike" cap="all" spc="-20" normalizeH="0" baseline="0" dirty="0">
                <a:ln>
                  <a:noFill/>
                </a:ln>
                <a:solidFill>
                  <a:schemeClr val="tx1"/>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lang="de-DE" cap="all"/>
              <a:t>TITEL DES KURSES STEHT hier</a:t>
            </a:r>
          </a:p>
        </p:txBody>
      </p:sp>
      <p:sp>
        <p:nvSpPr>
          <p:cNvPr id="12" name="Textplatzhalter 2">
            <a:extLst>
              <a:ext uri="{FF2B5EF4-FFF2-40B4-BE49-F238E27FC236}">
                <a16:creationId xmlns:a16="http://schemas.microsoft.com/office/drawing/2014/main" id="{C108FFC0-EDAA-CB5C-D222-6021642A3EFE}"/>
              </a:ext>
            </a:extLst>
          </p:cNvPr>
          <p:cNvSpPr>
            <a:spLocks noGrp="1"/>
          </p:cNvSpPr>
          <p:nvPr>
            <p:ph type="body" sz="quarter" idx="23" hasCustomPrompt="1"/>
          </p:nvPr>
        </p:nvSpPr>
        <p:spPr>
          <a:xfrm>
            <a:off x="0" y="3343301"/>
            <a:ext cx="4530508" cy="726024"/>
          </a:xfrm>
          <a:prstGeom prst="rect">
            <a:avLst/>
          </a:prstGeom>
          <a:solidFill>
            <a:schemeClr val="bg1"/>
          </a:solidFill>
          <a:ln>
            <a:noFill/>
          </a:ln>
        </p:spPr>
        <p:txBody>
          <a:bodyPr vert="horz" wrap="none" lIns="108000" tIns="0" rIns="108000" bIns="72000" rtlCol="0" anchor="ctr">
            <a:spAutoFit/>
          </a:bodyPr>
          <a:lstStyle>
            <a:lvl1pPr>
              <a:defRPr kumimoji="0" lang="de-DE" sz="3800" b="1" i="0" u="none" strike="noStrike" cap="all" spc="-20" normalizeH="0" baseline="0" dirty="0">
                <a:ln>
                  <a:noFill/>
                </a:ln>
                <a:solidFill>
                  <a:schemeClr val="tx1"/>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lang="de-DE" cap="all"/>
              <a:t>ZWEITE ZEILE texte</a:t>
            </a:r>
          </a:p>
        </p:txBody>
      </p:sp>
      <p:sp>
        <p:nvSpPr>
          <p:cNvPr id="6" name="Textplatzhalter 2">
            <a:extLst>
              <a:ext uri="{FF2B5EF4-FFF2-40B4-BE49-F238E27FC236}">
                <a16:creationId xmlns:a16="http://schemas.microsoft.com/office/drawing/2014/main" id="{966AB510-F9CA-2C6F-0973-05B5F778AFFC}"/>
              </a:ext>
            </a:extLst>
          </p:cNvPr>
          <p:cNvSpPr>
            <a:spLocks noGrp="1"/>
          </p:cNvSpPr>
          <p:nvPr>
            <p:ph type="body" sz="quarter" idx="10" hasCustomPrompt="1"/>
          </p:nvPr>
        </p:nvSpPr>
        <p:spPr>
          <a:xfrm>
            <a:off x="0" y="2213902"/>
            <a:ext cx="1022176" cy="277443"/>
          </a:xfrm>
          <a:solidFill>
            <a:schemeClr val="tx1"/>
          </a:solidFill>
          <a:ln>
            <a:noFill/>
          </a:ln>
        </p:spPr>
        <p:txBody>
          <a:bodyPr vert="horz" wrap="none" lIns="108000" tIns="0" rIns="108000" bIns="36000" rtlCol="0" anchor="ctr">
            <a:spAutoFit/>
          </a:bodyPr>
          <a:lstStyle>
            <a:lvl1pPr>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Lektion 1</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171750400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_Greenscreen">
    <p:spTree>
      <p:nvGrpSpPr>
        <p:cNvPr id="1" name=""/>
        <p:cNvGrpSpPr/>
        <p:nvPr/>
      </p:nvGrpSpPr>
      <p:grpSpPr>
        <a:xfrm>
          <a:off x="0" y="0"/>
          <a:ext cx="0" cy="0"/>
          <a:chOff x="0" y="0"/>
          <a:chExt cx="0" cy="0"/>
        </a:xfrm>
      </p:grpSpPr>
      <p:sp>
        <p:nvSpPr>
          <p:cNvPr id="15" name="Textplatzhalter 9">
            <a:extLst>
              <a:ext uri="{FF2B5EF4-FFF2-40B4-BE49-F238E27FC236}">
                <a16:creationId xmlns:a16="http://schemas.microsoft.com/office/drawing/2014/main" id="{023EB728-8F6A-061E-1AC0-894F74CAC5F4}"/>
              </a:ext>
            </a:extLst>
          </p:cNvPr>
          <p:cNvSpPr>
            <a:spLocks noGrp="1"/>
          </p:cNvSpPr>
          <p:nvPr>
            <p:ph type="body" sz="quarter" idx="13" hasCustomPrompt="1"/>
          </p:nvPr>
        </p:nvSpPr>
        <p:spPr>
          <a:xfrm>
            <a:off x="419096" y="1011932"/>
            <a:ext cx="4189000" cy="998537"/>
          </a:xfrm>
        </p:spPr>
        <p:txBody>
          <a:bodyPr anchor="ctr"/>
          <a:lstStyle>
            <a:lvl1pPr marL="0" indent="0">
              <a:buNone/>
              <a:defRPr sz="2200" b="1" i="0">
                <a:latin typeface="Source Sans Pro" panose="020B0503030403020204" pitchFamily="34" charset="0"/>
                <a:ea typeface="Source Sans Pro" panose="020B0503030403020204" pitchFamily="34" charset="0"/>
              </a:defRPr>
            </a:lvl1pPr>
          </a:lstStyle>
          <a:p>
            <a:pPr lvl="0"/>
            <a:r>
              <a:rPr lang="de-DE" noProof="0" err="1"/>
              <a:t>Lektionstitel</a:t>
            </a:r>
            <a:endParaRPr lang="de-DE" noProof="0"/>
          </a:p>
        </p:txBody>
      </p:sp>
      <p:sp>
        <p:nvSpPr>
          <p:cNvPr id="16" name="Textplatzhalter 9">
            <a:extLst>
              <a:ext uri="{FF2B5EF4-FFF2-40B4-BE49-F238E27FC236}">
                <a16:creationId xmlns:a16="http://schemas.microsoft.com/office/drawing/2014/main" id="{B0BA0248-68BE-28DE-0EEC-23D754DC809B}"/>
              </a:ext>
            </a:extLst>
          </p:cNvPr>
          <p:cNvSpPr>
            <a:spLocks noGrp="1"/>
          </p:cNvSpPr>
          <p:nvPr>
            <p:ph type="body" sz="quarter" idx="14" hasCustomPrompt="1"/>
          </p:nvPr>
        </p:nvSpPr>
        <p:spPr>
          <a:xfrm>
            <a:off x="419096" y="2083592"/>
            <a:ext cx="4189000" cy="927237"/>
          </a:xfrm>
        </p:spPr>
        <p:txBody>
          <a:bodyPr anchor="ctr"/>
          <a:lstStyle>
            <a:lvl1pPr marL="0" indent="0">
              <a:buNone/>
              <a:defRPr sz="2200" b="1" i="0">
                <a:latin typeface="Source Sans Pro" panose="020B0503030403020204" pitchFamily="34" charset="0"/>
                <a:ea typeface="Source Sans Pro" panose="020B0503030403020204" pitchFamily="34" charset="0"/>
              </a:defRPr>
            </a:lvl1pPr>
          </a:lstStyle>
          <a:p>
            <a:pPr lvl="0"/>
            <a:r>
              <a:rPr lang="de-DE" noProof="0" err="1"/>
              <a:t>Lektionstitel</a:t>
            </a:r>
            <a:endParaRPr lang="de-DE" noProof="0"/>
          </a:p>
        </p:txBody>
      </p:sp>
      <p:sp>
        <p:nvSpPr>
          <p:cNvPr id="17" name="Textplatzhalter 9">
            <a:extLst>
              <a:ext uri="{FF2B5EF4-FFF2-40B4-BE49-F238E27FC236}">
                <a16:creationId xmlns:a16="http://schemas.microsoft.com/office/drawing/2014/main" id="{F14BA508-EAB7-91DC-3532-A075854B1617}"/>
              </a:ext>
            </a:extLst>
          </p:cNvPr>
          <p:cNvSpPr>
            <a:spLocks noGrp="1"/>
          </p:cNvSpPr>
          <p:nvPr>
            <p:ph type="body" sz="quarter" idx="15" hasCustomPrompt="1"/>
          </p:nvPr>
        </p:nvSpPr>
        <p:spPr>
          <a:xfrm>
            <a:off x="419096" y="3095234"/>
            <a:ext cx="4189000" cy="950590"/>
          </a:xfrm>
        </p:spPr>
        <p:txBody>
          <a:bodyPr anchor="ctr"/>
          <a:lstStyle>
            <a:lvl1pPr marL="0" indent="0">
              <a:buNone/>
              <a:defRPr sz="2200" b="1" i="0">
                <a:latin typeface="Source Sans Pro" panose="020B0503030403020204" pitchFamily="34" charset="0"/>
                <a:ea typeface="Source Sans Pro" panose="020B0503030403020204" pitchFamily="34" charset="0"/>
              </a:defRPr>
            </a:lvl1pPr>
          </a:lstStyle>
          <a:p>
            <a:pPr lvl="0"/>
            <a:r>
              <a:rPr lang="de-DE" noProof="0"/>
              <a:t>Nicht benötigte Punkte löschen</a:t>
            </a:r>
          </a:p>
        </p:txBody>
      </p:sp>
      <p:sp>
        <p:nvSpPr>
          <p:cNvPr id="18" name="Textplatzhalter 9">
            <a:extLst>
              <a:ext uri="{FF2B5EF4-FFF2-40B4-BE49-F238E27FC236}">
                <a16:creationId xmlns:a16="http://schemas.microsoft.com/office/drawing/2014/main" id="{F3FFCB26-9729-977E-E987-94CC63BC8C0B}"/>
              </a:ext>
            </a:extLst>
          </p:cNvPr>
          <p:cNvSpPr>
            <a:spLocks noGrp="1"/>
          </p:cNvSpPr>
          <p:nvPr>
            <p:ph type="body" sz="quarter" idx="16" hasCustomPrompt="1"/>
          </p:nvPr>
        </p:nvSpPr>
        <p:spPr>
          <a:xfrm>
            <a:off x="419096" y="4119568"/>
            <a:ext cx="4189000" cy="950590"/>
          </a:xfrm>
        </p:spPr>
        <p:txBody>
          <a:bodyPr anchor="ctr"/>
          <a:lstStyle>
            <a:lvl1pPr marL="0" indent="0">
              <a:buNone/>
              <a:defRPr sz="2200" b="1" i="0">
                <a:latin typeface="Source Sans Pro" panose="020B0503030403020204" pitchFamily="34" charset="0"/>
                <a:ea typeface="Source Sans Pro" panose="020B0503030403020204" pitchFamily="34" charset="0"/>
              </a:defRPr>
            </a:lvl1pPr>
          </a:lstStyle>
          <a:p>
            <a:pPr lvl="0"/>
            <a:r>
              <a:rPr lang="de-DE" noProof="0"/>
              <a:t>Nicht benötigte Punkte löschen</a:t>
            </a:r>
          </a:p>
        </p:txBody>
      </p:sp>
      <p:sp>
        <p:nvSpPr>
          <p:cNvPr id="19" name="Textplatzhalter 9">
            <a:extLst>
              <a:ext uri="{FF2B5EF4-FFF2-40B4-BE49-F238E27FC236}">
                <a16:creationId xmlns:a16="http://schemas.microsoft.com/office/drawing/2014/main" id="{2FD5B1A4-1338-9ADC-0141-44141CB5F0CE}"/>
              </a:ext>
            </a:extLst>
          </p:cNvPr>
          <p:cNvSpPr>
            <a:spLocks noGrp="1"/>
          </p:cNvSpPr>
          <p:nvPr>
            <p:ph type="body" sz="quarter" idx="17" hasCustomPrompt="1"/>
          </p:nvPr>
        </p:nvSpPr>
        <p:spPr>
          <a:xfrm>
            <a:off x="419096" y="5138924"/>
            <a:ext cx="4189000" cy="987694"/>
          </a:xfrm>
        </p:spPr>
        <p:txBody>
          <a:bodyPr anchor="ctr"/>
          <a:lstStyle>
            <a:lvl1pPr marL="0" indent="0">
              <a:buNone/>
              <a:defRPr sz="2200" b="1" i="0">
                <a:latin typeface="Source Sans Pro" panose="020B0503030403020204" pitchFamily="34" charset="0"/>
                <a:ea typeface="Source Sans Pro" panose="020B0503030403020204" pitchFamily="34" charset="0"/>
              </a:defRPr>
            </a:lvl1pPr>
          </a:lstStyle>
          <a:p>
            <a:pPr lvl="0"/>
            <a:r>
              <a:rPr lang="de-DE"/>
              <a:t>Weitere Punkte unten einfügen</a:t>
            </a:r>
          </a:p>
        </p:txBody>
      </p:sp>
      <p:sp>
        <p:nvSpPr>
          <p:cNvPr id="20" name="Textplatzhalter 9">
            <a:extLst>
              <a:ext uri="{FF2B5EF4-FFF2-40B4-BE49-F238E27FC236}">
                <a16:creationId xmlns:a16="http://schemas.microsoft.com/office/drawing/2014/main" id="{A63ED18E-B2F1-A658-6017-A9DC8CEFE9AA}"/>
              </a:ext>
            </a:extLst>
          </p:cNvPr>
          <p:cNvSpPr>
            <a:spLocks noGrp="1"/>
          </p:cNvSpPr>
          <p:nvPr>
            <p:ph type="body" sz="quarter" idx="18" hasCustomPrompt="1"/>
          </p:nvPr>
        </p:nvSpPr>
        <p:spPr>
          <a:xfrm>
            <a:off x="4840286" y="1014832"/>
            <a:ext cx="646114" cy="995638"/>
          </a:xfrm>
          <a:solidFill>
            <a:schemeClr val="accent1"/>
          </a:solidFill>
        </p:spPr>
        <p:txBody>
          <a:bodyPr anchor="ctr"/>
          <a:lstStyle>
            <a:lvl1pPr marL="0" indent="0" algn="ctr">
              <a:buNone/>
              <a:defRPr sz="2200" b="1" i="0">
                <a:latin typeface="Source Sans Pro" panose="020B0503030403020204" pitchFamily="34" charset="0"/>
                <a:ea typeface="Source Sans Pro" panose="020B0503030403020204" pitchFamily="34" charset="0"/>
              </a:defRPr>
            </a:lvl1pPr>
          </a:lstStyle>
          <a:p>
            <a:pPr lvl="0"/>
            <a:r>
              <a:rPr lang="de-DE"/>
              <a:t>1</a:t>
            </a:r>
          </a:p>
        </p:txBody>
      </p:sp>
      <p:sp>
        <p:nvSpPr>
          <p:cNvPr id="21" name="Textplatzhalter 9">
            <a:extLst>
              <a:ext uri="{FF2B5EF4-FFF2-40B4-BE49-F238E27FC236}">
                <a16:creationId xmlns:a16="http://schemas.microsoft.com/office/drawing/2014/main" id="{A11C6399-5E43-43D8-1DCE-972A176AA6C9}"/>
              </a:ext>
            </a:extLst>
          </p:cNvPr>
          <p:cNvSpPr>
            <a:spLocks noGrp="1"/>
          </p:cNvSpPr>
          <p:nvPr>
            <p:ph type="body" sz="quarter" idx="19" hasCustomPrompt="1"/>
          </p:nvPr>
        </p:nvSpPr>
        <p:spPr>
          <a:xfrm>
            <a:off x="4840286" y="2083593"/>
            <a:ext cx="646114" cy="927237"/>
          </a:xfrm>
          <a:solidFill>
            <a:schemeClr val="accent1"/>
          </a:solidFill>
        </p:spPr>
        <p:txBody>
          <a:bodyPr anchor="ctr"/>
          <a:lstStyle>
            <a:lvl1pPr marL="0" indent="0" algn="ctr">
              <a:buNone/>
              <a:defRPr sz="2200" b="1" i="0">
                <a:latin typeface="Source Sans Pro" panose="020B0503030403020204" pitchFamily="34" charset="0"/>
                <a:ea typeface="Source Sans Pro" panose="020B0503030403020204" pitchFamily="34" charset="0"/>
              </a:defRPr>
            </a:lvl1pPr>
          </a:lstStyle>
          <a:p>
            <a:pPr lvl="0"/>
            <a:r>
              <a:rPr lang="de-DE"/>
              <a:t>2</a:t>
            </a:r>
          </a:p>
        </p:txBody>
      </p:sp>
      <p:sp>
        <p:nvSpPr>
          <p:cNvPr id="22" name="Textplatzhalter 9">
            <a:extLst>
              <a:ext uri="{FF2B5EF4-FFF2-40B4-BE49-F238E27FC236}">
                <a16:creationId xmlns:a16="http://schemas.microsoft.com/office/drawing/2014/main" id="{8CCC8585-F99C-5465-DCED-1DEAFF92A4C5}"/>
              </a:ext>
            </a:extLst>
          </p:cNvPr>
          <p:cNvSpPr>
            <a:spLocks noGrp="1"/>
          </p:cNvSpPr>
          <p:nvPr>
            <p:ph type="body" sz="quarter" idx="20" hasCustomPrompt="1"/>
          </p:nvPr>
        </p:nvSpPr>
        <p:spPr>
          <a:xfrm>
            <a:off x="4840286" y="3100213"/>
            <a:ext cx="646114" cy="950589"/>
          </a:xfrm>
          <a:solidFill>
            <a:schemeClr val="accent1"/>
          </a:solidFill>
        </p:spPr>
        <p:txBody>
          <a:bodyPr anchor="ctr"/>
          <a:lstStyle>
            <a:lvl1pPr marL="0" indent="0" algn="ctr">
              <a:buNone/>
              <a:defRPr sz="2200" b="1" i="0">
                <a:latin typeface="Source Sans Pro" panose="020B0503030403020204" pitchFamily="34" charset="0"/>
                <a:ea typeface="Source Sans Pro" panose="020B0503030403020204" pitchFamily="34" charset="0"/>
              </a:defRPr>
            </a:lvl1pPr>
          </a:lstStyle>
          <a:p>
            <a:pPr lvl="0"/>
            <a:r>
              <a:rPr lang="de-DE"/>
              <a:t>3</a:t>
            </a:r>
          </a:p>
        </p:txBody>
      </p:sp>
      <p:sp>
        <p:nvSpPr>
          <p:cNvPr id="23" name="Textplatzhalter 9">
            <a:extLst>
              <a:ext uri="{FF2B5EF4-FFF2-40B4-BE49-F238E27FC236}">
                <a16:creationId xmlns:a16="http://schemas.microsoft.com/office/drawing/2014/main" id="{C4673F9A-2D2C-A168-14AC-8E2EED790B8F}"/>
              </a:ext>
            </a:extLst>
          </p:cNvPr>
          <p:cNvSpPr>
            <a:spLocks noGrp="1"/>
          </p:cNvSpPr>
          <p:nvPr>
            <p:ph type="body" sz="quarter" idx="21" hasCustomPrompt="1"/>
          </p:nvPr>
        </p:nvSpPr>
        <p:spPr>
          <a:xfrm>
            <a:off x="4840286" y="4119568"/>
            <a:ext cx="646114" cy="950590"/>
          </a:xfrm>
          <a:solidFill>
            <a:schemeClr val="accent1"/>
          </a:solidFill>
        </p:spPr>
        <p:txBody>
          <a:bodyPr anchor="ctr"/>
          <a:lstStyle>
            <a:lvl1pPr marL="0" indent="0" algn="ctr">
              <a:buNone/>
              <a:defRPr sz="2200" b="1" i="0">
                <a:latin typeface="Source Sans Pro" panose="020B0503030403020204" pitchFamily="34" charset="0"/>
                <a:ea typeface="Source Sans Pro" panose="020B0503030403020204" pitchFamily="34" charset="0"/>
              </a:defRPr>
            </a:lvl1pPr>
          </a:lstStyle>
          <a:p>
            <a:pPr lvl="0"/>
            <a:r>
              <a:rPr lang="de-DE"/>
              <a:t>4</a:t>
            </a:r>
          </a:p>
        </p:txBody>
      </p:sp>
      <p:sp>
        <p:nvSpPr>
          <p:cNvPr id="24" name="Textplatzhalter 9">
            <a:extLst>
              <a:ext uri="{FF2B5EF4-FFF2-40B4-BE49-F238E27FC236}">
                <a16:creationId xmlns:a16="http://schemas.microsoft.com/office/drawing/2014/main" id="{45EF674B-39D3-0830-14C4-8F9AB36A4A54}"/>
              </a:ext>
            </a:extLst>
          </p:cNvPr>
          <p:cNvSpPr>
            <a:spLocks noGrp="1"/>
          </p:cNvSpPr>
          <p:nvPr>
            <p:ph type="body" sz="quarter" idx="22" hasCustomPrompt="1"/>
          </p:nvPr>
        </p:nvSpPr>
        <p:spPr>
          <a:xfrm>
            <a:off x="4840286" y="5138924"/>
            <a:ext cx="646114" cy="987694"/>
          </a:xfrm>
          <a:solidFill>
            <a:schemeClr val="accent1"/>
          </a:solidFill>
        </p:spPr>
        <p:txBody>
          <a:bodyPr anchor="ctr"/>
          <a:lstStyle>
            <a:lvl1pPr marL="0" indent="0" algn="ctr">
              <a:buNone/>
              <a:defRPr sz="2200" b="1" i="0">
                <a:latin typeface="Source Sans Pro" panose="020B0503030403020204" pitchFamily="34" charset="0"/>
                <a:ea typeface="Source Sans Pro" panose="020B0503030403020204" pitchFamily="34" charset="0"/>
              </a:defRPr>
            </a:lvl1pPr>
          </a:lstStyle>
          <a:p>
            <a:pPr lvl="0"/>
            <a:r>
              <a:rPr lang="de-DE"/>
              <a:t>5</a:t>
            </a:r>
          </a:p>
        </p:txBody>
      </p:sp>
      <p:sp>
        <p:nvSpPr>
          <p:cNvPr id="4" name="Textplatzhalter 2">
            <a:extLst>
              <a:ext uri="{FF2B5EF4-FFF2-40B4-BE49-F238E27FC236}">
                <a16:creationId xmlns:a16="http://schemas.microsoft.com/office/drawing/2014/main" id="{31A4ABE5-A638-A5F2-DD17-ED31906FFE51}"/>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Agenda</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2" name="Rechteck 1">
            <a:extLst>
              <a:ext uri="{FF2B5EF4-FFF2-40B4-BE49-F238E27FC236}">
                <a16:creationId xmlns:a16="http://schemas.microsoft.com/office/drawing/2014/main" id="{01FE02A9-C84C-AED0-C7A5-46CC59957D0E}"/>
              </a:ext>
            </a:extLst>
          </p:cNvPr>
          <p:cNvSpPr/>
          <p:nvPr userDrawn="1"/>
        </p:nvSpPr>
        <p:spPr>
          <a:xfrm>
            <a:off x="6095687" y="0"/>
            <a:ext cx="6096313" cy="6858000"/>
          </a:xfrm>
          <a:prstGeom prst="rect">
            <a:avLst/>
          </a:prstGeom>
          <a:solidFill>
            <a:srgbClr val="55FF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807954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5" name="Textplatzhalter 9">
            <a:extLst>
              <a:ext uri="{FF2B5EF4-FFF2-40B4-BE49-F238E27FC236}">
                <a16:creationId xmlns:a16="http://schemas.microsoft.com/office/drawing/2014/main" id="{023EB728-8F6A-061E-1AC0-894F74CAC5F4}"/>
              </a:ext>
            </a:extLst>
          </p:cNvPr>
          <p:cNvSpPr>
            <a:spLocks noGrp="1"/>
          </p:cNvSpPr>
          <p:nvPr>
            <p:ph type="body" sz="quarter" idx="13" hasCustomPrompt="1"/>
          </p:nvPr>
        </p:nvSpPr>
        <p:spPr>
          <a:xfrm>
            <a:off x="419095" y="1011932"/>
            <a:ext cx="9539605" cy="998537"/>
          </a:xfrm>
        </p:spPr>
        <p:txBody>
          <a:bodyPr anchor="ctr"/>
          <a:lstStyle>
            <a:lvl1pPr marL="0" indent="0">
              <a:buNone/>
              <a:defRPr sz="2200" b="1" i="0">
                <a:latin typeface="Source Sans Pro" panose="020B0503030403020204" pitchFamily="34" charset="0"/>
                <a:ea typeface="Source Sans Pro" panose="020B0503030403020204" pitchFamily="34" charset="0"/>
              </a:defRPr>
            </a:lvl1pPr>
          </a:lstStyle>
          <a:p>
            <a:pPr lvl="0"/>
            <a:r>
              <a:rPr lang="de-DE" err="1"/>
              <a:t>Lektionstitel</a:t>
            </a:r>
            <a:endParaRPr lang="de-DE"/>
          </a:p>
        </p:txBody>
      </p:sp>
      <p:sp>
        <p:nvSpPr>
          <p:cNvPr id="16" name="Textplatzhalter 9">
            <a:extLst>
              <a:ext uri="{FF2B5EF4-FFF2-40B4-BE49-F238E27FC236}">
                <a16:creationId xmlns:a16="http://schemas.microsoft.com/office/drawing/2014/main" id="{B0BA0248-68BE-28DE-0EEC-23D754DC809B}"/>
              </a:ext>
            </a:extLst>
          </p:cNvPr>
          <p:cNvSpPr>
            <a:spLocks noGrp="1"/>
          </p:cNvSpPr>
          <p:nvPr>
            <p:ph type="body" sz="quarter" idx="14" hasCustomPrompt="1"/>
          </p:nvPr>
        </p:nvSpPr>
        <p:spPr>
          <a:xfrm>
            <a:off x="419095" y="2083592"/>
            <a:ext cx="9539605" cy="927237"/>
          </a:xfrm>
        </p:spPr>
        <p:txBody>
          <a:bodyPr anchor="ctr"/>
          <a:lstStyle>
            <a:lvl1pPr marL="0" indent="0">
              <a:buNone/>
              <a:defRPr sz="2200" b="1" i="0">
                <a:latin typeface="Source Sans Pro" panose="020B0503030403020204" pitchFamily="34" charset="0"/>
                <a:ea typeface="Source Sans Pro" panose="020B0503030403020204" pitchFamily="34" charset="0"/>
              </a:defRPr>
            </a:lvl1pPr>
          </a:lstStyle>
          <a:p>
            <a:pPr lvl="0"/>
            <a:r>
              <a:rPr lang="de-DE" err="1"/>
              <a:t>Lektionstitel</a:t>
            </a:r>
            <a:endParaRPr lang="de-DE"/>
          </a:p>
        </p:txBody>
      </p:sp>
      <p:sp>
        <p:nvSpPr>
          <p:cNvPr id="17" name="Textplatzhalter 9">
            <a:extLst>
              <a:ext uri="{FF2B5EF4-FFF2-40B4-BE49-F238E27FC236}">
                <a16:creationId xmlns:a16="http://schemas.microsoft.com/office/drawing/2014/main" id="{F14BA508-EAB7-91DC-3532-A075854B1617}"/>
              </a:ext>
            </a:extLst>
          </p:cNvPr>
          <p:cNvSpPr>
            <a:spLocks noGrp="1"/>
          </p:cNvSpPr>
          <p:nvPr>
            <p:ph type="body" sz="quarter" idx="15" hasCustomPrompt="1"/>
          </p:nvPr>
        </p:nvSpPr>
        <p:spPr>
          <a:xfrm>
            <a:off x="419095" y="3095234"/>
            <a:ext cx="9539605" cy="950590"/>
          </a:xfrm>
        </p:spPr>
        <p:txBody>
          <a:bodyPr anchor="ctr"/>
          <a:lstStyle>
            <a:lvl1pPr marL="0" indent="0">
              <a:buNone/>
              <a:defRPr sz="2200" b="1" i="0">
                <a:latin typeface="Source Sans Pro" panose="020B0503030403020204" pitchFamily="34" charset="0"/>
                <a:ea typeface="Source Sans Pro" panose="020B0503030403020204" pitchFamily="34" charset="0"/>
              </a:defRPr>
            </a:lvl1pPr>
          </a:lstStyle>
          <a:p>
            <a:pPr lvl="0"/>
            <a:r>
              <a:rPr lang="de-DE"/>
              <a:t>Nicht benötigte Punkte löschen</a:t>
            </a:r>
          </a:p>
        </p:txBody>
      </p:sp>
      <p:sp>
        <p:nvSpPr>
          <p:cNvPr id="18" name="Textplatzhalter 9">
            <a:extLst>
              <a:ext uri="{FF2B5EF4-FFF2-40B4-BE49-F238E27FC236}">
                <a16:creationId xmlns:a16="http://schemas.microsoft.com/office/drawing/2014/main" id="{F3FFCB26-9729-977E-E987-94CC63BC8C0B}"/>
              </a:ext>
            </a:extLst>
          </p:cNvPr>
          <p:cNvSpPr>
            <a:spLocks noGrp="1"/>
          </p:cNvSpPr>
          <p:nvPr>
            <p:ph type="body" sz="quarter" idx="16" hasCustomPrompt="1"/>
          </p:nvPr>
        </p:nvSpPr>
        <p:spPr>
          <a:xfrm>
            <a:off x="419095" y="4119568"/>
            <a:ext cx="9539605" cy="950590"/>
          </a:xfrm>
        </p:spPr>
        <p:txBody>
          <a:bodyPr anchor="ctr"/>
          <a:lstStyle>
            <a:lvl1pPr marL="0" indent="0">
              <a:buNone/>
              <a:defRPr sz="2200" b="1" i="0">
                <a:latin typeface="Source Sans Pro" panose="020B0503030403020204" pitchFamily="34" charset="0"/>
                <a:ea typeface="Source Sans Pro" panose="020B0503030403020204" pitchFamily="34" charset="0"/>
              </a:defRPr>
            </a:lvl1pPr>
          </a:lstStyle>
          <a:p>
            <a:pPr lvl="0"/>
            <a:r>
              <a:rPr lang="de-DE"/>
              <a:t>Nicht benötigte Punkte löschen</a:t>
            </a:r>
          </a:p>
        </p:txBody>
      </p:sp>
      <p:sp>
        <p:nvSpPr>
          <p:cNvPr id="19" name="Textplatzhalter 9">
            <a:extLst>
              <a:ext uri="{FF2B5EF4-FFF2-40B4-BE49-F238E27FC236}">
                <a16:creationId xmlns:a16="http://schemas.microsoft.com/office/drawing/2014/main" id="{2FD5B1A4-1338-9ADC-0141-44141CB5F0CE}"/>
              </a:ext>
            </a:extLst>
          </p:cNvPr>
          <p:cNvSpPr>
            <a:spLocks noGrp="1"/>
          </p:cNvSpPr>
          <p:nvPr>
            <p:ph type="body" sz="quarter" idx="17" hasCustomPrompt="1"/>
          </p:nvPr>
        </p:nvSpPr>
        <p:spPr>
          <a:xfrm>
            <a:off x="419095" y="5138924"/>
            <a:ext cx="9539605" cy="987694"/>
          </a:xfrm>
        </p:spPr>
        <p:txBody>
          <a:bodyPr anchor="ctr"/>
          <a:lstStyle>
            <a:lvl1pPr marL="0" indent="0">
              <a:buNone/>
              <a:defRPr sz="2200" b="1" i="0">
                <a:latin typeface="Source Sans Pro" panose="020B0503030403020204" pitchFamily="34" charset="0"/>
                <a:ea typeface="Source Sans Pro" panose="020B0503030403020204" pitchFamily="34" charset="0"/>
              </a:defRPr>
            </a:lvl1pPr>
          </a:lstStyle>
          <a:p>
            <a:pPr lvl="0"/>
            <a:r>
              <a:rPr lang="de-DE"/>
              <a:t>Weitere Punkte unten einfügen</a:t>
            </a:r>
          </a:p>
        </p:txBody>
      </p:sp>
      <p:sp>
        <p:nvSpPr>
          <p:cNvPr id="20" name="Textplatzhalter 9">
            <a:extLst>
              <a:ext uri="{FF2B5EF4-FFF2-40B4-BE49-F238E27FC236}">
                <a16:creationId xmlns:a16="http://schemas.microsoft.com/office/drawing/2014/main" id="{A63ED18E-B2F1-A658-6017-A9DC8CEFE9AA}"/>
              </a:ext>
            </a:extLst>
          </p:cNvPr>
          <p:cNvSpPr>
            <a:spLocks noGrp="1"/>
          </p:cNvSpPr>
          <p:nvPr>
            <p:ph type="body" sz="quarter" idx="18" hasCustomPrompt="1"/>
          </p:nvPr>
        </p:nvSpPr>
        <p:spPr>
          <a:xfrm>
            <a:off x="10515182" y="1014831"/>
            <a:ext cx="1255714" cy="995638"/>
          </a:xfrm>
          <a:solidFill>
            <a:schemeClr val="accent1"/>
          </a:solidFill>
        </p:spPr>
        <p:txBody>
          <a:bodyPr anchor="ctr"/>
          <a:lstStyle>
            <a:lvl1pPr marL="0" indent="0" algn="ctr">
              <a:buNone/>
              <a:defRPr sz="2200" b="1" i="0">
                <a:latin typeface="Source Sans Pro" panose="020B0503030403020204" pitchFamily="34" charset="0"/>
                <a:ea typeface="Source Sans Pro" panose="020B0503030403020204" pitchFamily="34" charset="0"/>
              </a:defRPr>
            </a:lvl1pPr>
          </a:lstStyle>
          <a:p>
            <a:pPr lvl="0"/>
            <a:r>
              <a:rPr lang="de-DE"/>
              <a:t>6</a:t>
            </a:r>
          </a:p>
        </p:txBody>
      </p:sp>
      <p:sp>
        <p:nvSpPr>
          <p:cNvPr id="21" name="Textplatzhalter 9">
            <a:extLst>
              <a:ext uri="{FF2B5EF4-FFF2-40B4-BE49-F238E27FC236}">
                <a16:creationId xmlns:a16="http://schemas.microsoft.com/office/drawing/2014/main" id="{A11C6399-5E43-43D8-1DCE-972A176AA6C9}"/>
              </a:ext>
            </a:extLst>
          </p:cNvPr>
          <p:cNvSpPr>
            <a:spLocks noGrp="1"/>
          </p:cNvSpPr>
          <p:nvPr>
            <p:ph type="body" sz="quarter" idx="19" hasCustomPrompt="1"/>
          </p:nvPr>
        </p:nvSpPr>
        <p:spPr>
          <a:xfrm>
            <a:off x="10515182" y="2083592"/>
            <a:ext cx="1255714" cy="927237"/>
          </a:xfrm>
          <a:solidFill>
            <a:schemeClr val="accent1"/>
          </a:solidFill>
        </p:spPr>
        <p:txBody>
          <a:bodyPr anchor="ctr"/>
          <a:lstStyle>
            <a:lvl1pPr marL="0" indent="0" algn="ctr">
              <a:buNone/>
              <a:defRPr sz="2200" b="1" i="0">
                <a:latin typeface="Source Sans Pro" panose="020B0503030403020204" pitchFamily="34" charset="0"/>
                <a:ea typeface="Source Sans Pro" panose="020B0503030403020204" pitchFamily="34" charset="0"/>
              </a:defRPr>
            </a:lvl1pPr>
          </a:lstStyle>
          <a:p>
            <a:pPr lvl="0"/>
            <a:r>
              <a:rPr lang="de-DE"/>
              <a:t>7</a:t>
            </a:r>
          </a:p>
        </p:txBody>
      </p:sp>
      <p:sp>
        <p:nvSpPr>
          <p:cNvPr id="22" name="Textplatzhalter 9">
            <a:extLst>
              <a:ext uri="{FF2B5EF4-FFF2-40B4-BE49-F238E27FC236}">
                <a16:creationId xmlns:a16="http://schemas.microsoft.com/office/drawing/2014/main" id="{8CCC8585-F99C-5465-DCED-1DEAFF92A4C5}"/>
              </a:ext>
            </a:extLst>
          </p:cNvPr>
          <p:cNvSpPr>
            <a:spLocks noGrp="1"/>
          </p:cNvSpPr>
          <p:nvPr>
            <p:ph type="body" sz="quarter" idx="20" hasCustomPrompt="1"/>
          </p:nvPr>
        </p:nvSpPr>
        <p:spPr>
          <a:xfrm>
            <a:off x="10515182" y="3100212"/>
            <a:ext cx="1255714" cy="950589"/>
          </a:xfrm>
          <a:solidFill>
            <a:schemeClr val="accent1"/>
          </a:solidFill>
        </p:spPr>
        <p:txBody>
          <a:bodyPr anchor="ctr"/>
          <a:lstStyle>
            <a:lvl1pPr marL="0" indent="0" algn="ctr">
              <a:buNone/>
              <a:defRPr sz="2200" b="1" i="0">
                <a:latin typeface="Source Sans Pro" panose="020B0503030403020204" pitchFamily="34" charset="0"/>
                <a:ea typeface="Source Sans Pro" panose="020B0503030403020204" pitchFamily="34" charset="0"/>
              </a:defRPr>
            </a:lvl1pPr>
          </a:lstStyle>
          <a:p>
            <a:pPr lvl="0"/>
            <a:r>
              <a:rPr lang="de-DE"/>
              <a:t>8</a:t>
            </a:r>
          </a:p>
        </p:txBody>
      </p:sp>
      <p:sp>
        <p:nvSpPr>
          <p:cNvPr id="23" name="Textplatzhalter 9">
            <a:extLst>
              <a:ext uri="{FF2B5EF4-FFF2-40B4-BE49-F238E27FC236}">
                <a16:creationId xmlns:a16="http://schemas.microsoft.com/office/drawing/2014/main" id="{C4673F9A-2D2C-A168-14AC-8E2EED790B8F}"/>
              </a:ext>
            </a:extLst>
          </p:cNvPr>
          <p:cNvSpPr>
            <a:spLocks noGrp="1"/>
          </p:cNvSpPr>
          <p:nvPr>
            <p:ph type="body" sz="quarter" idx="21" hasCustomPrompt="1"/>
          </p:nvPr>
        </p:nvSpPr>
        <p:spPr>
          <a:xfrm>
            <a:off x="10515182" y="4119567"/>
            <a:ext cx="1255714" cy="950590"/>
          </a:xfrm>
          <a:solidFill>
            <a:schemeClr val="accent1"/>
          </a:solidFill>
        </p:spPr>
        <p:txBody>
          <a:bodyPr anchor="ctr"/>
          <a:lstStyle>
            <a:lvl1pPr marL="0" indent="0" algn="ctr">
              <a:buNone/>
              <a:defRPr sz="2200" b="1" i="0">
                <a:latin typeface="Source Sans Pro" panose="020B0503030403020204" pitchFamily="34" charset="0"/>
                <a:ea typeface="Source Sans Pro" panose="020B0503030403020204" pitchFamily="34" charset="0"/>
              </a:defRPr>
            </a:lvl1pPr>
          </a:lstStyle>
          <a:p>
            <a:pPr lvl="0"/>
            <a:r>
              <a:rPr lang="de-DE"/>
              <a:t>9</a:t>
            </a:r>
          </a:p>
        </p:txBody>
      </p:sp>
      <p:sp>
        <p:nvSpPr>
          <p:cNvPr id="24" name="Textplatzhalter 9">
            <a:extLst>
              <a:ext uri="{FF2B5EF4-FFF2-40B4-BE49-F238E27FC236}">
                <a16:creationId xmlns:a16="http://schemas.microsoft.com/office/drawing/2014/main" id="{45EF674B-39D3-0830-14C4-8F9AB36A4A54}"/>
              </a:ext>
            </a:extLst>
          </p:cNvPr>
          <p:cNvSpPr>
            <a:spLocks noGrp="1"/>
          </p:cNvSpPr>
          <p:nvPr>
            <p:ph type="body" sz="quarter" idx="22" hasCustomPrompt="1"/>
          </p:nvPr>
        </p:nvSpPr>
        <p:spPr>
          <a:xfrm>
            <a:off x="10515182" y="5138923"/>
            <a:ext cx="1255714" cy="987694"/>
          </a:xfrm>
          <a:solidFill>
            <a:schemeClr val="accent1"/>
          </a:solidFill>
        </p:spPr>
        <p:txBody>
          <a:bodyPr anchor="ctr"/>
          <a:lstStyle>
            <a:lvl1pPr marL="0" indent="0" algn="ctr">
              <a:buNone/>
              <a:defRPr sz="2200" b="1" i="0">
                <a:latin typeface="Source Sans Pro" panose="020B0503030403020204" pitchFamily="34" charset="0"/>
                <a:ea typeface="Source Sans Pro" panose="020B0503030403020204" pitchFamily="34" charset="0"/>
              </a:defRPr>
            </a:lvl1pPr>
          </a:lstStyle>
          <a:p>
            <a:pPr lvl="0"/>
            <a:r>
              <a:rPr lang="de-DE"/>
              <a:t>10</a:t>
            </a:r>
          </a:p>
        </p:txBody>
      </p:sp>
      <p:sp>
        <p:nvSpPr>
          <p:cNvPr id="4" name="Textplatzhalter 2">
            <a:extLst>
              <a:ext uri="{FF2B5EF4-FFF2-40B4-BE49-F238E27FC236}">
                <a16:creationId xmlns:a16="http://schemas.microsoft.com/office/drawing/2014/main" id="{31A4ABE5-A638-A5F2-DD17-ED31906FFE51}"/>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Agenda</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725535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hortcast_Titel">
    <p:bg>
      <p:bgPr>
        <a:solidFill>
          <a:schemeClr val="accent4"/>
        </a:solidFill>
        <a:effectLst/>
      </p:bgPr>
    </p:bg>
    <p:spTree>
      <p:nvGrpSpPr>
        <p:cNvPr id="1" name=""/>
        <p:cNvGrpSpPr/>
        <p:nvPr/>
      </p:nvGrpSpPr>
      <p:grpSpPr>
        <a:xfrm>
          <a:off x="0" y="0"/>
          <a:ext cx="0" cy="0"/>
          <a:chOff x="0" y="0"/>
          <a:chExt cx="0" cy="0"/>
        </a:xfrm>
      </p:grpSpPr>
      <p:sp>
        <p:nvSpPr>
          <p:cNvPr id="4" name="Textplatzhalter 13">
            <a:extLst>
              <a:ext uri="{FF2B5EF4-FFF2-40B4-BE49-F238E27FC236}">
                <a16:creationId xmlns:a16="http://schemas.microsoft.com/office/drawing/2014/main" id="{94F4FBC7-3174-37D3-4FCF-4AFE29E93EF5}"/>
              </a:ext>
            </a:extLst>
          </p:cNvPr>
          <p:cNvSpPr>
            <a:spLocks noGrp="1"/>
          </p:cNvSpPr>
          <p:nvPr>
            <p:ph type="body" sz="quarter" idx="22" hasCustomPrompt="1"/>
          </p:nvPr>
        </p:nvSpPr>
        <p:spPr>
          <a:xfrm>
            <a:off x="0" y="2492901"/>
            <a:ext cx="6217829" cy="726024"/>
          </a:xfrm>
          <a:solidFill>
            <a:schemeClr val="bg1"/>
          </a:solidFill>
          <a:ln>
            <a:noFill/>
          </a:ln>
        </p:spPr>
        <p:txBody>
          <a:bodyPr vert="horz" wrap="none" lIns="108000" tIns="0" rIns="108000" bIns="72000" rtlCol="0" anchor="ctr">
            <a:spAutoFit/>
          </a:bodyPr>
          <a:lstStyle>
            <a:lvl1pPr algn="l">
              <a:defRPr kumimoji="0" lang="de-DE" sz="3800" b="1" i="0" u="none" strike="noStrike" cap="all" spc="-20" normalizeH="0" baseline="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lang="de-DE"/>
              <a:t>1. ZEILE TITEL DER </a:t>
            </a:r>
            <a:r>
              <a:rPr lang="de-DE" err="1"/>
              <a:t>lektion</a:t>
            </a:r>
            <a:r>
              <a:rPr lang="de-DE"/>
              <a:t> </a:t>
            </a:r>
          </a:p>
        </p:txBody>
      </p:sp>
      <p:sp>
        <p:nvSpPr>
          <p:cNvPr id="5" name="Textplatzhalter 2">
            <a:extLst>
              <a:ext uri="{FF2B5EF4-FFF2-40B4-BE49-F238E27FC236}">
                <a16:creationId xmlns:a16="http://schemas.microsoft.com/office/drawing/2014/main" id="{6BAA7CB9-354D-A6C5-EC09-7740224643E1}"/>
              </a:ext>
            </a:extLst>
          </p:cNvPr>
          <p:cNvSpPr>
            <a:spLocks noGrp="1"/>
          </p:cNvSpPr>
          <p:nvPr>
            <p:ph type="body" sz="quarter" idx="23" hasCustomPrompt="1"/>
          </p:nvPr>
        </p:nvSpPr>
        <p:spPr>
          <a:xfrm>
            <a:off x="0" y="3276064"/>
            <a:ext cx="6122611" cy="726024"/>
          </a:xfrm>
          <a:prstGeom prst="rect">
            <a:avLst/>
          </a:prstGeom>
          <a:solidFill>
            <a:schemeClr val="bg1"/>
          </a:solidFill>
          <a:ln>
            <a:noFill/>
          </a:ln>
        </p:spPr>
        <p:txBody>
          <a:bodyPr vert="horz" wrap="none" lIns="108000" tIns="0" rIns="108000" bIns="72000" rtlCol="0" anchor="ctr">
            <a:spAutoFit/>
          </a:bodyPr>
          <a:lstStyle>
            <a:lvl1pPr>
              <a:defRPr kumimoji="0" lang="de-DE" sz="3800" b="1" i="0" u="none" strike="noStrike" cap="all" spc="-20" normalizeH="0" baseline="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lang="de-DE"/>
              <a:t>2. ZEILE TITEL DER </a:t>
            </a:r>
            <a:r>
              <a:rPr lang="de-DE" err="1"/>
              <a:t>lektion</a:t>
            </a:r>
            <a:endParaRPr lang="de-DE"/>
          </a:p>
        </p:txBody>
      </p:sp>
      <p:sp>
        <p:nvSpPr>
          <p:cNvPr id="2" name="Textfeld 1">
            <a:extLst>
              <a:ext uri="{FF2B5EF4-FFF2-40B4-BE49-F238E27FC236}">
                <a16:creationId xmlns:a16="http://schemas.microsoft.com/office/drawing/2014/main" id="{7547274E-419E-9421-A430-1A7E95CA3069}"/>
              </a:ext>
            </a:extLst>
          </p:cNvPr>
          <p:cNvSpPr txBox="1"/>
          <p:nvPr userDrawn="1"/>
        </p:nvSpPr>
        <p:spPr>
          <a:xfrm>
            <a:off x="866274" y="1812758"/>
            <a:ext cx="0" cy="0"/>
          </a:xfrm>
          <a:prstGeom prst="rect">
            <a:avLst/>
          </a:prstGeom>
          <a:noFill/>
        </p:spPr>
        <p:txBody>
          <a:bodyPr vert="horz" wrap="none" lIns="0" tIns="0" rIns="0" bIns="0" rtlCol="0" anchor="ctr">
            <a:noAutofit/>
          </a:bodyPr>
          <a:lstStyle/>
          <a:p>
            <a:pPr marL="0" indent="0" algn="l">
              <a:buFont typeface="Arial" panose="020B0604020202020204" pitchFamily="34" charset="0"/>
              <a:buNone/>
            </a:pPr>
            <a:endParaRPr lang="de-DE" b="1" i="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584700426"/>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6DA5A764-688C-F849-A0C8-A288FCF71677}"/>
              </a:ext>
            </a:extLst>
          </p:cNvPr>
          <p:cNvPicPr>
            <a:picLocks noChangeAspect="1"/>
          </p:cNvPicPr>
          <p:nvPr userDrawn="1"/>
        </p:nvPicPr>
        <p:blipFill>
          <a:blip r:embed="rId2" cstate="hqprint">
            <a:alphaModFix amt="40000"/>
            <a:extLst>
              <a:ext uri="{28A0092B-C50C-407E-A947-70E740481C1C}">
                <a14:useLocalDpi xmlns:a14="http://schemas.microsoft.com/office/drawing/2010/main" val="0"/>
              </a:ext>
            </a:extLst>
          </a:blip>
          <a:stretch>
            <a:fillRect/>
          </a:stretch>
        </p:blipFill>
        <p:spPr>
          <a:xfrm>
            <a:off x="10670691" y="243227"/>
            <a:ext cx="1100308" cy="1100308"/>
          </a:xfrm>
          <a:prstGeom prst="rect">
            <a:avLst/>
          </a:prstGeom>
        </p:spPr>
      </p:pic>
      <p:sp>
        <p:nvSpPr>
          <p:cNvPr id="4" name="Textfeld 3">
            <a:extLst>
              <a:ext uri="{FF2B5EF4-FFF2-40B4-BE49-F238E27FC236}">
                <a16:creationId xmlns:a16="http://schemas.microsoft.com/office/drawing/2014/main" id="{9FDF7296-0CC5-6ED7-0925-5D8F1D79DFA1}"/>
              </a:ext>
            </a:extLst>
          </p:cNvPr>
          <p:cNvSpPr txBox="1"/>
          <p:nvPr userDrawn="1"/>
        </p:nvSpPr>
        <p:spPr>
          <a:xfrm>
            <a:off x="902043" y="642551"/>
            <a:ext cx="0" cy="0"/>
          </a:xfrm>
          <a:prstGeom prst="rect">
            <a:avLst/>
          </a:prstGeom>
          <a:noFill/>
        </p:spPr>
        <p:txBody>
          <a:bodyPr vert="horz" wrap="none" lIns="0" tIns="0" rIns="0" bIns="0" rtlCol="0" anchor="ctr">
            <a:noAutofit/>
          </a:bodyPr>
          <a:lstStyle/>
          <a:p>
            <a:pPr marL="0" indent="0" algn="l">
              <a:buFont typeface="Arial" panose="020B0604020202020204" pitchFamily="34" charset="0"/>
              <a:buNone/>
            </a:pPr>
            <a:endParaRPr lang="de-DE" b="1" i="0">
              <a:latin typeface="Source Sans Pro" panose="020B0503030403020204" pitchFamily="34" charset="0"/>
              <a:ea typeface="Source Sans Pro" panose="020B0503030403020204" pitchFamily="34" charset="0"/>
            </a:endParaRPr>
          </a:p>
        </p:txBody>
      </p:sp>
      <p:sp>
        <p:nvSpPr>
          <p:cNvPr id="5" name="Textplatzhalter 2">
            <a:extLst>
              <a:ext uri="{FF2B5EF4-FFF2-40B4-BE49-F238E27FC236}">
                <a16:creationId xmlns:a16="http://schemas.microsoft.com/office/drawing/2014/main" id="{4D4618B0-F49E-A3E9-75B2-EA834CBC1155}"/>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LERNZIELE</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6" name="Textplatzhalter 5">
            <a:extLst>
              <a:ext uri="{FF2B5EF4-FFF2-40B4-BE49-F238E27FC236}">
                <a16:creationId xmlns:a16="http://schemas.microsoft.com/office/drawing/2014/main" id="{29971CDA-7551-D712-3F97-D6E5C0A14C4A}"/>
              </a:ext>
            </a:extLst>
          </p:cNvPr>
          <p:cNvSpPr>
            <a:spLocks noGrp="1"/>
          </p:cNvSpPr>
          <p:nvPr>
            <p:ph type="body" sz="quarter" idx="20" hasCustomPrompt="1"/>
          </p:nvPr>
        </p:nvSpPr>
        <p:spPr>
          <a:xfrm>
            <a:off x="420687" y="1019175"/>
            <a:ext cx="9553575" cy="5149850"/>
          </a:xfrm>
        </p:spPr>
        <p:txBody>
          <a:bodyPr/>
          <a:lstStyle>
            <a:lvl1pPr marL="457200" indent="-457200">
              <a:lnSpc>
                <a:spcPct val="120000"/>
              </a:lnSpc>
              <a:buFont typeface="Symbol" pitchFamily="2" charset="2"/>
              <a:buChar char="-"/>
              <a:defRPr sz="2400" b="0" i="0">
                <a:latin typeface="Source Sans Pro" panose="020B0503030403020204" pitchFamily="34" charset="0"/>
                <a:ea typeface="Source Sans Pro" panose="020B0503030403020204" pitchFamily="34" charset="0"/>
              </a:defRPr>
            </a:lvl1pPr>
          </a:lstStyle>
          <a:p>
            <a:pPr lvl="0"/>
            <a:r>
              <a:rPr lang="de-DE" sz="2400" b="0" i="0">
                <a:latin typeface="Source Sans Pro" panose="020B0503030403020204" pitchFamily="34" charset="0"/>
                <a:ea typeface="Source Sans Pro" panose="020B0503030403020204" pitchFamily="34" charset="0"/>
              </a:rPr>
              <a:t>Aufzählungen oder Fließtext Source Sans Pro Regular, 24-32 </a:t>
            </a:r>
            <a:r>
              <a:rPr lang="de-DE" sz="2400" b="0" i="0" err="1">
                <a:latin typeface="Source Sans Pro" panose="020B0503030403020204" pitchFamily="34" charset="0"/>
                <a:ea typeface="Source Sans Pro" panose="020B0503030403020204" pitchFamily="34" charset="0"/>
              </a:rPr>
              <a:t>pt</a:t>
            </a:r>
            <a:r>
              <a:rPr lang="de-DE" sz="2400" b="0" i="0">
                <a:latin typeface="Source Sans Pro" panose="020B0503030403020204" pitchFamily="34" charset="0"/>
                <a:ea typeface="Source Sans Pro" panose="020B0503030403020204" pitchFamily="34" charset="0"/>
              </a:rPr>
              <a:t>.; </a:t>
            </a:r>
            <a:r>
              <a:rPr lang="de-DE" sz="2400" b="1" i="0">
                <a:latin typeface="Source Sans Pro" panose="020B0503030403020204" pitchFamily="34" charset="0"/>
                <a:ea typeface="Source Sans Pro" panose="020B0503030403020204" pitchFamily="34" charset="0"/>
              </a:rPr>
              <a:t>Hervorhebungen Source Sans Pro </a:t>
            </a:r>
            <a:r>
              <a:rPr lang="de-DE" sz="2400" b="1" i="0" err="1">
                <a:latin typeface="Source Sans Pro" panose="020B0503030403020204" pitchFamily="34" charset="0"/>
                <a:ea typeface="Source Sans Pro" panose="020B0503030403020204" pitchFamily="34" charset="0"/>
              </a:rPr>
              <a:t>Bold</a:t>
            </a:r>
            <a:r>
              <a:rPr lang="de-DE" sz="2400" b="1" i="0">
                <a:latin typeface="Source Sans Pro" panose="020B0503030403020204" pitchFamily="34" charset="0"/>
                <a:ea typeface="Source Sans Pro" panose="020B0503030403020204" pitchFamily="34" charset="0"/>
              </a:rPr>
              <a:t>, 24-32 </a:t>
            </a:r>
            <a:r>
              <a:rPr lang="de-DE" sz="2400" b="1" i="0" err="1">
                <a:latin typeface="Source Sans Pro" panose="020B0503030403020204" pitchFamily="34" charset="0"/>
                <a:ea typeface="Source Sans Pro" panose="020B0503030403020204" pitchFamily="34" charset="0"/>
              </a:rPr>
              <a:t>pt</a:t>
            </a:r>
            <a:r>
              <a:rPr lang="de-DE" sz="2400" b="1" i="0">
                <a:latin typeface="Source Sans Pro" panose="020B0503030403020204" pitchFamily="34" charset="0"/>
                <a:ea typeface="Source Sans Pro" panose="020B0503030403020204" pitchFamily="34" charset="0"/>
              </a:rPr>
              <a:t>.</a:t>
            </a:r>
          </a:p>
        </p:txBody>
      </p:sp>
    </p:spTree>
    <p:extLst>
      <p:ext uri="{BB962C8B-B14F-4D97-AF65-F5344CB8AC3E}">
        <p14:creationId xmlns:p14="http://schemas.microsoft.com/office/powerpoint/2010/main" val="1661474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infach_erklären">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A3B03E04-BFD1-3891-99FC-6134B6337177}"/>
              </a:ext>
            </a:extLst>
          </p:cNvPr>
          <p:cNvPicPr>
            <a:picLocks noChangeAspect="1"/>
          </p:cNvPicPr>
          <p:nvPr userDrawn="1"/>
        </p:nvPicPr>
        <p:blipFill>
          <a:blip r:embed="rId2" cstate="hqprint">
            <a:alphaModFix amt="40000"/>
            <a:extLst>
              <a:ext uri="{28A0092B-C50C-407E-A947-70E740481C1C}">
                <a14:useLocalDpi xmlns:a14="http://schemas.microsoft.com/office/drawing/2010/main" val="0"/>
              </a:ext>
            </a:extLst>
          </a:blip>
          <a:stretch>
            <a:fillRect/>
          </a:stretch>
        </p:blipFill>
        <p:spPr>
          <a:xfrm>
            <a:off x="10670691" y="248596"/>
            <a:ext cx="1100308" cy="1100308"/>
          </a:xfrm>
          <a:prstGeom prst="rect">
            <a:avLst/>
          </a:prstGeom>
        </p:spPr>
      </p:pic>
      <p:sp>
        <p:nvSpPr>
          <p:cNvPr id="4" name="Textplatzhalter 2">
            <a:extLst>
              <a:ext uri="{FF2B5EF4-FFF2-40B4-BE49-F238E27FC236}">
                <a16:creationId xmlns:a16="http://schemas.microsoft.com/office/drawing/2014/main" id="{54A5E9D9-9DE0-D793-3AAC-ECEF39246C08}"/>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EINFACH ERKLÄREN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5" name="Textplatzhalter 5">
            <a:extLst>
              <a:ext uri="{FF2B5EF4-FFF2-40B4-BE49-F238E27FC236}">
                <a16:creationId xmlns:a16="http://schemas.microsoft.com/office/drawing/2014/main" id="{E164E7B8-57D1-9670-E17E-5ABBD347932D}"/>
              </a:ext>
            </a:extLst>
          </p:cNvPr>
          <p:cNvSpPr>
            <a:spLocks noGrp="1"/>
          </p:cNvSpPr>
          <p:nvPr>
            <p:ph type="body" sz="quarter" idx="20" hasCustomPrompt="1"/>
          </p:nvPr>
        </p:nvSpPr>
        <p:spPr>
          <a:xfrm>
            <a:off x="420687" y="1019175"/>
            <a:ext cx="9553575" cy="5149850"/>
          </a:xfrm>
        </p:spPr>
        <p:txBody>
          <a:bodyPr/>
          <a:lstStyle>
            <a:lvl1pPr marL="457200" indent="-457200">
              <a:buFont typeface="Symbol" pitchFamily="2" charset="2"/>
              <a:buChar char="-"/>
              <a:defRPr sz="2400" b="0" i="0">
                <a:latin typeface="Source Sans Pro" panose="020B0503030403020204" pitchFamily="34" charset="0"/>
                <a:ea typeface="Source Sans Pro" panose="020B0503030403020204" pitchFamily="34" charset="0"/>
              </a:defRPr>
            </a:lvl1pPr>
          </a:lstStyle>
          <a:p>
            <a:pPr lvl="0"/>
            <a:r>
              <a:rPr lang="de-DE" sz="2400" b="0" i="0">
                <a:latin typeface="Source Sans Pro" panose="020B0503030403020204" pitchFamily="34" charset="0"/>
                <a:ea typeface="Source Sans Pro" panose="020B0503030403020204" pitchFamily="34" charset="0"/>
              </a:rPr>
              <a:t>Aufzählungen oder Fließtext Source Sans Pro Regular, 24-32 </a:t>
            </a:r>
            <a:r>
              <a:rPr lang="de-DE" sz="2400" b="0" i="0" err="1">
                <a:latin typeface="Source Sans Pro" panose="020B0503030403020204" pitchFamily="34" charset="0"/>
                <a:ea typeface="Source Sans Pro" panose="020B0503030403020204" pitchFamily="34" charset="0"/>
              </a:rPr>
              <a:t>pt</a:t>
            </a:r>
            <a:r>
              <a:rPr lang="de-DE" sz="2400" b="0" i="0">
                <a:latin typeface="Source Sans Pro" panose="020B0503030403020204" pitchFamily="34" charset="0"/>
                <a:ea typeface="Source Sans Pro" panose="020B0503030403020204" pitchFamily="34" charset="0"/>
              </a:rPr>
              <a:t>.; </a:t>
            </a:r>
            <a:r>
              <a:rPr lang="de-DE" sz="2400" b="1" i="0">
                <a:latin typeface="Source Sans Pro" panose="020B0503030403020204" pitchFamily="34" charset="0"/>
                <a:ea typeface="Source Sans Pro" panose="020B0503030403020204" pitchFamily="34" charset="0"/>
              </a:rPr>
              <a:t>Hervorhebungen Source Sans Pro </a:t>
            </a:r>
            <a:r>
              <a:rPr lang="de-DE" sz="2400" b="1" i="0" err="1">
                <a:latin typeface="Source Sans Pro" panose="020B0503030403020204" pitchFamily="34" charset="0"/>
                <a:ea typeface="Source Sans Pro" panose="020B0503030403020204" pitchFamily="34" charset="0"/>
              </a:rPr>
              <a:t>Bold</a:t>
            </a:r>
            <a:r>
              <a:rPr lang="de-DE" sz="2400" b="1" i="0">
                <a:latin typeface="Source Sans Pro" panose="020B0503030403020204" pitchFamily="34" charset="0"/>
                <a:ea typeface="Source Sans Pro" panose="020B0503030403020204" pitchFamily="34" charset="0"/>
              </a:rPr>
              <a:t>, 24-32 </a:t>
            </a:r>
            <a:r>
              <a:rPr lang="de-DE" sz="2400" b="1" i="0" err="1">
                <a:latin typeface="Source Sans Pro" panose="020B0503030403020204" pitchFamily="34" charset="0"/>
                <a:ea typeface="Source Sans Pro" panose="020B0503030403020204" pitchFamily="34" charset="0"/>
              </a:rPr>
              <a:t>pt</a:t>
            </a:r>
            <a:r>
              <a:rPr lang="de-DE" sz="2400" b="1" i="0">
                <a:latin typeface="Source Sans Pro" panose="020B0503030403020204" pitchFamily="34" charset="0"/>
                <a:ea typeface="Source Sans Pro" panose="020B0503030403020204" pitchFamily="34" charset="0"/>
              </a:rPr>
              <a:t>.</a:t>
            </a:r>
          </a:p>
        </p:txBody>
      </p:sp>
    </p:spTree>
    <p:extLst>
      <p:ext uri="{BB962C8B-B14F-4D97-AF65-F5344CB8AC3E}">
        <p14:creationId xmlns:p14="http://schemas.microsoft.com/office/powerpoint/2010/main" val="826289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infacher_Text">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b="0" i="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p>
        </p:txBody>
      </p:sp>
      <p:sp>
        <p:nvSpPr>
          <p:cNvPr id="2" name="Textplatzhalter 10">
            <a:extLst>
              <a:ext uri="{FF2B5EF4-FFF2-40B4-BE49-F238E27FC236}">
                <a16:creationId xmlns:a16="http://schemas.microsoft.com/office/drawing/2014/main" id="{E555E73A-1C0B-94C0-1EE0-0A4EB0FA3E75}"/>
              </a:ext>
            </a:extLst>
          </p:cNvPr>
          <p:cNvSpPr>
            <a:spLocks noGrp="1"/>
          </p:cNvSpPr>
          <p:nvPr>
            <p:ph type="body" sz="quarter" idx="10" hasCustomPrompt="1"/>
          </p:nvPr>
        </p:nvSpPr>
        <p:spPr>
          <a:xfrm>
            <a:off x="420688" y="1020592"/>
            <a:ext cx="11350311" cy="5113508"/>
          </a:xfrm>
          <a:prstGeom prst="rect">
            <a:avLst/>
          </a:prstGeom>
          <a:ln>
            <a:noFill/>
          </a:ln>
        </p:spPr>
        <p:txBody>
          <a:bodyPr/>
          <a:lstStyle>
            <a:lvl1pPr marL="457200" indent="-457200">
              <a:buFont typeface="Symbol" pitchFamily="2" charset="2"/>
              <a:buChar char="-"/>
              <a:defRPr sz="3200" b="0" i="0">
                <a:latin typeface="Source Sans Pro" panose="020B0503030403020204" pitchFamily="34" charset="0"/>
                <a:ea typeface="Source Sans Pro" panose="020B0503030403020204" pitchFamily="34" charset="0"/>
              </a:defRPr>
            </a:lvl1pPr>
          </a:lstStyle>
          <a:p>
            <a:pPr lvl="0"/>
            <a:r>
              <a:rPr lang="de-DE" sz="3200" b="0" i="0" noProof="0">
                <a:latin typeface="Source Sans Pro" panose="020B0503030403020204" pitchFamily="34" charset="0"/>
                <a:ea typeface="Source Sans Pro" panose="020B0503030403020204" pitchFamily="34" charset="0"/>
              </a:rPr>
              <a:t>Aufzählungen oder Fließtext Source Sans Pro Regular, 32 </a:t>
            </a:r>
            <a:r>
              <a:rPr lang="de-DE" sz="3200" b="0" i="0" noProof="0" err="1">
                <a:latin typeface="Source Sans Pro" panose="020B0503030403020204" pitchFamily="34" charset="0"/>
                <a:ea typeface="Source Sans Pro" panose="020B0503030403020204" pitchFamily="34" charset="0"/>
              </a:rPr>
              <a:t>pt</a:t>
            </a:r>
            <a:r>
              <a:rPr lang="de-DE" sz="3200" b="0" i="0" noProof="0">
                <a:latin typeface="Source Sans Pro" panose="020B0503030403020204" pitchFamily="34" charset="0"/>
                <a:ea typeface="Source Sans Pro" panose="020B0503030403020204" pitchFamily="34" charset="0"/>
              </a:rPr>
              <a:t>.; </a:t>
            </a:r>
            <a:r>
              <a:rPr lang="de-DE" sz="3200" b="1" i="0" noProof="0">
                <a:latin typeface="Source Sans Pro" panose="020B0503030403020204" pitchFamily="34" charset="0"/>
                <a:ea typeface="Source Sans Pro" panose="020B0503030403020204" pitchFamily="34" charset="0"/>
              </a:rPr>
              <a:t>Hervorhebungen Source Sans Pro </a:t>
            </a:r>
            <a:r>
              <a:rPr lang="de-DE" sz="3200" b="1" i="0" noProof="0" err="1">
                <a:latin typeface="Source Sans Pro" panose="020B0503030403020204" pitchFamily="34" charset="0"/>
                <a:ea typeface="Source Sans Pro" panose="020B0503030403020204" pitchFamily="34" charset="0"/>
              </a:rPr>
              <a:t>Bold</a:t>
            </a:r>
            <a:r>
              <a:rPr lang="de-DE" sz="3200" b="1" i="0" noProof="0">
                <a:latin typeface="Source Sans Pro" panose="020B0503030403020204" pitchFamily="34" charset="0"/>
                <a:ea typeface="Source Sans Pro" panose="020B0503030403020204" pitchFamily="34" charset="0"/>
              </a:rPr>
              <a:t>, 32 </a:t>
            </a:r>
            <a:r>
              <a:rPr lang="de-DE" sz="3200" b="1" i="0" noProof="0" err="1">
                <a:latin typeface="Source Sans Pro" panose="020B0503030403020204" pitchFamily="34" charset="0"/>
                <a:ea typeface="Source Sans Pro" panose="020B0503030403020204" pitchFamily="34" charset="0"/>
              </a:rPr>
              <a:t>pt</a:t>
            </a:r>
            <a:r>
              <a:rPr lang="de-DE" sz="3200" b="1" i="0" noProof="0">
                <a:latin typeface="Source Sans Pro" panose="020B0503030403020204" pitchFamily="34" charset="0"/>
                <a:ea typeface="Source Sans Pro" panose="020B0503030403020204" pitchFamily="34" charset="0"/>
              </a:rPr>
              <a:t>.</a:t>
            </a:r>
          </a:p>
        </p:txBody>
      </p:sp>
      <p:sp>
        <p:nvSpPr>
          <p:cNvPr id="3" name="Textfeld 2">
            <a:extLst>
              <a:ext uri="{FF2B5EF4-FFF2-40B4-BE49-F238E27FC236}">
                <a16:creationId xmlns:a16="http://schemas.microsoft.com/office/drawing/2014/main" id="{D1C50D73-D8AA-7FF8-5D12-275B72264E85}"/>
              </a:ext>
            </a:extLst>
          </p:cNvPr>
          <p:cNvSpPr txBox="1"/>
          <p:nvPr userDrawn="1"/>
        </p:nvSpPr>
        <p:spPr>
          <a:xfrm>
            <a:off x="2095018" y="335666"/>
            <a:ext cx="0" cy="0"/>
          </a:xfrm>
          <a:prstGeom prst="rect">
            <a:avLst/>
          </a:prstGeom>
          <a:noFill/>
        </p:spPr>
        <p:txBody>
          <a:bodyPr vert="horz" wrap="none" lIns="0" tIns="0" rIns="0" bIns="0" rtlCol="0" anchor="ctr">
            <a:noAutofit/>
          </a:bodyPr>
          <a:lstStyle/>
          <a:p>
            <a:pPr marL="0" indent="0" algn="l">
              <a:buFont typeface="Arial" panose="020B0604020202020204" pitchFamily="34" charset="0"/>
              <a:buNone/>
            </a:pPr>
            <a:endParaRPr lang="de-DE" b="1" i="0">
              <a:latin typeface="Source Sans Pro" panose="020B0503030403020204" pitchFamily="34" charset="0"/>
              <a:ea typeface="Source Sans Pro" panose="020B0503030403020204" pitchFamily="34" charset="0"/>
            </a:endParaRPr>
          </a:p>
        </p:txBody>
      </p:sp>
      <p:sp>
        <p:nvSpPr>
          <p:cNvPr id="4" name="Textplatzhalter 2">
            <a:extLst>
              <a:ext uri="{FF2B5EF4-FFF2-40B4-BE49-F238E27FC236}">
                <a16:creationId xmlns:a16="http://schemas.microsoft.com/office/drawing/2014/main" id="{0B946CFF-395B-4255-07F8-227AED34C337}"/>
              </a:ext>
            </a:extLst>
          </p:cNvPr>
          <p:cNvSpPr>
            <a:spLocks noGrp="1"/>
          </p:cNvSpPr>
          <p:nvPr>
            <p:ph type="body" sz="quarter" idx="11"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1406400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usammenfassung">
    <p:bg>
      <p:bgPr>
        <a:solidFill>
          <a:schemeClr val="accent2"/>
        </a:solidFill>
        <a:effectLst/>
      </p:bgPr>
    </p:bg>
    <p:spTree>
      <p:nvGrpSpPr>
        <p:cNvPr id="1" name=""/>
        <p:cNvGrpSpPr/>
        <p:nvPr/>
      </p:nvGrpSpPr>
      <p:grpSpPr>
        <a:xfrm>
          <a:off x="0" y="0"/>
          <a:ext cx="0" cy="0"/>
          <a:chOff x="0" y="0"/>
          <a:chExt cx="0" cy="0"/>
        </a:xfrm>
      </p:grpSpPr>
      <p:sp>
        <p:nvSpPr>
          <p:cNvPr id="2" name="Textplatzhalter 10">
            <a:extLst>
              <a:ext uri="{FF2B5EF4-FFF2-40B4-BE49-F238E27FC236}">
                <a16:creationId xmlns:a16="http://schemas.microsoft.com/office/drawing/2014/main" id="{E555E73A-1C0B-94C0-1EE0-0A4EB0FA3E75}"/>
              </a:ext>
            </a:extLst>
          </p:cNvPr>
          <p:cNvSpPr>
            <a:spLocks noGrp="1"/>
          </p:cNvSpPr>
          <p:nvPr>
            <p:ph type="body" sz="quarter" idx="10" hasCustomPrompt="1"/>
          </p:nvPr>
        </p:nvSpPr>
        <p:spPr>
          <a:xfrm>
            <a:off x="420688" y="1020592"/>
            <a:ext cx="11350311" cy="5113508"/>
          </a:xfrm>
          <a:prstGeom prst="rect">
            <a:avLst/>
          </a:prstGeom>
          <a:ln>
            <a:noFill/>
          </a:ln>
        </p:spPr>
        <p:txBody>
          <a:bodyPr/>
          <a:lstStyle>
            <a:lvl1pPr marL="457200" indent="-457200">
              <a:buFont typeface="Symbol" pitchFamily="2" charset="2"/>
              <a:buChar char="-"/>
              <a:defRPr sz="3200" b="0" i="0">
                <a:latin typeface="Source Sans Pro" panose="020B0503030403020204" pitchFamily="34" charset="0"/>
                <a:ea typeface="Source Sans Pro" panose="020B0503030403020204" pitchFamily="34" charset="0"/>
              </a:defRPr>
            </a:lvl1pPr>
          </a:lstStyle>
          <a:p>
            <a:pPr lvl="0"/>
            <a:r>
              <a:rPr lang="de-DE" sz="3200" b="0" i="0" noProof="0">
                <a:latin typeface="Source Sans Pro" panose="020B0503030403020204" pitchFamily="34" charset="0"/>
                <a:ea typeface="Source Sans Pro" panose="020B0503030403020204" pitchFamily="34" charset="0"/>
              </a:rPr>
              <a:t>Aufzählungen oder Fließtext Source Sans Pro Regular, 32 </a:t>
            </a:r>
            <a:r>
              <a:rPr lang="de-DE" sz="3200" b="0" i="0" noProof="0" err="1">
                <a:latin typeface="Source Sans Pro" panose="020B0503030403020204" pitchFamily="34" charset="0"/>
                <a:ea typeface="Source Sans Pro" panose="020B0503030403020204" pitchFamily="34" charset="0"/>
              </a:rPr>
              <a:t>pt</a:t>
            </a:r>
            <a:r>
              <a:rPr lang="de-DE" sz="3200" b="0" i="0" noProof="0">
                <a:latin typeface="Source Sans Pro" panose="020B0503030403020204" pitchFamily="34" charset="0"/>
                <a:ea typeface="Source Sans Pro" panose="020B0503030403020204" pitchFamily="34" charset="0"/>
              </a:rPr>
              <a:t>.; </a:t>
            </a:r>
            <a:r>
              <a:rPr lang="de-DE" sz="3200" b="1" i="0" noProof="0">
                <a:latin typeface="Source Sans Pro" panose="020B0503030403020204" pitchFamily="34" charset="0"/>
                <a:ea typeface="Source Sans Pro" panose="020B0503030403020204" pitchFamily="34" charset="0"/>
              </a:rPr>
              <a:t>Hervorhebungen Source Sans Pro </a:t>
            </a:r>
            <a:r>
              <a:rPr lang="de-DE" sz="3200" b="1" i="0" noProof="0" err="1">
                <a:latin typeface="Source Sans Pro" panose="020B0503030403020204" pitchFamily="34" charset="0"/>
                <a:ea typeface="Source Sans Pro" panose="020B0503030403020204" pitchFamily="34" charset="0"/>
              </a:rPr>
              <a:t>Bold</a:t>
            </a:r>
            <a:r>
              <a:rPr lang="de-DE" sz="3200" b="1" i="0" noProof="0">
                <a:latin typeface="Source Sans Pro" panose="020B0503030403020204" pitchFamily="34" charset="0"/>
                <a:ea typeface="Source Sans Pro" panose="020B0503030403020204" pitchFamily="34" charset="0"/>
              </a:rPr>
              <a:t>, 32 </a:t>
            </a:r>
            <a:r>
              <a:rPr lang="de-DE" sz="3200" b="1" i="0" noProof="0" err="1">
                <a:latin typeface="Source Sans Pro" panose="020B0503030403020204" pitchFamily="34" charset="0"/>
                <a:ea typeface="Source Sans Pro" panose="020B0503030403020204" pitchFamily="34" charset="0"/>
              </a:rPr>
              <a:t>pt</a:t>
            </a:r>
            <a:r>
              <a:rPr lang="de-DE" sz="3200" b="1" i="0" noProof="0">
                <a:latin typeface="Source Sans Pro" panose="020B0503030403020204" pitchFamily="34" charset="0"/>
                <a:ea typeface="Source Sans Pro" panose="020B0503030403020204" pitchFamily="34" charset="0"/>
              </a:rPr>
              <a:t>.</a:t>
            </a:r>
          </a:p>
        </p:txBody>
      </p:sp>
      <p:sp>
        <p:nvSpPr>
          <p:cNvPr id="3" name="Textfeld 2">
            <a:extLst>
              <a:ext uri="{FF2B5EF4-FFF2-40B4-BE49-F238E27FC236}">
                <a16:creationId xmlns:a16="http://schemas.microsoft.com/office/drawing/2014/main" id="{D1C50D73-D8AA-7FF8-5D12-275B72264E85}"/>
              </a:ext>
            </a:extLst>
          </p:cNvPr>
          <p:cNvSpPr txBox="1"/>
          <p:nvPr userDrawn="1"/>
        </p:nvSpPr>
        <p:spPr>
          <a:xfrm>
            <a:off x="2095018" y="335666"/>
            <a:ext cx="0" cy="0"/>
          </a:xfrm>
          <a:prstGeom prst="rect">
            <a:avLst/>
          </a:prstGeom>
          <a:noFill/>
        </p:spPr>
        <p:txBody>
          <a:bodyPr vert="horz" wrap="none" lIns="0" tIns="0" rIns="0" bIns="0" rtlCol="0" anchor="ctr">
            <a:noAutofit/>
          </a:bodyPr>
          <a:lstStyle/>
          <a:p>
            <a:pPr marL="0" indent="0" algn="l">
              <a:buFont typeface="Arial" panose="020B0604020202020204" pitchFamily="34" charset="0"/>
              <a:buNone/>
            </a:pPr>
            <a:endParaRPr lang="de-DE" b="1" i="0">
              <a:latin typeface="Source Sans Pro" panose="020B0503030403020204" pitchFamily="34" charset="0"/>
              <a:ea typeface="Source Sans Pro" panose="020B0503030403020204" pitchFamily="34" charset="0"/>
            </a:endParaRPr>
          </a:p>
        </p:txBody>
      </p:sp>
      <p:sp>
        <p:nvSpPr>
          <p:cNvPr id="5" name="Textfeld 4">
            <a:extLst>
              <a:ext uri="{FF2B5EF4-FFF2-40B4-BE49-F238E27FC236}">
                <a16:creationId xmlns:a16="http://schemas.microsoft.com/office/drawing/2014/main" id="{BDDBAA3F-4139-418C-F2BB-6F100871F172}"/>
              </a:ext>
            </a:extLst>
          </p:cNvPr>
          <p:cNvSpPr txBox="1"/>
          <p:nvPr userDrawn="1"/>
        </p:nvSpPr>
        <p:spPr>
          <a:xfrm>
            <a:off x="420687" y="337552"/>
            <a:ext cx="1872000" cy="248399"/>
          </a:xfrm>
          <a:prstGeom prst="rect">
            <a:avLst/>
          </a:prstGeom>
          <a:solidFill>
            <a:schemeClr val="tx1"/>
          </a:solidFill>
        </p:spPr>
        <p:txBody>
          <a:bodyPr vert="horz" wrap="square" lIns="108000" tIns="0" rIns="108000" bIns="0" rtlCol="0" anchor="ctr">
            <a:noAutofit/>
          </a:bodyPr>
          <a:lstStyle/>
          <a:p>
            <a:pPr marL="0" indent="0" algn="l">
              <a:buFont typeface="Arial" panose="020B0604020202020204" pitchFamily="34" charset="0"/>
              <a:buNone/>
            </a:pPr>
            <a:r>
              <a:rPr lang="de-DE" sz="1400" b="1" i="0">
                <a:solidFill>
                  <a:schemeClr val="bg1"/>
                </a:solidFill>
                <a:latin typeface="Source Sans Pro" panose="020B0503030403020204" pitchFamily="34" charset="0"/>
                <a:ea typeface="Source Sans Pro" panose="020B0503030403020204" pitchFamily="34" charset="0"/>
              </a:rPr>
              <a:t>ZUSAMMENFASSUNG</a:t>
            </a:r>
          </a:p>
        </p:txBody>
      </p:sp>
    </p:spTree>
    <p:extLst>
      <p:ext uri="{BB962C8B-B14F-4D97-AF65-F5344CB8AC3E}">
        <p14:creationId xmlns:p14="http://schemas.microsoft.com/office/powerpoint/2010/main" val="298288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_zwei_Spalten">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
        <p:nvSpPr>
          <p:cNvPr id="2" name="Textplatzhalter 2">
            <a:extLst>
              <a:ext uri="{FF2B5EF4-FFF2-40B4-BE49-F238E27FC236}">
                <a16:creationId xmlns:a16="http://schemas.microsoft.com/office/drawing/2014/main" id="{DDC90C45-9382-185A-2864-6DADCAEE38DB}"/>
              </a:ext>
            </a:extLst>
          </p:cNvPr>
          <p:cNvSpPr>
            <a:spLocks noGrp="1"/>
          </p:cNvSpPr>
          <p:nvPr>
            <p:ph type="body" sz="quarter" idx="10" hasCustomPrompt="1"/>
          </p:nvPr>
        </p:nvSpPr>
        <p:spPr>
          <a:xfrm>
            <a:off x="421002" y="1020592"/>
            <a:ext cx="5504953" cy="5113508"/>
          </a:xfrm>
        </p:spPr>
        <p:txBody>
          <a:bodyPr/>
          <a:lstStyle>
            <a:lvl1pPr marL="457200" indent="-457200">
              <a:buFont typeface="Symbol" pitchFamily="2" charset="2"/>
              <a:buChar char="-"/>
              <a:defRPr b="0" i="0">
                <a:latin typeface="Source Sans Pro" panose="020B0503030403020204" pitchFamily="34" charset="0"/>
                <a:ea typeface="Source Sans Pro" panose="020B0503030403020204" pitchFamily="34" charset="0"/>
              </a:defRPr>
            </a:lvl1pPr>
          </a:lstStyle>
          <a:p>
            <a:r>
              <a:rPr lang="de-DE" b="0" i="0" noProof="0">
                <a:latin typeface="Source Sans Pro" panose="020B0503030403020204" pitchFamily="34" charset="0"/>
                <a:ea typeface="Source Sans Pro" panose="020B0503030403020204" pitchFamily="34" charset="0"/>
              </a:rPr>
              <a:t>Aufzählung oder Fließtext Source Sans Pro Regular, 32 </a:t>
            </a:r>
            <a:r>
              <a:rPr lang="de-DE" b="0" i="0" noProof="0" err="1">
                <a:latin typeface="Source Sans Pro" panose="020B0503030403020204" pitchFamily="34" charset="0"/>
                <a:ea typeface="Source Sans Pro" panose="020B0503030403020204" pitchFamily="34" charset="0"/>
              </a:rPr>
              <a:t>pt</a:t>
            </a:r>
            <a:r>
              <a:rPr lang="de-DE" b="0" i="0" noProof="0">
                <a:latin typeface="Source Sans Pro" panose="020B0503030403020204" pitchFamily="34" charset="0"/>
                <a:ea typeface="Source Sans Pro" panose="020B0503030403020204" pitchFamily="34" charset="0"/>
              </a:rPr>
              <a:t>. </a:t>
            </a:r>
            <a:r>
              <a:rPr lang="de-DE" b="1" i="0" noProof="0">
                <a:latin typeface="Source Sans Pro" panose="020B0503030403020204" pitchFamily="34" charset="0"/>
                <a:ea typeface="Source Sans Pro" panose="020B0503030403020204" pitchFamily="34" charset="0"/>
              </a:rPr>
              <a:t>Hervorhebungen Source Sans Pro </a:t>
            </a:r>
            <a:r>
              <a:rPr lang="de-DE" b="1" i="0" noProof="0" err="1">
                <a:latin typeface="Source Sans Pro" panose="020B0503030403020204" pitchFamily="34" charset="0"/>
                <a:ea typeface="Source Sans Pro" panose="020B0503030403020204" pitchFamily="34" charset="0"/>
              </a:rPr>
              <a:t>Bold</a:t>
            </a:r>
            <a:r>
              <a:rPr lang="de-DE" b="1" i="0" noProof="0">
                <a:latin typeface="Source Sans Pro" panose="020B0503030403020204" pitchFamily="34" charset="0"/>
                <a:ea typeface="Source Sans Pro" panose="020B0503030403020204" pitchFamily="34" charset="0"/>
              </a:rPr>
              <a:t>, 32 </a:t>
            </a:r>
            <a:r>
              <a:rPr lang="de-DE" b="1" i="0" noProof="0" err="1">
                <a:latin typeface="Source Sans Pro" panose="020B0503030403020204" pitchFamily="34" charset="0"/>
                <a:ea typeface="Source Sans Pro" panose="020B0503030403020204" pitchFamily="34" charset="0"/>
              </a:rPr>
              <a:t>pt</a:t>
            </a:r>
            <a:r>
              <a:rPr lang="de-DE" b="0" i="0" noProof="0">
                <a:latin typeface="Source Sans Pro" panose="020B0503030403020204" pitchFamily="34" charset="0"/>
                <a:ea typeface="Source Sans Pro" panose="020B0503030403020204" pitchFamily="34" charset="0"/>
              </a:rPr>
              <a:t>. </a:t>
            </a:r>
            <a:endParaRPr lang="de-DE" noProof="0"/>
          </a:p>
        </p:txBody>
      </p:sp>
      <p:sp>
        <p:nvSpPr>
          <p:cNvPr id="3" name="Textplatzhalter 4">
            <a:extLst>
              <a:ext uri="{FF2B5EF4-FFF2-40B4-BE49-F238E27FC236}">
                <a16:creationId xmlns:a16="http://schemas.microsoft.com/office/drawing/2014/main" id="{3DB24E1E-DA72-C595-D5DB-A96FD054ADEF}"/>
              </a:ext>
            </a:extLst>
          </p:cNvPr>
          <p:cNvSpPr>
            <a:spLocks noGrp="1"/>
          </p:cNvSpPr>
          <p:nvPr>
            <p:ph type="body" sz="quarter" idx="14" hasCustomPrompt="1"/>
          </p:nvPr>
        </p:nvSpPr>
        <p:spPr>
          <a:xfrm>
            <a:off x="6266045" y="1020592"/>
            <a:ext cx="5504953" cy="5113508"/>
          </a:xfrm>
        </p:spPr>
        <p:txBody>
          <a:bodyPr/>
          <a:lstStyle>
            <a:lvl1pPr marL="457200" indent="-457200">
              <a:buFont typeface="Symbol" pitchFamily="2" charset="2"/>
              <a:buChar char="-"/>
              <a:defRPr b="0" i="0">
                <a:latin typeface="Source Sans Pro" panose="020B0503030403020204" pitchFamily="34" charset="0"/>
                <a:ea typeface="Source Sans Pro" panose="020B0503030403020204" pitchFamily="34" charset="0"/>
              </a:defRPr>
            </a:lvl1pPr>
          </a:lstStyle>
          <a:p>
            <a:r>
              <a:rPr lang="de-DE" b="0" i="0">
                <a:latin typeface="Source Sans Pro" panose="020B0503030403020204" pitchFamily="34" charset="0"/>
                <a:ea typeface="Source Sans Pro" panose="020B0503030403020204" pitchFamily="34" charset="0"/>
              </a:rPr>
              <a:t>Aufzählung oder Fließtext Source Sans Pro Regular, 32 </a:t>
            </a:r>
            <a:r>
              <a:rPr lang="de-DE" b="0" i="0" err="1">
                <a:latin typeface="Source Sans Pro" panose="020B0503030403020204" pitchFamily="34" charset="0"/>
                <a:ea typeface="Source Sans Pro" panose="020B0503030403020204" pitchFamily="34" charset="0"/>
              </a:rPr>
              <a:t>pt</a:t>
            </a:r>
            <a:r>
              <a:rPr lang="de-DE" b="0" i="0">
                <a:latin typeface="Source Sans Pro" panose="020B0503030403020204" pitchFamily="34" charset="0"/>
                <a:ea typeface="Source Sans Pro" panose="020B0503030403020204" pitchFamily="34" charset="0"/>
              </a:rPr>
              <a:t>. </a:t>
            </a:r>
            <a:r>
              <a:rPr lang="de-DE" b="1" i="0">
                <a:latin typeface="Source Sans Pro" panose="020B0503030403020204" pitchFamily="34" charset="0"/>
                <a:ea typeface="Source Sans Pro" panose="020B0503030403020204" pitchFamily="34" charset="0"/>
              </a:rPr>
              <a:t>Hervorhebungen Source Sans Pro </a:t>
            </a:r>
            <a:r>
              <a:rPr lang="de-DE" b="1" i="0" err="1">
                <a:latin typeface="Source Sans Pro" panose="020B0503030403020204" pitchFamily="34" charset="0"/>
                <a:ea typeface="Source Sans Pro" panose="020B0503030403020204" pitchFamily="34" charset="0"/>
              </a:rPr>
              <a:t>Bold</a:t>
            </a:r>
            <a:r>
              <a:rPr lang="de-DE" b="1" i="0">
                <a:latin typeface="Source Sans Pro" panose="020B0503030403020204" pitchFamily="34" charset="0"/>
                <a:ea typeface="Source Sans Pro" panose="020B0503030403020204" pitchFamily="34" charset="0"/>
              </a:rPr>
              <a:t>, 32 pt</a:t>
            </a:r>
            <a:r>
              <a:rPr lang="de-DE" b="0" i="0">
                <a:latin typeface="Source Sans Pro" panose="020B0503030403020204" pitchFamily="34" charset="0"/>
                <a:ea typeface="Source Sans Pro" panose="020B0503030403020204" pitchFamily="34" charset="0"/>
              </a:rPr>
              <a:t>. </a:t>
            </a:r>
            <a:endParaRPr lang="de-DE"/>
          </a:p>
        </p:txBody>
      </p:sp>
      <p:sp>
        <p:nvSpPr>
          <p:cNvPr id="4" name="Textplatzhalter 2">
            <a:extLst>
              <a:ext uri="{FF2B5EF4-FFF2-40B4-BE49-F238E27FC236}">
                <a16:creationId xmlns:a16="http://schemas.microsoft.com/office/drawing/2014/main" id="{07B09614-4668-2D62-5731-7CF6E8A5C2A7}"/>
              </a:ext>
            </a:extLst>
          </p:cNvPr>
          <p:cNvSpPr>
            <a:spLocks noGrp="1"/>
          </p:cNvSpPr>
          <p:nvPr>
            <p:ph type="body" sz="quarter" idx="15"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3570757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teraturverzeichnis">
    <p:spTree>
      <p:nvGrpSpPr>
        <p:cNvPr id="1" name=""/>
        <p:cNvGrpSpPr/>
        <p:nvPr/>
      </p:nvGrpSpPr>
      <p:grpSpPr>
        <a:xfrm>
          <a:off x="0" y="0"/>
          <a:ext cx="0" cy="0"/>
          <a:chOff x="0" y="0"/>
          <a:chExt cx="0" cy="0"/>
        </a:xfrm>
      </p:grpSpPr>
      <p:sp>
        <p:nvSpPr>
          <p:cNvPr id="6" name="Textplatzhalter 5">
            <a:extLst>
              <a:ext uri="{FF2B5EF4-FFF2-40B4-BE49-F238E27FC236}">
                <a16:creationId xmlns:a16="http://schemas.microsoft.com/office/drawing/2014/main" id="{282FB8ED-0A23-CF1A-4BC0-AB880EB45351}"/>
              </a:ext>
            </a:extLst>
          </p:cNvPr>
          <p:cNvSpPr>
            <a:spLocks noGrp="1"/>
          </p:cNvSpPr>
          <p:nvPr>
            <p:ph type="body" sz="quarter" idx="12"/>
          </p:nvPr>
        </p:nvSpPr>
        <p:spPr>
          <a:xfrm>
            <a:off x="420688" y="1020763"/>
            <a:ext cx="11350625" cy="5113337"/>
          </a:xfrm>
        </p:spPr>
        <p:txBody>
          <a:bodyPr/>
          <a:lstStyle>
            <a:lvl1pPr>
              <a:defRPr sz="1000" b="0" i="0">
                <a:latin typeface="Source Sans Pro" panose="020B0503030403020204" pitchFamily="34" charset="0"/>
                <a:ea typeface="Source Sans Pro" panose="020B0503030403020204" pitchFamily="34" charset="0"/>
              </a:defRPr>
            </a:lvl1pPr>
          </a:lstStyle>
          <a:p>
            <a:pPr lvl="0"/>
            <a:endParaRPr lang="de-DE"/>
          </a:p>
        </p:txBody>
      </p:sp>
      <p:sp>
        <p:nvSpPr>
          <p:cNvPr id="9" name="Textfeld 8">
            <a:extLst>
              <a:ext uri="{FF2B5EF4-FFF2-40B4-BE49-F238E27FC236}">
                <a16:creationId xmlns:a16="http://schemas.microsoft.com/office/drawing/2014/main" id="{8F73058B-6C8D-7F31-26AD-7AED69AC6E23}"/>
              </a:ext>
            </a:extLst>
          </p:cNvPr>
          <p:cNvSpPr txBox="1"/>
          <p:nvPr userDrawn="1"/>
        </p:nvSpPr>
        <p:spPr>
          <a:xfrm>
            <a:off x="420688" y="337551"/>
            <a:ext cx="3483980" cy="388800"/>
          </a:xfrm>
          <a:prstGeom prst="rect">
            <a:avLst/>
          </a:prstGeom>
          <a:noFill/>
        </p:spPr>
        <p:txBody>
          <a:bodyPr vert="horz" wrap="square" lIns="0" tIns="0" rIns="0" bIns="0" rtlCol="0" anchor="ctr">
            <a:noAutofit/>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de-DE" sz="1400" b="1" i="0" u="none" strike="noStrike" kern="1200" cap="none" spc="0" normalizeH="0" baseline="0" noProof="0">
                <a:ln>
                  <a:noFill/>
                </a:ln>
                <a:solidFill>
                  <a:srgbClr val="1D1D1F"/>
                </a:solidFill>
                <a:effectLst/>
                <a:uLnTx/>
                <a:uFillTx/>
                <a:latin typeface="Source Sans Pro" panose="020B0503030403020204" pitchFamily="34" charset="0"/>
                <a:ea typeface="Source Sans Pro" panose="020B0503030403020204" pitchFamily="34" charset="0"/>
                <a:cs typeface="+mn-cs"/>
              </a:rPr>
              <a:t>LITERATURVERZEICHNIS</a:t>
            </a:r>
            <a:endParaRPr lang="de-DE" b="1" i="0" noProof="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27184105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_Links">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
        <p:nvSpPr>
          <p:cNvPr id="5" name="Textplatzhalter 2">
            <a:extLst>
              <a:ext uri="{FF2B5EF4-FFF2-40B4-BE49-F238E27FC236}">
                <a16:creationId xmlns:a16="http://schemas.microsoft.com/office/drawing/2014/main" id="{6AD715C1-DFD9-F8A4-F9BE-D55C272AEA1D}"/>
              </a:ext>
            </a:extLst>
          </p:cNvPr>
          <p:cNvSpPr>
            <a:spLocks noGrp="1"/>
          </p:cNvSpPr>
          <p:nvPr>
            <p:ph type="body" sz="quarter" idx="10" hasCustomPrompt="1"/>
          </p:nvPr>
        </p:nvSpPr>
        <p:spPr>
          <a:xfrm>
            <a:off x="420689" y="1020592"/>
            <a:ext cx="5772148" cy="5113508"/>
          </a:xfrm>
        </p:spPr>
        <p:txBody>
          <a:bodyPr/>
          <a:lstStyle>
            <a:lvl1pPr marL="457200" indent="-457200">
              <a:spcBef>
                <a:spcPts val="200"/>
              </a:spcBef>
              <a:buClr>
                <a:schemeClr val="accent5"/>
              </a:buClr>
              <a:buFont typeface="Symbol" pitchFamily="2" charset="2"/>
              <a:buChar char="-"/>
              <a:defRPr>
                <a:latin typeface="Source Sans Pro" panose="020B0503030403020204" pitchFamily="34" charset="0"/>
                <a:ea typeface="Source Sans Pro" panose="020B0503030403020204" pitchFamily="34" charset="0"/>
              </a:defRPr>
            </a:lvl1pPr>
          </a:lstStyle>
          <a:p>
            <a:r>
              <a:rPr lang="de-DE" noProof="0">
                <a:latin typeface="Source Sans Pro" panose="020B0503030403020204" pitchFamily="34" charset="0"/>
                <a:ea typeface="Source Sans Pro" panose="020B0503030403020204" pitchFamily="34" charset="0"/>
              </a:rPr>
              <a:t>Aufzählung oder Fließtext Source Sans Pro Regular, 24 – 32 </a:t>
            </a:r>
            <a:r>
              <a:rPr lang="de-DE"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r>
              <a:rPr lang="de-DE" b="1" noProof="0">
                <a:latin typeface="Source Sans Pro" panose="020B0503030403020204" pitchFamily="34" charset="0"/>
                <a:ea typeface="Source Sans Pro" panose="020B0503030403020204" pitchFamily="34" charset="0"/>
              </a:rPr>
              <a:t>Hervorhebungen Source Sans Pro </a:t>
            </a:r>
            <a:r>
              <a:rPr lang="de-DE" b="1" noProof="0" err="1">
                <a:latin typeface="Source Sans Pro" panose="020B0503030403020204" pitchFamily="34" charset="0"/>
                <a:ea typeface="Source Sans Pro" panose="020B0503030403020204" pitchFamily="34" charset="0"/>
              </a:rPr>
              <a:t>Bold</a:t>
            </a:r>
            <a:r>
              <a:rPr lang="de-DE" b="1" noProof="0">
                <a:latin typeface="Source Sans Pro" panose="020B0503030403020204" pitchFamily="34" charset="0"/>
                <a:ea typeface="Source Sans Pro" panose="020B0503030403020204" pitchFamily="34" charset="0"/>
              </a:rPr>
              <a:t>, 24 - 32 </a:t>
            </a:r>
            <a:r>
              <a:rPr lang="de-DE" b="1"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endParaRPr lang="de-DE" noProof="0"/>
          </a:p>
          <a:p>
            <a:endParaRPr lang="de-DE" noProof="0"/>
          </a:p>
        </p:txBody>
      </p:sp>
      <p:sp>
        <p:nvSpPr>
          <p:cNvPr id="6" name="Inhaltsplatzhalter 3">
            <a:extLst>
              <a:ext uri="{FF2B5EF4-FFF2-40B4-BE49-F238E27FC236}">
                <a16:creationId xmlns:a16="http://schemas.microsoft.com/office/drawing/2014/main" id="{895E6745-4938-A56D-317D-48B4147B6569}"/>
              </a:ext>
            </a:extLst>
          </p:cNvPr>
          <p:cNvSpPr>
            <a:spLocks noGrp="1"/>
          </p:cNvSpPr>
          <p:nvPr>
            <p:ph sz="quarter" idx="17" hasCustomPrompt="1"/>
          </p:nvPr>
        </p:nvSpPr>
        <p:spPr>
          <a:xfrm>
            <a:off x="6419850" y="1363436"/>
            <a:ext cx="5772150" cy="4770664"/>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7" name="Textplatzhalter 5">
            <a:extLst>
              <a:ext uri="{FF2B5EF4-FFF2-40B4-BE49-F238E27FC236}">
                <a16:creationId xmlns:a16="http://schemas.microsoft.com/office/drawing/2014/main" id="{FE03A003-7FFD-4E93-6551-C9B426F9A17C}"/>
              </a:ext>
            </a:extLst>
          </p:cNvPr>
          <p:cNvSpPr>
            <a:spLocks noGrp="1"/>
          </p:cNvSpPr>
          <p:nvPr>
            <p:ph type="body" sz="quarter" idx="21" hasCustomPrompt="1"/>
          </p:nvPr>
        </p:nvSpPr>
        <p:spPr>
          <a:xfrm>
            <a:off x="6419850" y="1020592"/>
            <a:ext cx="5351150" cy="275945"/>
          </a:xfrm>
        </p:spPr>
        <p:txBody>
          <a:bodyPr/>
          <a:lstStyle>
            <a:lvl1pPr marL="0" indent="0">
              <a:spcBef>
                <a:spcPts val="200"/>
              </a:spcBef>
              <a:buNone/>
              <a:defRPr sz="80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2" name="Textplatzhalter 2">
            <a:extLst>
              <a:ext uri="{FF2B5EF4-FFF2-40B4-BE49-F238E27FC236}">
                <a16:creationId xmlns:a16="http://schemas.microsoft.com/office/drawing/2014/main" id="{CFA48510-121C-1DC5-5435-3F5AD1C733BA}"/>
              </a:ext>
            </a:extLst>
          </p:cNvPr>
          <p:cNvSpPr>
            <a:spLocks noGrp="1"/>
          </p:cNvSpPr>
          <p:nvPr>
            <p:ph type="body" sz="quarter" idx="22"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3" name="Textfeld 2">
            <a:extLst>
              <a:ext uri="{FF2B5EF4-FFF2-40B4-BE49-F238E27FC236}">
                <a16:creationId xmlns:a16="http://schemas.microsoft.com/office/drawing/2014/main" id="{481BD0BA-EBC4-A9E9-A5E6-E57E90FD8778}"/>
              </a:ext>
            </a:extLst>
          </p:cNvPr>
          <p:cNvSpPr txBox="1"/>
          <p:nvPr userDrawn="1"/>
        </p:nvSpPr>
        <p:spPr>
          <a:xfrm>
            <a:off x="7097486" y="1143000"/>
            <a:ext cx="0" cy="0"/>
          </a:xfrm>
          <a:prstGeom prst="rect">
            <a:avLst/>
          </a:prstGeom>
          <a:noFill/>
        </p:spPr>
        <p:txBody>
          <a:bodyPr vert="horz" wrap="none" lIns="0" tIns="0" rIns="0" bIns="0" rtlCol="0" anchor="ctr">
            <a:noAutofit/>
          </a:bodyPr>
          <a:lstStyle/>
          <a:p>
            <a:pPr marL="0" indent="0" algn="l">
              <a:buFont typeface="Arial" panose="020B0604020202020204" pitchFamily="34" charset="0"/>
              <a:buNone/>
            </a:pPr>
            <a:endParaRPr lang="de-DE" b="1" i="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25138204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_Greenscreen">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499"/>
            <a:ext cx="5342333" cy="318837"/>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
        <p:nvSpPr>
          <p:cNvPr id="5" name="Textplatzhalter 2">
            <a:extLst>
              <a:ext uri="{FF2B5EF4-FFF2-40B4-BE49-F238E27FC236}">
                <a16:creationId xmlns:a16="http://schemas.microsoft.com/office/drawing/2014/main" id="{6AD715C1-DFD9-F8A4-F9BE-D55C272AEA1D}"/>
              </a:ext>
            </a:extLst>
          </p:cNvPr>
          <p:cNvSpPr>
            <a:spLocks noGrp="1"/>
          </p:cNvSpPr>
          <p:nvPr>
            <p:ph type="body" sz="quarter" idx="10" hasCustomPrompt="1"/>
          </p:nvPr>
        </p:nvSpPr>
        <p:spPr>
          <a:xfrm>
            <a:off x="420689" y="1020592"/>
            <a:ext cx="5342437" cy="5113508"/>
          </a:xfrm>
        </p:spPr>
        <p:txBody>
          <a:bodyPr/>
          <a:lstStyle>
            <a:lvl1pPr marL="457200" indent="-457200">
              <a:spcBef>
                <a:spcPts val="200"/>
              </a:spcBef>
              <a:buClr>
                <a:schemeClr val="accent5"/>
              </a:buClr>
              <a:buFont typeface="Symbol" pitchFamily="2" charset="2"/>
              <a:buChar char="-"/>
              <a:defRPr>
                <a:latin typeface="Source Sans Pro" panose="020B0503030403020204" pitchFamily="34" charset="0"/>
                <a:ea typeface="Source Sans Pro" panose="020B0503030403020204" pitchFamily="34" charset="0"/>
              </a:defRPr>
            </a:lvl1pPr>
          </a:lstStyle>
          <a:p>
            <a:r>
              <a:rPr lang="de-DE" noProof="0">
                <a:latin typeface="Source Sans Pro" panose="020B0503030403020204" pitchFamily="34" charset="0"/>
                <a:ea typeface="Source Sans Pro" panose="020B0503030403020204" pitchFamily="34" charset="0"/>
              </a:rPr>
              <a:t>Aufzählung oder Fließtext Source Sans Pro Regular, 24 – 32 </a:t>
            </a:r>
            <a:r>
              <a:rPr lang="de-DE"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r>
              <a:rPr lang="de-DE" b="1" noProof="0">
                <a:latin typeface="Source Sans Pro" panose="020B0503030403020204" pitchFamily="34" charset="0"/>
                <a:ea typeface="Source Sans Pro" panose="020B0503030403020204" pitchFamily="34" charset="0"/>
              </a:rPr>
              <a:t>Hervorhebungen Source Sans Pro </a:t>
            </a:r>
            <a:r>
              <a:rPr lang="de-DE" b="1" noProof="0" err="1">
                <a:latin typeface="Source Sans Pro" panose="020B0503030403020204" pitchFamily="34" charset="0"/>
                <a:ea typeface="Source Sans Pro" panose="020B0503030403020204" pitchFamily="34" charset="0"/>
              </a:rPr>
              <a:t>Bold</a:t>
            </a:r>
            <a:r>
              <a:rPr lang="de-DE" b="1" noProof="0">
                <a:latin typeface="Source Sans Pro" panose="020B0503030403020204" pitchFamily="34" charset="0"/>
                <a:ea typeface="Source Sans Pro" panose="020B0503030403020204" pitchFamily="34" charset="0"/>
              </a:rPr>
              <a:t>, 24 - 32 </a:t>
            </a:r>
            <a:r>
              <a:rPr lang="de-DE" b="1"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endParaRPr lang="de-DE" noProof="0"/>
          </a:p>
          <a:p>
            <a:endParaRPr lang="de-DE" noProof="0"/>
          </a:p>
        </p:txBody>
      </p:sp>
      <p:sp>
        <p:nvSpPr>
          <p:cNvPr id="4" name="Textplatzhalter 2">
            <a:extLst>
              <a:ext uri="{FF2B5EF4-FFF2-40B4-BE49-F238E27FC236}">
                <a16:creationId xmlns:a16="http://schemas.microsoft.com/office/drawing/2014/main" id="{409B7C4A-477B-D43F-E038-A690128A3148}"/>
              </a:ext>
            </a:extLst>
          </p:cNvPr>
          <p:cNvSpPr>
            <a:spLocks noGrp="1"/>
          </p:cNvSpPr>
          <p:nvPr>
            <p:ph type="body" sz="quarter" idx="11" hasCustomPrompt="1"/>
          </p:nvPr>
        </p:nvSpPr>
        <p:spPr>
          <a:xfrm>
            <a:off x="420687" y="337551"/>
            <a:ext cx="5342333"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7462624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ld_Greenscreen">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5351044"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
        <p:nvSpPr>
          <p:cNvPr id="6" name="Inhaltsplatzhalter 3">
            <a:extLst>
              <a:ext uri="{FF2B5EF4-FFF2-40B4-BE49-F238E27FC236}">
                <a16:creationId xmlns:a16="http://schemas.microsoft.com/office/drawing/2014/main" id="{895E6745-4938-A56D-317D-48B4147B6569}"/>
              </a:ext>
            </a:extLst>
          </p:cNvPr>
          <p:cNvSpPr>
            <a:spLocks noGrp="1"/>
          </p:cNvSpPr>
          <p:nvPr>
            <p:ph sz="quarter" idx="17" hasCustomPrompt="1"/>
          </p:nvPr>
        </p:nvSpPr>
        <p:spPr>
          <a:xfrm>
            <a:off x="420687" y="1363436"/>
            <a:ext cx="5351150" cy="4770664"/>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7" name="Textplatzhalter 5">
            <a:extLst>
              <a:ext uri="{FF2B5EF4-FFF2-40B4-BE49-F238E27FC236}">
                <a16:creationId xmlns:a16="http://schemas.microsoft.com/office/drawing/2014/main" id="{FE03A003-7FFD-4E93-6551-C9B426F9A17C}"/>
              </a:ext>
            </a:extLst>
          </p:cNvPr>
          <p:cNvSpPr>
            <a:spLocks noGrp="1"/>
          </p:cNvSpPr>
          <p:nvPr>
            <p:ph type="body" sz="quarter" idx="21" hasCustomPrompt="1"/>
          </p:nvPr>
        </p:nvSpPr>
        <p:spPr>
          <a:xfrm>
            <a:off x="420687" y="1020592"/>
            <a:ext cx="5351150" cy="275945"/>
          </a:xfrm>
        </p:spPr>
        <p:txBody>
          <a:bodyPr/>
          <a:lstStyle>
            <a:lvl1pPr marL="0" indent="0">
              <a:spcBef>
                <a:spcPts val="200"/>
              </a:spcBef>
              <a:buNone/>
              <a:defRPr sz="80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2" name="Textplatzhalter 2">
            <a:extLst>
              <a:ext uri="{FF2B5EF4-FFF2-40B4-BE49-F238E27FC236}">
                <a16:creationId xmlns:a16="http://schemas.microsoft.com/office/drawing/2014/main" id="{CFA48510-121C-1DC5-5435-3F5AD1C733BA}"/>
              </a:ext>
            </a:extLst>
          </p:cNvPr>
          <p:cNvSpPr>
            <a:spLocks noGrp="1"/>
          </p:cNvSpPr>
          <p:nvPr>
            <p:ph type="body" sz="quarter" idx="22" hasCustomPrompt="1"/>
          </p:nvPr>
        </p:nvSpPr>
        <p:spPr>
          <a:xfrm>
            <a:off x="420687" y="337551"/>
            <a:ext cx="5351150"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3" name="Rechteck 2">
            <a:extLst>
              <a:ext uri="{FF2B5EF4-FFF2-40B4-BE49-F238E27FC236}">
                <a16:creationId xmlns:a16="http://schemas.microsoft.com/office/drawing/2014/main" id="{E79474A8-F77E-1229-4A6B-D3EE621DC98A}"/>
              </a:ext>
            </a:extLst>
          </p:cNvPr>
          <p:cNvSpPr/>
          <p:nvPr userDrawn="1"/>
        </p:nvSpPr>
        <p:spPr>
          <a:xfrm>
            <a:off x="6095687" y="0"/>
            <a:ext cx="6096313" cy="6858000"/>
          </a:xfrm>
          <a:prstGeom prst="rect">
            <a:avLst/>
          </a:prstGeom>
          <a:solidFill>
            <a:srgbClr val="55FF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621280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Zwei_Bilder_Greenscreen">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5380704"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a:t>Quelle Text: Autorennachname, JJJJ, S. 123.</a:t>
            </a:r>
            <a:br>
              <a:rPr lang="de-DE"/>
            </a:br>
            <a:r>
              <a:rPr lang="de-DE"/>
              <a:t>Quelle </a:t>
            </a:r>
            <a:r>
              <a:rPr lang="de-DE" noProof="0"/>
              <a:t>Abbildung</a:t>
            </a:r>
            <a:r>
              <a:rPr lang="de-DE"/>
              <a:t>: Autorennachname, JJJJ.</a:t>
            </a:r>
            <a:endParaRPr lang="de-DE" sz="800"/>
          </a:p>
        </p:txBody>
      </p:sp>
      <p:sp>
        <p:nvSpPr>
          <p:cNvPr id="28" name="Inhaltsplatzhalter 5">
            <a:extLst>
              <a:ext uri="{FF2B5EF4-FFF2-40B4-BE49-F238E27FC236}">
                <a16:creationId xmlns:a16="http://schemas.microsoft.com/office/drawing/2014/main" id="{6DD2515F-823D-B9C5-0127-569F3FDCC7C3}"/>
              </a:ext>
            </a:extLst>
          </p:cNvPr>
          <p:cNvSpPr>
            <a:spLocks noGrp="1"/>
          </p:cNvSpPr>
          <p:nvPr>
            <p:ph sz="quarter" idx="21" hasCustomPrompt="1"/>
          </p:nvPr>
        </p:nvSpPr>
        <p:spPr>
          <a:xfrm>
            <a:off x="420687" y="1329585"/>
            <a:ext cx="3386138" cy="2065393"/>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29" name="Textplatzhalter 8">
            <a:extLst>
              <a:ext uri="{FF2B5EF4-FFF2-40B4-BE49-F238E27FC236}">
                <a16:creationId xmlns:a16="http://schemas.microsoft.com/office/drawing/2014/main" id="{7B6B3BEA-CAE6-E795-B307-D0B7FF5C7B13}"/>
              </a:ext>
            </a:extLst>
          </p:cNvPr>
          <p:cNvSpPr>
            <a:spLocks noGrp="1"/>
          </p:cNvSpPr>
          <p:nvPr>
            <p:ph type="body" sz="quarter" idx="22" hasCustomPrompt="1"/>
          </p:nvPr>
        </p:nvSpPr>
        <p:spPr>
          <a:xfrm>
            <a:off x="420687" y="986741"/>
            <a:ext cx="3386138" cy="275945"/>
          </a:xfrm>
        </p:spPr>
        <p:txBody>
          <a:bodyPr/>
          <a:lstStyle>
            <a:lvl1pPr marL="0" indent="0">
              <a:spcBef>
                <a:spcPts val="200"/>
              </a:spcBef>
              <a:buNone/>
              <a:defRPr sz="80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30" name="Inhaltsplatzhalter 9">
            <a:extLst>
              <a:ext uri="{FF2B5EF4-FFF2-40B4-BE49-F238E27FC236}">
                <a16:creationId xmlns:a16="http://schemas.microsoft.com/office/drawing/2014/main" id="{823ED5C8-267C-F15D-5CB8-A09D07ACD0D1}"/>
              </a:ext>
            </a:extLst>
          </p:cNvPr>
          <p:cNvSpPr>
            <a:spLocks noGrp="1"/>
          </p:cNvSpPr>
          <p:nvPr>
            <p:ph sz="quarter" idx="23" hasCustomPrompt="1"/>
          </p:nvPr>
        </p:nvSpPr>
        <p:spPr>
          <a:xfrm>
            <a:off x="420687" y="4034856"/>
            <a:ext cx="3386138" cy="2065393"/>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31" name="Textplatzhalter 10">
            <a:extLst>
              <a:ext uri="{FF2B5EF4-FFF2-40B4-BE49-F238E27FC236}">
                <a16:creationId xmlns:a16="http://schemas.microsoft.com/office/drawing/2014/main" id="{2F837B84-8C2C-853F-0A5B-CB7701E4956A}"/>
              </a:ext>
            </a:extLst>
          </p:cNvPr>
          <p:cNvSpPr>
            <a:spLocks noGrp="1"/>
          </p:cNvSpPr>
          <p:nvPr>
            <p:ph type="body" sz="quarter" idx="24" hasCustomPrompt="1"/>
          </p:nvPr>
        </p:nvSpPr>
        <p:spPr>
          <a:xfrm>
            <a:off x="420687" y="3692012"/>
            <a:ext cx="3386138" cy="275945"/>
          </a:xfrm>
        </p:spPr>
        <p:txBody>
          <a:bodyPr/>
          <a:lstStyle>
            <a:lvl1pPr marL="0" indent="0">
              <a:spcBef>
                <a:spcPts val="200"/>
              </a:spcBef>
              <a:buNone/>
              <a:defRPr sz="80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2" name="Textplatzhalter 2">
            <a:extLst>
              <a:ext uri="{FF2B5EF4-FFF2-40B4-BE49-F238E27FC236}">
                <a16:creationId xmlns:a16="http://schemas.microsoft.com/office/drawing/2014/main" id="{0B379B73-8A55-04C2-552F-2589C049E929}"/>
              </a:ext>
            </a:extLst>
          </p:cNvPr>
          <p:cNvSpPr>
            <a:spLocks noGrp="1"/>
          </p:cNvSpPr>
          <p:nvPr>
            <p:ph type="body" sz="quarter" idx="10" hasCustomPrompt="1"/>
          </p:nvPr>
        </p:nvSpPr>
        <p:spPr>
          <a:xfrm>
            <a:off x="420687" y="337551"/>
            <a:ext cx="5380810"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3" name="Rechteck 2">
            <a:extLst>
              <a:ext uri="{FF2B5EF4-FFF2-40B4-BE49-F238E27FC236}">
                <a16:creationId xmlns:a16="http://schemas.microsoft.com/office/drawing/2014/main" id="{98CD34C1-F1CA-7AE3-AAD9-D1F144CD3A8E}"/>
              </a:ext>
            </a:extLst>
          </p:cNvPr>
          <p:cNvSpPr/>
          <p:nvPr userDrawn="1"/>
        </p:nvSpPr>
        <p:spPr>
          <a:xfrm>
            <a:off x="6095687" y="0"/>
            <a:ext cx="6096313" cy="6858000"/>
          </a:xfrm>
          <a:prstGeom prst="rect">
            <a:avLst/>
          </a:prstGeom>
          <a:solidFill>
            <a:srgbClr val="55FF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0857823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_Bild_Greenscreen">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5380704"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
        <p:nvSpPr>
          <p:cNvPr id="28" name="Inhaltsplatzhalter 5">
            <a:extLst>
              <a:ext uri="{FF2B5EF4-FFF2-40B4-BE49-F238E27FC236}">
                <a16:creationId xmlns:a16="http://schemas.microsoft.com/office/drawing/2014/main" id="{6DD2515F-823D-B9C5-0127-569F3FDCC7C3}"/>
              </a:ext>
            </a:extLst>
          </p:cNvPr>
          <p:cNvSpPr>
            <a:spLocks noGrp="1"/>
          </p:cNvSpPr>
          <p:nvPr>
            <p:ph sz="quarter" idx="21" hasCustomPrompt="1"/>
          </p:nvPr>
        </p:nvSpPr>
        <p:spPr>
          <a:xfrm>
            <a:off x="420687" y="1329585"/>
            <a:ext cx="3386138" cy="2065393"/>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29" name="Textplatzhalter 8">
            <a:extLst>
              <a:ext uri="{FF2B5EF4-FFF2-40B4-BE49-F238E27FC236}">
                <a16:creationId xmlns:a16="http://schemas.microsoft.com/office/drawing/2014/main" id="{7B6B3BEA-CAE6-E795-B307-D0B7FF5C7B13}"/>
              </a:ext>
            </a:extLst>
          </p:cNvPr>
          <p:cNvSpPr>
            <a:spLocks noGrp="1"/>
          </p:cNvSpPr>
          <p:nvPr>
            <p:ph type="body" sz="quarter" idx="22" hasCustomPrompt="1"/>
          </p:nvPr>
        </p:nvSpPr>
        <p:spPr>
          <a:xfrm>
            <a:off x="420687" y="986741"/>
            <a:ext cx="3386138" cy="275945"/>
          </a:xfrm>
        </p:spPr>
        <p:txBody>
          <a:bodyPr/>
          <a:lstStyle>
            <a:lvl1pPr marL="0" indent="0">
              <a:spcBef>
                <a:spcPts val="200"/>
              </a:spcBef>
              <a:buNone/>
              <a:defRPr sz="80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2" name="Textplatzhalter 2">
            <a:extLst>
              <a:ext uri="{FF2B5EF4-FFF2-40B4-BE49-F238E27FC236}">
                <a16:creationId xmlns:a16="http://schemas.microsoft.com/office/drawing/2014/main" id="{0B379B73-8A55-04C2-552F-2589C049E929}"/>
              </a:ext>
            </a:extLst>
          </p:cNvPr>
          <p:cNvSpPr>
            <a:spLocks noGrp="1"/>
          </p:cNvSpPr>
          <p:nvPr>
            <p:ph type="body" sz="quarter" idx="10" hasCustomPrompt="1"/>
          </p:nvPr>
        </p:nvSpPr>
        <p:spPr>
          <a:xfrm>
            <a:off x="420687" y="337551"/>
            <a:ext cx="5380810"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3" name="Rechteck 2">
            <a:extLst>
              <a:ext uri="{FF2B5EF4-FFF2-40B4-BE49-F238E27FC236}">
                <a16:creationId xmlns:a16="http://schemas.microsoft.com/office/drawing/2014/main" id="{98CD34C1-F1CA-7AE3-AAD9-D1F144CD3A8E}"/>
              </a:ext>
            </a:extLst>
          </p:cNvPr>
          <p:cNvSpPr/>
          <p:nvPr userDrawn="1"/>
        </p:nvSpPr>
        <p:spPr>
          <a:xfrm>
            <a:off x="6095687" y="0"/>
            <a:ext cx="6096313" cy="6858000"/>
          </a:xfrm>
          <a:prstGeom prst="rect">
            <a:avLst/>
          </a:prstGeom>
          <a:solidFill>
            <a:srgbClr val="55FF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platzhalter 2">
            <a:extLst>
              <a:ext uri="{FF2B5EF4-FFF2-40B4-BE49-F238E27FC236}">
                <a16:creationId xmlns:a16="http://schemas.microsoft.com/office/drawing/2014/main" id="{6CB3AF1B-6405-8BF8-F8E1-570230109937}"/>
              </a:ext>
            </a:extLst>
          </p:cNvPr>
          <p:cNvSpPr>
            <a:spLocks noGrp="1"/>
          </p:cNvSpPr>
          <p:nvPr>
            <p:ph type="body" sz="quarter" idx="25" hasCustomPrompt="1"/>
          </p:nvPr>
        </p:nvSpPr>
        <p:spPr>
          <a:xfrm>
            <a:off x="420687" y="3692012"/>
            <a:ext cx="5380704" cy="2442088"/>
          </a:xfrm>
        </p:spPr>
        <p:txBody>
          <a:bodyPr/>
          <a:lstStyle>
            <a:lvl1pPr marL="457200" indent="-457200">
              <a:spcBef>
                <a:spcPts val="200"/>
              </a:spcBef>
              <a:buClr>
                <a:schemeClr val="accent5"/>
              </a:buClr>
              <a:buFont typeface="Symbol" pitchFamily="2" charset="2"/>
              <a:buChar char="-"/>
              <a:defRPr sz="2400">
                <a:latin typeface="Source Sans Pro" panose="020B0503030403020204" pitchFamily="34" charset="0"/>
                <a:ea typeface="Source Sans Pro" panose="020B0503030403020204" pitchFamily="34" charset="0"/>
              </a:defRPr>
            </a:lvl1pPr>
          </a:lstStyle>
          <a:p>
            <a:r>
              <a:rPr lang="de-DE" noProof="0">
                <a:latin typeface="Source Sans Pro" panose="020B0503030403020204" pitchFamily="34" charset="0"/>
                <a:ea typeface="Source Sans Pro" panose="020B0503030403020204" pitchFamily="34" charset="0"/>
              </a:rPr>
              <a:t>Aufzählung oder Fließtext Source Sans Pro Regular, 24 – 32 </a:t>
            </a:r>
            <a:r>
              <a:rPr lang="de-DE"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r>
              <a:rPr lang="de-DE" b="1" noProof="0">
                <a:latin typeface="Source Sans Pro" panose="020B0503030403020204" pitchFamily="34" charset="0"/>
                <a:ea typeface="Source Sans Pro" panose="020B0503030403020204" pitchFamily="34" charset="0"/>
              </a:rPr>
              <a:t>Hervorhebungen Source Sans Pro </a:t>
            </a:r>
            <a:r>
              <a:rPr lang="de-DE" b="1" noProof="0" err="1">
                <a:latin typeface="Source Sans Pro" panose="020B0503030403020204" pitchFamily="34" charset="0"/>
                <a:ea typeface="Source Sans Pro" panose="020B0503030403020204" pitchFamily="34" charset="0"/>
              </a:rPr>
              <a:t>Bold</a:t>
            </a:r>
            <a:r>
              <a:rPr lang="de-DE" b="1" noProof="0">
                <a:latin typeface="Source Sans Pro" panose="020B0503030403020204" pitchFamily="34" charset="0"/>
                <a:ea typeface="Source Sans Pro" panose="020B0503030403020204" pitchFamily="34" charset="0"/>
              </a:rPr>
              <a:t>, 24 - 32 </a:t>
            </a:r>
            <a:r>
              <a:rPr lang="de-DE" b="1"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endParaRPr lang="de-DE" noProof="0"/>
          </a:p>
          <a:p>
            <a:endParaRPr lang="de-DE" noProof="0"/>
          </a:p>
        </p:txBody>
      </p:sp>
    </p:spTree>
    <p:extLst>
      <p:ext uri="{BB962C8B-B14F-4D97-AF65-F5344CB8AC3E}">
        <p14:creationId xmlns:p14="http://schemas.microsoft.com/office/powerpoint/2010/main" val="22140166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eer_Greenscreen">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5380704"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a:t>Quelle Text: Autorennachname, JJJJ, S. 123.</a:t>
            </a:r>
            <a:br>
              <a:rPr lang="de-DE"/>
            </a:br>
            <a:r>
              <a:rPr lang="de-DE" noProof="0"/>
              <a:t>Quelle</a:t>
            </a:r>
            <a:r>
              <a:rPr lang="de-DE"/>
              <a:t> Abbildung: Autorennachname, JJJJ.</a:t>
            </a:r>
            <a:endParaRPr lang="de-DE" sz="800"/>
          </a:p>
        </p:txBody>
      </p:sp>
      <p:sp>
        <p:nvSpPr>
          <p:cNvPr id="2" name="Textplatzhalter 2">
            <a:extLst>
              <a:ext uri="{FF2B5EF4-FFF2-40B4-BE49-F238E27FC236}">
                <a16:creationId xmlns:a16="http://schemas.microsoft.com/office/drawing/2014/main" id="{0B379B73-8A55-04C2-552F-2589C049E929}"/>
              </a:ext>
            </a:extLst>
          </p:cNvPr>
          <p:cNvSpPr>
            <a:spLocks noGrp="1"/>
          </p:cNvSpPr>
          <p:nvPr>
            <p:ph type="body" sz="quarter" idx="10" hasCustomPrompt="1"/>
          </p:nvPr>
        </p:nvSpPr>
        <p:spPr>
          <a:xfrm>
            <a:off x="420687" y="337551"/>
            <a:ext cx="5380810"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3" name="Rechteck 2">
            <a:extLst>
              <a:ext uri="{FF2B5EF4-FFF2-40B4-BE49-F238E27FC236}">
                <a16:creationId xmlns:a16="http://schemas.microsoft.com/office/drawing/2014/main" id="{98CD34C1-F1CA-7AE3-AAD9-D1F144CD3A8E}"/>
              </a:ext>
            </a:extLst>
          </p:cNvPr>
          <p:cNvSpPr/>
          <p:nvPr userDrawn="1"/>
        </p:nvSpPr>
        <p:spPr>
          <a:xfrm>
            <a:off x="6095687" y="0"/>
            <a:ext cx="6096313" cy="6858000"/>
          </a:xfrm>
          <a:prstGeom prst="rect">
            <a:avLst/>
          </a:prstGeom>
          <a:solidFill>
            <a:srgbClr val="55FF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8993614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yramide_Greenscreen">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5380704"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
        <p:nvSpPr>
          <p:cNvPr id="2" name="Textplatzhalter 2">
            <a:extLst>
              <a:ext uri="{FF2B5EF4-FFF2-40B4-BE49-F238E27FC236}">
                <a16:creationId xmlns:a16="http://schemas.microsoft.com/office/drawing/2014/main" id="{0B379B73-8A55-04C2-552F-2589C049E929}"/>
              </a:ext>
            </a:extLst>
          </p:cNvPr>
          <p:cNvSpPr>
            <a:spLocks noGrp="1"/>
          </p:cNvSpPr>
          <p:nvPr>
            <p:ph type="body" sz="quarter" idx="10" hasCustomPrompt="1"/>
          </p:nvPr>
        </p:nvSpPr>
        <p:spPr>
          <a:xfrm>
            <a:off x="420687" y="337551"/>
            <a:ext cx="5380810"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3" name="Rechteck 2">
            <a:extLst>
              <a:ext uri="{FF2B5EF4-FFF2-40B4-BE49-F238E27FC236}">
                <a16:creationId xmlns:a16="http://schemas.microsoft.com/office/drawing/2014/main" id="{98CD34C1-F1CA-7AE3-AAD9-D1F144CD3A8E}"/>
              </a:ext>
            </a:extLst>
          </p:cNvPr>
          <p:cNvSpPr/>
          <p:nvPr userDrawn="1"/>
        </p:nvSpPr>
        <p:spPr>
          <a:xfrm>
            <a:off x="6095687" y="0"/>
            <a:ext cx="6096313" cy="6858000"/>
          </a:xfrm>
          <a:prstGeom prst="rect">
            <a:avLst/>
          </a:prstGeom>
          <a:solidFill>
            <a:srgbClr val="55FF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Freihandform 12">
            <a:extLst>
              <a:ext uri="{FF2B5EF4-FFF2-40B4-BE49-F238E27FC236}">
                <a16:creationId xmlns:a16="http://schemas.microsoft.com/office/drawing/2014/main" id="{583A27FF-5350-ECF8-2159-6E6A6BF8835A}"/>
              </a:ext>
            </a:extLst>
          </p:cNvPr>
          <p:cNvSpPr/>
          <p:nvPr userDrawn="1"/>
        </p:nvSpPr>
        <p:spPr>
          <a:xfrm>
            <a:off x="2648746" y="1074615"/>
            <a:ext cx="924689" cy="829248"/>
          </a:xfrm>
          <a:custGeom>
            <a:avLst/>
            <a:gdLst>
              <a:gd name="connsiteX0" fmla="*/ 0 w 1035646"/>
              <a:gd name="connsiteY0" fmla="*/ 714209 h 714209"/>
              <a:gd name="connsiteX1" fmla="*/ 517823 w 1035646"/>
              <a:gd name="connsiteY1" fmla="*/ 0 h 714209"/>
              <a:gd name="connsiteX2" fmla="*/ 517823 w 1035646"/>
              <a:gd name="connsiteY2" fmla="*/ 0 h 714209"/>
              <a:gd name="connsiteX3" fmla="*/ 1035646 w 1035646"/>
              <a:gd name="connsiteY3" fmla="*/ 714209 h 714209"/>
              <a:gd name="connsiteX4" fmla="*/ 0 w 1035646"/>
              <a:gd name="connsiteY4" fmla="*/ 714209 h 71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646" h="714209">
                <a:moveTo>
                  <a:pt x="0" y="714209"/>
                </a:moveTo>
                <a:lnTo>
                  <a:pt x="517823" y="0"/>
                </a:lnTo>
                <a:lnTo>
                  <a:pt x="517823" y="0"/>
                </a:lnTo>
                <a:lnTo>
                  <a:pt x="1035646" y="714209"/>
                </a:lnTo>
                <a:lnTo>
                  <a:pt x="0" y="714209"/>
                </a:lnTo>
                <a:close/>
              </a:path>
            </a:pathLst>
          </a:custGeom>
          <a:solidFill>
            <a:schemeClr val="accent3"/>
          </a:solidFill>
        </p:spPr>
        <p:style>
          <a:lnRef idx="2">
            <a:schemeClr val="lt1">
              <a:hueOff val="0"/>
              <a:satOff val="0"/>
              <a:lumOff val="0"/>
              <a:alphaOff val="0"/>
            </a:schemeClr>
          </a:lnRef>
          <a:fillRef idx="1">
            <a:scrgbClr r="0" g="0" b="0"/>
          </a:fillRef>
          <a:effectRef idx="0">
            <a:schemeClr val="accent1">
              <a:alpha val="90000"/>
              <a:hueOff val="0"/>
              <a:satOff val="0"/>
              <a:lumOff val="0"/>
              <a:alphaOff val="0"/>
            </a:schemeClr>
          </a:effectRef>
          <a:fontRef idx="minor">
            <a:schemeClr val="lt1"/>
          </a:fontRef>
        </p:style>
        <p:txBody>
          <a:bodyPr spcFirstLastPara="0" vert="horz" wrap="square" lIns="13970" tIns="13970" rIns="13970" bIns="13970" numCol="1" spcCol="1270" anchor="ctr" anchorCtr="0">
            <a:normAutofit/>
          </a:bodyPr>
          <a:lstStyle/>
          <a:p>
            <a:pPr lvl="0" algn="ctr" defTabSz="488950">
              <a:lnSpc>
                <a:spcPct val="90000"/>
              </a:lnSpc>
              <a:spcBef>
                <a:spcPct val="0"/>
              </a:spcBef>
              <a:spcAft>
                <a:spcPct val="35000"/>
              </a:spcAft>
            </a:pPr>
            <a:endParaRPr lang="de-DE" sz="1700" kern="12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4" name="Freihandform 13">
            <a:extLst>
              <a:ext uri="{FF2B5EF4-FFF2-40B4-BE49-F238E27FC236}">
                <a16:creationId xmlns:a16="http://schemas.microsoft.com/office/drawing/2014/main" id="{1C97CA0C-CD2E-7EC4-82FA-76ED71BE3F05}"/>
              </a:ext>
            </a:extLst>
          </p:cNvPr>
          <p:cNvSpPr/>
          <p:nvPr userDrawn="1"/>
        </p:nvSpPr>
        <p:spPr>
          <a:xfrm>
            <a:off x="2128117" y="2006220"/>
            <a:ext cx="1965949" cy="934872"/>
          </a:xfrm>
          <a:custGeom>
            <a:avLst/>
            <a:gdLst>
              <a:gd name="connsiteX0" fmla="*/ 0 w 2071292"/>
              <a:gd name="connsiteY0" fmla="*/ 714209 h 714209"/>
              <a:gd name="connsiteX1" fmla="*/ 517823 w 2071292"/>
              <a:gd name="connsiteY1" fmla="*/ 0 h 714209"/>
              <a:gd name="connsiteX2" fmla="*/ 1553469 w 2071292"/>
              <a:gd name="connsiteY2" fmla="*/ 0 h 714209"/>
              <a:gd name="connsiteX3" fmla="*/ 2071292 w 2071292"/>
              <a:gd name="connsiteY3" fmla="*/ 714209 h 714209"/>
              <a:gd name="connsiteX4" fmla="*/ 0 w 2071292"/>
              <a:gd name="connsiteY4" fmla="*/ 714209 h 71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1292" h="714209">
                <a:moveTo>
                  <a:pt x="0" y="714209"/>
                </a:moveTo>
                <a:lnTo>
                  <a:pt x="517823" y="0"/>
                </a:lnTo>
                <a:lnTo>
                  <a:pt x="1553469" y="0"/>
                </a:lnTo>
                <a:lnTo>
                  <a:pt x="2071292" y="714209"/>
                </a:lnTo>
                <a:lnTo>
                  <a:pt x="0" y="714209"/>
                </a:lnTo>
                <a:close/>
              </a:path>
            </a:pathLst>
          </a:custGeom>
          <a:solidFill>
            <a:schemeClr val="accent2"/>
          </a:solidFill>
        </p:spPr>
        <p:style>
          <a:lnRef idx="2">
            <a:schemeClr val="lt1">
              <a:hueOff val="0"/>
              <a:satOff val="0"/>
              <a:lumOff val="0"/>
              <a:alphaOff val="0"/>
            </a:schemeClr>
          </a:lnRef>
          <a:fillRef idx="1">
            <a:scrgbClr r="0" g="0" b="0"/>
          </a:fillRef>
          <a:effectRef idx="0">
            <a:schemeClr val="accent1">
              <a:alpha val="90000"/>
              <a:hueOff val="0"/>
              <a:satOff val="0"/>
              <a:lumOff val="0"/>
              <a:alphaOff val="-10000"/>
            </a:schemeClr>
          </a:effectRef>
          <a:fontRef idx="minor">
            <a:schemeClr val="lt1"/>
          </a:fontRef>
        </p:style>
        <p:txBody>
          <a:bodyPr spcFirstLastPara="0" vert="horz" wrap="square" lIns="376446" tIns="13970" rIns="376447" bIns="13970" numCol="1" spcCol="1270" anchor="ctr" anchorCtr="0">
            <a:noAutofit/>
          </a:bodyPr>
          <a:lstStyle/>
          <a:p>
            <a:pPr lvl="0" algn="ctr" defTabSz="488950">
              <a:lnSpc>
                <a:spcPct val="90000"/>
              </a:lnSpc>
              <a:spcBef>
                <a:spcPct val="0"/>
              </a:spcBef>
              <a:spcAft>
                <a:spcPct val="35000"/>
              </a:spcAft>
            </a:pPr>
            <a:endParaRPr lang="de-DE" sz="1700" kern="12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5" name="Freihandform 14">
            <a:extLst>
              <a:ext uri="{FF2B5EF4-FFF2-40B4-BE49-F238E27FC236}">
                <a16:creationId xmlns:a16="http://schemas.microsoft.com/office/drawing/2014/main" id="{0EA07E66-D08F-B663-88B0-5485C347DEF2}"/>
              </a:ext>
            </a:extLst>
          </p:cNvPr>
          <p:cNvSpPr/>
          <p:nvPr userDrawn="1"/>
        </p:nvSpPr>
        <p:spPr>
          <a:xfrm>
            <a:off x="1579036" y="3043449"/>
            <a:ext cx="3081087" cy="928049"/>
          </a:xfrm>
          <a:custGeom>
            <a:avLst/>
            <a:gdLst>
              <a:gd name="connsiteX0" fmla="*/ 0 w 3106938"/>
              <a:gd name="connsiteY0" fmla="*/ 714209 h 714209"/>
              <a:gd name="connsiteX1" fmla="*/ 517823 w 3106938"/>
              <a:gd name="connsiteY1" fmla="*/ 0 h 714209"/>
              <a:gd name="connsiteX2" fmla="*/ 2589115 w 3106938"/>
              <a:gd name="connsiteY2" fmla="*/ 0 h 714209"/>
              <a:gd name="connsiteX3" fmla="*/ 3106938 w 3106938"/>
              <a:gd name="connsiteY3" fmla="*/ 714209 h 714209"/>
              <a:gd name="connsiteX4" fmla="*/ 0 w 3106938"/>
              <a:gd name="connsiteY4" fmla="*/ 714209 h 71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938" h="714209">
                <a:moveTo>
                  <a:pt x="0" y="714209"/>
                </a:moveTo>
                <a:lnTo>
                  <a:pt x="517823" y="0"/>
                </a:lnTo>
                <a:lnTo>
                  <a:pt x="2589115" y="0"/>
                </a:lnTo>
                <a:lnTo>
                  <a:pt x="3106938" y="714209"/>
                </a:lnTo>
                <a:lnTo>
                  <a:pt x="0" y="714209"/>
                </a:lnTo>
                <a:close/>
              </a:path>
            </a:pathLst>
          </a:custGeom>
          <a:solidFill>
            <a:schemeClr val="accent1"/>
          </a:solidFill>
        </p:spPr>
        <p:style>
          <a:lnRef idx="2">
            <a:schemeClr val="lt1">
              <a:hueOff val="0"/>
              <a:satOff val="0"/>
              <a:lumOff val="0"/>
              <a:alphaOff val="0"/>
            </a:schemeClr>
          </a:lnRef>
          <a:fillRef idx="1">
            <a:scrgbClr r="0" g="0" b="0"/>
          </a:fillRef>
          <a:effectRef idx="0">
            <a:schemeClr val="accent1">
              <a:alpha val="90000"/>
              <a:hueOff val="0"/>
              <a:satOff val="0"/>
              <a:lumOff val="0"/>
              <a:alphaOff val="-20000"/>
            </a:schemeClr>
          </a:effectRef>
          <a:fontRef idx="minor">
            <a:schemeClr val="lt1"/>
          </a:fontRef>
        </p:style>
        <p:txBody>
          <a:bodyPr spcFirstLastPara="0" vert="horz" wrap="square" lIns="557684" tIns="13970" rIns="557685" bIns="13970" numCol="1" spcCol="1270" anchor="ctr" anchorCtr="0">
            <a:noAutofit/>
          </a:bodyPr>
          <a:lstStyle/>
          <a:p>
            <a:pPr lvl="0" algn="ctr" defTabSz="488950">
              <a:lnSpc>
                <a:spcPct val="90000"/>
              </a:lnSpc>
              <a:spcBef>
                <a:spcPct val="0"/>
              </a:spcBef>
              <a:spcAft>
                <a:spcPct val="35000"/>
              </a:spcAft>
            </a:pPr>
            <a:endParaRPr lang="de-DE" sz="1700" kern="12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6" name="Freihandform 15">
            <a:extLst>
              <a:ext uri="{FF2B5EF4-FFF2-40B4-BE49-F238E27FC236}">
                <a16:creationId xmlns:a16="http://schemas.microsoft.com/office/drawing/2014/main" id="{E30EE489-3A16-CA84-4A2A-D040AEBFCFDD}"/>
              </a:ext>
            </a:extLst>
          </p:cNvPr>
          <p:cNvSpPr/>
          <p:nvPr userDrawn="1"/>
        </p:nvSpPr>
        <p:spPr>
          <a:xfrm>
            <a:off x="1016083" y="4073855"/>
            <a:ext cx="4206995" cy="948520"/>
          </a:xfrm>
          <a:custGeom>
            <a:avLst/>
            <a:gdLst>
              <a:gd name="connsiteX0" fmla="*/ 0 w 4142584"/>
              <a:gd name="connsiteY0" fmla="*/ 714209 h 714209"/>
              <a:gd name="connsiteX1" fmla="*/ 517823 w 4142584"/>
              <a:gd name="connsiteY1" fmla="*/ 0 h 714209"/>
              <a:gd name="connsiteX2" fmla="*/ 3624761 w 4142584"/>
              <a:gd name="connsiteY2" fmla="*/ 0 h 714209"/>
              <a:gd name="connsiteX3" fmla="*/ 4142584 w 4142584"/>
              <a:gd name="connsiteY3" fmla="*/ 714209 h 714209"/>
              <a:gd name="connsiteX4" fmla="*/ 0 w 4142584"/>
              <a:gd name="connsiteY4" fmla="*/ 714209 h 71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2584" h="714209">
                <a:moveTo>
                  <a:pt x="0" y="714209"/>
                </a:moveTo>
                <a:lnTo>
                  <a:pt x="517823" y="0"/>
                </a:lnTo>
                <a:lnTo>
                  <a:pt x="3624761" y="0"/>
                </a:lnTo>
                <a:lnTo>
                  <a:pt x="4142584" y="714209"/>
                </a:lnTo>
                <a:lnTo>
                  <a:pt x="0" y="714209"/>
                </a:lnTo>
                <a:close/>
              </a:path>
            </a:pathLst>
          </a:custGeom>
          <a:solidFill>
            <a:schemeClr val="accent6"/>
          </a:solidFill>
        </p:spPr>
        <p:style>
          <a:lnRef idx="2">
            <a:schemeClr val="lt1">
              <a:hueOff val="0"/>
              <a:satOff val="0"/>
              <a:lumOff val="0"/>
              <a:alphaOff val="0"/>
            </a:schemeClr>
          </a:lnRef>
          <a:fillRef idx="1">
            <a:scrgbClr r="0" g="0" b="0"/>
          </a:fillRef>
          <a:effectRef idx="0">
            <a:schemeClr val="accent1">
              <a:alpha val="90000"/>
              <a:hueOff val="0"/>
              <a:satOff val="0"/>
              <a:lumOff val="0"/>
              <a:alphaOff val="-30000"/>
            </a:schemeClr>
          </a:effectRef>
          <a:fontRef idx="minor">
            <a:schemeClr val="lt1"/>
          </a:fontRef>
        </p:style>
        <p:txBody>
          <a:bodyPr spcFirstLastPara="0" vert="horz" wrap="square" lIns="738922" tIns="13970" rIns="738923" bIns="13970" numCol="1" spcCol="1270" anchor="ctr" anchorCtr="0">
            <a:noAutofit/>
          </a:bodyPr>
          <a:lstStyle/>
          <a:p>
            <a:pPr algn="ctr" defTabSz="488950">
              <a:lnSpc>
                <a:spcPct val="90000"/>
              </a:lnSpc>
              <a:spcBef>
                <a:spcPct val="0"/>
              </a:spcBef>
              <a:spcAft>
                <a:spcPct val="35000"/>
              </a:spcAft>
            </a:pPr>
            <a:endParaRPr lang="de-DE" sz="17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7" name="Freihandform 16">
            <a:extLst>
              <a:ext uri="{FF2B5EF4-FFF2-40B4-BE49-F238E27FC236}">
                <a16:creationId xmlns:a16="http://schemas.microsoft.com/office/drawing/2014/main" id="{0F91192C-0781-9AEA-E80F-4C64DB89D5AE}"/>
              </a:ext>
            </a:extLst>
          </p:cNvPr>
          <p:cNvSpPr/>
          <p:nvPr userDrawn="1"/>
        </p:nvSpPr>
        <p:spPr>
          <a:xfrm>
            <a:off x="429229" y="5124734"/>
            <a:ext cx="5380704" cy="934872"/>
          </a:xfrm>
          <a:custGeom>
            <a:avLst/>
            <a:gdLst>
              <a:gd name="connsiteX0" fmla="*/ 0 w 5178230"/>
              <a:gd name="connsiteY0" fmla="*/ 714209 h 714209"/>
              <a:gd name="connsiteX1" fmla="*/ 517823 w 5178230"/>
              <a:gd name="connsiteY1" fmla="*/ 0 h 714209"/>
              <a:gd name="connsiteX2" fmla="*/ 4660407 w 5178230"/>
              <a:gd name="connsiteY2" fmla="*/ 0 h 714209"/>
              <a:gd name="connsiteX3" fmla="*/ 5178230 w 5178230"/>
              <a:gd name="connsiteY3" fmla="*/ 714209 h 714209"/>
              <a:gd name="connsiteX4" fmla="*/ 0 w 5178230"/>
              <a:gd name="connsiteY4" fmla="*/ 714209 h 71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8230" h="714209">
                <a:moveTo>
                  <a:pt x="0" y="714209"/>
                </a:moveTo>
                <a:lnTo>
                  <a:pt x="517823" y="0"/>
                </a:lnTo>
                <a:lnTo>
                  <a:pt x="4660407" y="0"/>
                </a:lnTo>
                <a:lnTo>
                  <a:pt x="5178230" y="714209"/>
                </a:lnTo>
                <a:lnTo>
                  <a:pt x="0" y="714209"/>
                </a:lnTo>
                <a:close/>
              </a:path>
            </a:pathLst>
          </a:custGeom>
          <a:solidFill>
            <a:schemeClr val="accent5"/>
          </a:solidFill>
        </p:spPr>
        <p:style>
          <a:lnRef idx="2">
            <a:schemeClr val="lt1">
              <a:hueOff val="0"/>
              <a:satOff val="0"/>
              <a:lumOff val="0"/>
              <a:alphaOff val="0"/>
            </a:schemeClr>
          </a:lnRef>
          <a:fillRef idx="1">
            <a:scrgbClr r="0" g="0" b="0"/>
          </a:fillRef>
          <a:effectRef idx="0">
            <a:schemeClr val="accent1">
              <a:alpha val="90000"/>
              <a:hueOff val="0"/>
              <a:satOff val="0"/>
              <a:lumOff val="0"/>
              <a:alphaOff val="-40000"/>
            </a:schemeClr>
          </a:effectRef>
          <a:fontRef idx="minor">
            <a:schemeClr val="lt1"/>
          </a:fontRef>
        </p:style>
        <p:txBody>
          <a:bodyPr spcFirstLastPara="0" vert="horz" wrap="square" lIns="920160" tIns="13970" rIns="920161" bIns="13970" numCol="1" spcCol="1270" anchor="ctr" anchorCtr="0">
            <a:noAutofit/>
          </a:bodyPr>
          <a:lstStyle/>
          <a:p>
            <a:pPr lvl="0" algn="ctr" defTabSz="488950">
              <a:lnSpc>
                <a:spcPct val="90000"/>
              </a:lnSpc>
              <a:spcBef>
                <a:spcPct val="0"/>
              </a:spcBef>
              <a:spcAft>
                <a:spcPct val="35000"/>
              </a:spcAft>
            </a:pPr>
            <a:endParaRPr lang="de-DE" sz="1700" kern="1200">
              <a:solidFill>
                <a:schemeClr val="bg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8" name="Textplatzhalter 10">
            <a:extLst>
              <a:ext uri="{FF2B5EF4-FFF2-40B4-BE49-F238E27FC236}">
                <a16:creationId xmlns:a16="http://schemas.microsoft.com/office/drawing/2014/main" id="{89A5DAB6-E550-DB86-83DA-54E06860F813}"/>
              </a:ext>
            </a:extLst>
          </p:cNvPr>
          <p:cNvSpPr>
            <a:spLocks noGrp="1"/>
          </p:cNvSpPr>
          <p:nvPr>
            <p:ph type="body" sz="quarter" idx="11" hasCustomPrompt="1"/>
          </p:nvPr>
        </p:nvSpPr>
        <p:spPr>
          <a:xfrm>
            <a:off x="2648745" y="2006218"/>
            <a:ext cx="924689" cy="927673"/>
          </a:xfrm>
        </p:spPr>
        <p:txBody>
          <a:bodyPr anchor="ct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p:txBody>
      </p:sp>
      <p:sp>
        <p:nvSpPr>
          <p:cNvPr id="19" name="Textplatzhalter 10">
            <a:extLst>
              <a:ext uri="{FF2B5EF4-FFF2-40B4-BE49-F238E27FC236}">
                <a16:creationId xmlns:a16="http://schemas.microsoft.com/office/drawing/2014/main" id="{17564438-71EB-0568-123E-E1B4E7A1DDF3}"/>
              </a:ext>
            </a:extLst>
          </p:cNvPr>
          <p:cNvSpPr>
            <a:spLocks noGrp="1"/>
          </p:cNvSpPr>
          <p:nvPr>
            <p:ph type="body" sz="quarter" idx="12" hasCustomPrompt="1"/>
          </p:nvPr>
        </p:nvSpPr>
        <p:spPr>
          <a:xfrm>
            <a:off x="2095329" y="3043447"/>
            <a:ext cx="2037923" cy="928049"/>
          </a:xfrm>
        </p:spPr>
        <p:txBody>
          <a:bodyPr anchor="ct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p:txBody>
      </p:sp>
      <p:sp>
        <p:nvSpPr>
          <p:cNvPr id="20" name="Textplatzhalter 10">
            <a:extLst>
              <a:ext uri="{FF2B5EF4-FFF2-40B4-BE49-F238E27FC236}">
                <a16:creationId xmlns:a16="http://schemas.microsoft.com/office/drawing/2014/main" id="{18914E49-3983-EF23-6F17-2C8496F37DE5}"/>
              </a:ext>
            </a:extLst>
          </p:cNvPr>
          <p:cNvSpPr>
            <a:spLocks noGrp="1"/>
          </p:cNvSpPr>
          <p:nvPr>
            <p:ph type="body" sz="quarter" idx="13" hasCustomPrompt="1"/>
          </p:nvPr>
        </p:nvSpPr>
        <p:spPr>
          <a:xfrm>
            <a:off x="1538965" y="4082006"/>
            <a:ext cx="3156048" cy="928049"/>
          </a:xfrm>
        </p:spPr>
        <p:txBody>
          <a:bodyPr anchor="ct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p>
          <a:p>
            <a:pPr lvl="0"/>
            <a:r>
              <a:rPr lang="de-DE" noProof="0"/>
              <a:t>Schrift: Source Sans Pro Regular, Schriftgröße: 17 – 32 </a:t>
            </a:r>
            <a:r>
              <a:rPr lang="de-DE" noProof="0" err="1"/>
              <a:t>pt</a:t>
            </a:r>
            <a:r>
              <a:rPr lang="de-DE" noProof="0"/>
              <a:t>.</a:t>
            </a:r>
          </a:p>
        </p:txBody>
      </p:sp>
      <p:sp>
        <p:nvSpPr>
          <p:cNvPr id="21" name="Textplatzhalter 10">
            <a:extLst>
              <a:ext uri="{FF2B5EF4-FFF2-40B4-BE49-F238E27FC236}">
                <a16:creationId xmlns:a16="http://schemas.microsoft.com/office/drawing/2014/main" id="{E55FB587-BC5F-AC86-F716-36388EDFFEE6}"/>
              </a:ext>
            </a:extLst>
          </p:cNvPr>
          <p:cNvSpPr>
            <a:spLocks noGrp="1"/>
          </p:cNvSpPr>
          <p:nvPr>
            <p:ph type="body" sz="quarter" idx="14" hasCustomPrompt="1"/>
          </p:nvPr>
        </p:nvSpPr>
        <p:spPr>
          <a:xfrm>
            <a:off x="975907" y="5130089"/>
            <a:ext cx="4289069" cy="929517"/>
          </a:xfrm>
        </p:spPr>
        <p:txBody>
          <a:bodyPr anchor="ctr"/>
          <a:lstStyle>
            <a:lvl1pPr algn="ctr">
              <a:spcBef>
                <a:spcPts val="200"/>
              </a:spcBef>
              <a:defRPr sz="1700" b="0" i="0">
                <a:solidFill>
                  <a:schemeClr val="bg1"/>
                </a:solidFill>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Tree>
    <p:extLst>
      <p:ext uri="{BB962C8B-B14F-4D97-AF65-F5344CB8AC3E}">
        <p14:creationId xmlns:p14="http://schemas.microsoft.com/office/powerpoint/2010/main" val="11990470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ufzählung_Greenscreen">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5380704"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
        <p:nvSpPr>
          <p:cNvPr id="2" name="Textplatzhalter 2">
            <a:extLst>
              <a:ext uri="{FF2B5EF4-FFF2-40B4-BE49-F238E27FC236}">
                <a16:creationId xmlns:a16="http://schemas.microsoft.com/office/drawing/2014/main" id="{0B379B73-8A55-04C2-552F-2589C049E929}"/>
              </a:ext>
            </a:extLst>
          </p:cNvPr>
          <p:cNvSpPr>
            <a:spLocks noGrp="1"/>
          </p:cNvSpPr>
          <p:nvPr>
            <p:ph type="body" sz="quarter" idx="10" hasCustomPrompt="1"/>
          </p:nvPr>
        </p:nvSpPr>
        <p:spPr>
          <a:xfrm>
            <a:off x="420687" y="337551"/>
            <a:ext cx="5380810"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3" name="Rechteck 2">
            <a:extLst>
              <a:ext uri="{FF2B5EF4-FFF2-40B4-BE49-F238E27FC236}">
                <a16:creationId xmlns:a16="http://schemas.microsoft.com/office/drawing/2014/main" id="{98CD34C1-F1CA-7AE3-AAD9-D1F144CD3A8E}"/>
              </a:ext>
            </a:extLst>
          </p:cNvPr>
          <p:cNvSpPr/>
          <p:nvPr userDrawn="1"/>
        </p:nvSpPr>
        <p:spPr>
          <a:xfrm>
            <a:off x="6095687" y="0"/>
            <a:ext cx="6096313" cy="6858000"/>
          </a:xfrm>
          <a:prstGeom prst="rect">
            <a:avLst/>
          </a:prstGeom>
          <a:solidFill>
            <a:srgbClr val="55FF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Freihandform 3">
            <a:extLst>
              <a:ext uri="{FF2B5EF4-FFF2-40B4-BE49-F238E27FC236}">
                <a16:creationId xmlns:a16="http://schemas.microsoft.com/office/drawing/2014/main" id="{4FF24E1F-E1A4-19C1-AC48-7A473CA2B41B}"/>
              </a:ext>
            </a:extLst>
          </p:cNvPr>
          <p:cNvSpPr/>
          <p:nvPr userDrawn="1"/>
        </p:nvSpPr>
        <p:spPr>
          <a:xfrm>
            <a:off x="409434" y="1153236"/>
            <a:ext cx="5374178" cy="823365"/>
          </a:xfrm>
          <a:custGeom>
            <a:avLst/>
            <a:gdLst>
              <a:gd name="connsiteX0" fmla="*/ 0 w 10103944"/>
              <a:gd name="connsiteY0" fmla="*/ 0 h 475722"/>
              <a:gd name="connsiteX1" fmla="*/ 10103944 w 10103944"/>
              <a:gd name="connsiteY1" fmla="*/ 0 h 475722"/>
              <a:gd name="connsiteX2" fmla="*/ 10103944 w 10103944"/>
              <a:gd name="connsiteY2" fmla="*/ 475722 h 475722"/>
              <a:gd name="connsiteX3" fmla="*/ 0 w 10103944"/>
              <a:gd name="connsiteY3" fmla="*/ 475722 h 475722"/>
              <a:gd name="connsiteX4" fmla="*/ 0 w 10103944"/>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3944" h="475722">
                <a:moveTo>
                  <a:pt x="0" y="0"/>
                </a:moveTo>
                <a:lnTo>
                  <a:pt x="10103944" y="0"/>
                </a:lnTo>
                <a:lnTo>
                  <a:pt x="10103944" y="475722"/>
                </a:lnTo>
                <a:lnTo>
                  <a:pt x="0" y="475722"/>
                </a:lnTo>
                <a:lnTo>
                  <a:pt x="0" y="0"/>
                </a:lnTo>
                <a:close/>
              </a:path>
            </a:pathLst>
          </a:custGeom>
          <a:solidFill>
            <a:schemeClr val="accent3"/>
          </a:solidFill>
          <a:ln>
            <a:no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77605" tIns="58420" rIns="58420" bIns="58420" numCol="1" spcCol="1270" anchor="ctr" anchorCtr="0">
            <a:noAutofit/>
          </a:bodyPr>
          <a:lstStyle/>
          <a:p>
            <a:pPr marL="0" marR="0" lvl="0" indent="0" algn="l" defTabSz="914400" rtl="0" eaLnBrk="1" fontAlgn="auto" latinLnBrk="0" hangingPunct="1">
              <a:lnSpc>
                <a:spcPct val="100000"/>
              </a:lnSpc>
              <a:spcBef>
                <a:spcPts val="1800"/>
              </a:spcBef>
              <a:spcAft>
                <a:spcPts val="0"/>
              </a:spcAft>
              <a:buClrTx/>
              <a:buSzTx/>
              <a:buFontTx/>
              <a:buNone/>
              <a:tabLst/>
              <a:defRPr/>
            </a:pP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5" name="Freihandform 4">
            <a:extLst>
              <a:ext uri="{FF2B5EF4-FFF2-40B4-BE49-F238E27FC236}">
                <a16:creationId xmlns:a16="http://schemas.microsoft.com/office/drawing/2014/main" id="{EB769ECC-47FB-0C49-63BB-807F2BD5BF14}"/>
              </a:ext>
            </a:extLst>
          </p:cNvPr>
          <p:cNvSpPr/>
          <p:nvPr userDrawn="1"/>
        </p:nvSpPr>
        <p:spPr>
          <a:xfrm>
            <a:off x="402609" y="2088107"/>
            <a:ext cx="5374598" cy="832514"/>
          </a:xfrm>
          <a:custGeom>
            <a:avLst/>
            <a:gdLst>
              <a:gd name="connsiteX0" fmla="*/ 0 w 9763055"/>
              <a:gd name="connsiteY0" fmla="*/ 0 h 475722"/>
              <a:gd name="connsiteX1" fmla="*/ 9763055 w 9763055"/>
              <a:gd name="connsiteY1" fmla="*/ 0 h 475722"/>
              <a:gd name="connsiteX2" fmla="*/ 9763055 w 9763055"/>
              <a:gd name="connsiteY2" fmla="*/ 475722 h 475722"/>
              <a:gd name="connsiteX3" fmla="*/ 0 w 9763055"/>
              <a:gd name="connsiteY3" fmla="*/ 475722 h 475722"/>
              <a:gd name="connsiteX4" fmla="*/ 0 w 9763055"/>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3055" h="475722">
                <a:moveTo>
                  <a:pt x="0" y="0"/>
                </a:moveTo>
                <a:lnTo>
                  <a:pt x="9763055" y="0"/>
                </a:lnTo>
                <a:lnTo>
                  <a:pt x="9763055" y="475722"/>
                </a:lnTo>
                <a:lnTo>
                  <a:pt x="0" y="475722"/>
                </a:lnTo>
                <a:lnTo>
                  <a:pt x="0" y="0"/>
                </a:lnTo>
                <a:close/>
              </a:path>
            </a:pathLst>
          </a:custGeom>
          <a:solidFill>
            <a:schemeClr val="accent2"/>
          </a:solidFill>
          <a:ln>
            <a:noFill/>
          </a:ln>
        </p:spPr>
        <p:style>
          <a:lnRef idx="2">
            <a:scrgbClr r="0" g="0" b="0"/>
          </a:lnRef>
          <a:fillRef idx="1">
            <a:schemeClr val="accent5">
              <a:hueOff val="210382"/>
              <a:satOff val="-10001"/>
              <a:lumOff val="-2696"/>
              <a:alphaOff val="0"/>
            </a:schemeClr>
          </a:fillRef>
          <a:effectRef idx="0">
            <a:schemeClr val="accent5">
              <a:hueOff val="210382"/>
              <a:satOff val="-10001"/>
              <a:lumOff val="-2696"/>
              <a:alphaOff val="0"/>
            </a:schemeClr>
          </a:effectRef>
          <a:fontRef idx="minor">
            <a:schemeClr val="lt1"/>
          </a:fontRef>
        </p:style>
        <p:txBody>
          <a:bodyPr spcFirstLastPara="0" vert="horz" wrap="square" lIns="377605" tIns="58420" rIns="58420" bIns="58420" numCol="1" spcCol="1270" anchor="ctr" anchorCtr="0">
            <a:noAutofit/>
          </a:bodyPr>
          <a:lstStyle/>
          <a:p>
            <a:pPr>
              <a:spcBef>
                <a:spcPts val="1800"/>
              </a:spcBef>
            </a:pP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6" name="Freihandform 5">
            <a:extLst>
              <a:ext uri="{FF2B5EF4-FFF2-40B4-BE49-F238E27FC236}">
                <a16:creationId xmlns:a16="http://schemas.microsoft.com/office/drawing/2014/main" id="{24A9F86C-0EB8-8E7D-8796-8746BF2155F8}"/>
              </a:ext>
            </a:extLst>
          </p:cNvPr>
          <p:cNvSpPr/>
          <p:nvPr userDrawn="1"/>
        </p:nvSpPr>
        <p:spPr>
          <a:xfrm>
            <a:off x="416257" y="3104865"/>
            <a:ext cx="5380704" cy="818866"/>
          </a:xfrm>
          <a:custGeom>
            <a:avLst/>
            <a:gdLst>
              <a:gd name="connsiteX0" fmla="*/ 0 w 9658430"/>
              <a:gd name="connsiteY0" fmla="*/ 0 h 475722"/>
              <a:gd name="connsiteX1" fmla="*/ 9658430 w 9658430"/>
              <a:gd name="connsiteY1" fmla="*/ 0 h 475722"/>
              <a:gd name="connsiteX2" fmla="*/ 9658430 w 9658430"/>
              <a:gd name="connsiteY2" fmla="*/ 475722 h 475722"/>
              <a:gd name="connsiteX3" fmla="*/ 0 w 9658430"/>
              <a:gd name="connsiteY3" fmla="*/ 475722 h 475722"/>
              <a:gd name="connsiteX4" fmla="*/ 0 w 9658430"/>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8430" h="475722">
                <a:moveTo>
                  <a:pt x="0" y="0"/>
                </a:moveTo>
                <a:lnTo>
                  <a:pt x="9658430" y="0"/>
                </a:lnTo>
                <a:lnTo>
                  <a:pt x="9658430" y="475722"/>
                </a:lnTo>
                <a:lnTo>
                  <a:pt x="0" y="475722"/>
                </a:lnTo>
                <a:lnTo>
                  <a:pt x="0" y="0"/>
                </a:lnTo>
                <a:close/>
              </a:path>
            </a:pathLst>
          </a:custGeom>
          <a:solidFill>
            <a:schemeClr val="accent1"/>
          </a:solidFill>
          <a:ln>
            <a:noFill/>
          </a:ln>
        </p:spPr>
        <p:style>
          <a:lnRef idx="2">
            <a:scrgbClr r="0" g="0" b="0"/>
          </a:lnRef>
          <a:fillRef idx="1">
            <a:schemeClr val="accent5">
              <a:hueOff val="420764"/>
              <a:satOff val="-20002"/>
              <a:lumOff val="-5392"/>
              <a:alphaOff val="0"/>
            </a:schemeClr>
          </a:fillRef>
          <a:effectRef idx="0">
            <a:schemeClr val="accent5">
              <a:hueOff val="420764"/>
              <a:satOff val="-20002"/>
              <a:lumOff val="-5392"/>
              <a:alphaOff val="0"/>
            </a:schemeClr>
          </a:effectRef>
          <a:fontRef idx="minor">
            <a:schemeClr val="lt1"/>
          </a:fontRef>
        </p:style>
        <p:txBody>
          <a:bodyPr spcFirstLastPara="0" vert="horz" wrap="square" lIns="377605" tIns="58420" rIns="58420" bIns="58420" numCol="1" spcCol="1270" anchor="ctr" anchorCtr="0">
            <a:noAutofit/>
          </a:bodyPr>
          <a:lstStyle/>
          <a:p>
            <a:pPr>
              <a:spcBef>
                <a:spcPts val="1800"/>
              </a:spcBef>
            </a:pP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7" name="Freihandform 6">
            <a:extLst>
              <a:ext uri="{FF2B5EF4-FFF2-40B4-BE49-F238E27FC236}">
                <a16:creationId xmlns:a16="http://schemas.microsoft.com/office/drawing/2014/main" id="{7A01D4FC-F6D1-3FF3-34FA-BEDE06EFE102}"/>
              </a:ext>
            </a:extLst>
          </p:cNvPr>
          <p:cNvSpPr/>
          <p:nvPr userDrawn="1"/>
        </p:nvSpPr>
        <p:spPr>
          <a:xfrm>
            <a:off x="402610" y="4087503"/>
            <a:ext cx="5374178" cy="818867"/>
          </a:xfrm>
          <a:custGeom>
            <a:avLst/>
            <a:gdLst>
              <a:gd name="connsiteX0" fmla="*/ 0 w 9763055"/>
              <a:gd name="connsiteY0" fmla="*/ 0 h 475722"/>
              <a:gd name="connsiteX1" fmla="*/ 9763055 w 9763055"/>
              <a:gd name="connsiteY1" fmla="*/ 0 h 475722"/>
              <a:gd name="connsiteX2" fmla="*/ 9763055 w 9763055"/>
              <a:gd name="connsiteY2" fmla="*/ 475722 h 475722"/>
              <a:gd name="connsiteX3" fmla="*/ 0 w 9763055"/>
              <a:gd name="connsiteY3" fmla="*/ 475722 h 475722"/>
              <a:gd name="connsiteX4" fmla="*/ 0 w 9763055"/>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3055" h="475722">
                <a:moveTo>
                  <a:pt x="0" y="0"/>
                </a:moveTo>
                <a:lnTo>
                  <a:pt x="9763055" y="0"/>
                </a:lnTo>
                <a:lnTo>
                  <a:pt x="9763055" y="475722"/>
                </a:lnTo>
                <a:lnTo>
                  <a:pt x="0" y="475722"/>
                </a:lnTo>
                <a:lnTo>
                  <a:pt x="0" y="0"/>
                </a:lnTo>
                <a:close/>
              </a:path>
            </a:pathLst>
          </a:custGeom>
          <a:solidFill>
            <a:schemeClr val="accent6"/>
          </a:solidFill>
          <a:ln>
            <a:noFill/>
          </a:ln>
        </p:spPr>
        <p:style>
          <a:lnRef idx="2">
            <a:scrgbClr r="0" g="0" b="0"/>
          </a:lnRef>
          <a:fillRef idx="1">
            <a:schemeClr val="accent5">
              <a:hueOff val="631145"/>
              <a:satOff val="-30004"/>
              <a:lumOff val="-8088"/>
              <a:alphaOff val="0"/>
            </a:schemeClr>
          </a:fillRef>
          <a:effectRef idx="0">
            <a:schemeClr val="accent5">
              <a:hueOff val="631145"/>
              <a:satOff val="-30004"/>
              <a:lumOff val="-8088"/>
              <a:alphaOff val="0"/>
            </a:schemeClr>
          </a:effectRef>
          <a:fontRef idx="minor">
            <a:schemeClr val="lt1"/>
          </a:fontRef>
        </p:style>
        <p:txBody>
          <a:bodyPr spcFirstLastPara="0" vert="horz" wrap="square" lIns="377605" tIns="58420" rIns="58420" bIns="58420" numCol="1" spcCol="1270" anchor="ctr" anchorCtr="0">
            <a:noAutofit/>
          </a:bodyPr>
          <a:lstStyle/>
          <a:p>
            <a:pPr>
              <a:spcBef>
                <a:spcPts val="1800"/>
              </a:spcBef>
            </a:pP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8" name="Freihandform 7">
            <a:extLst>
              <a:ext uri="{FF2B5EF4-FFF2-40B4-BE49-F238E27FC236}">
                <a16:creationId xmlns:a16="http://schemas.microsoft.com/office/drawing/2014/main" id="{41D70094-123F-3E0D-8BF2-C5E68029E659}"/>
              </a:ext>
            </a:extLst>
          </p:cNvPr>
          <p:cNvSpPr/>
          <p:nvPr userDrawn="1"/>
        </p:nvSpPr>
        <p:spPr>
          <a:xfrm>
            <a:off x="395786" y="5049672"/>
            <a:ext cx="5374944" cy="818865"/>
          </a:xfrm>
          <a:custGeom>
            <a:avLst/>
            <a:gdLst>
              <a:gd name="connsiteX0" fmla="*/ 0 w 10103944"/>
              <a:gd name="connsiteY0" fmla="*/ 0 h 475722"/>
              <a:gd name="connsiteX1" fmla="*/ 10103944 w 10103944"/>
              <a:gd name="connsiteY1" fmla="*/ 0 h 475722"/>
              <a:gd name="connsiteX2" fmla="*/ 10103944 w 10103944"/>
              <a:gd name="connsiteY2" fmla="*/ 475722 h 475722"/>
              <a:gd name="connsiteX3" fmla="*/ 0 w 10103944"/>
              <a:gd name="connsiteY3" fmla="*/ 475722 h 475722"/>
              <a:gd name="connsiteX4" fmla="*/ 0 w 10103944"/>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3944" h="475722">
                <a:moveTo>
                  <a:pt x="0" y="0"/>
                </a:moveTo>
                <a:lnTo>
                  <a:pt x="10103944" y="0"/>
                </a:lnTo>
                <a:lnTo>
                  <a:pt x="10103944" y="475722"/>
                </a:lnTo>
                <a:lnTo>
                  <a:pt x="0" y="475722"/>
                </a:lnTo>
                <a:lnTo>
                  <a:pt x="0" y="0"/>
                </a:lnTo>
                <a:close/>
              </a:path>
            </a:pathLst>
          </a:custGeom>
          <a:solidFill>
            <a:schemeClr val="accent5"/>
          </a:solidFill>
          <a:ln>
            <a:noFill/>
          </a:ln>
        </p:spPr>
        <p:style>
          <a:lnRef idx="2">
            <a:scrgbClr r="0" g="0" b="0"/>
          </a:lnRef>
          <a:fillRef idx="1">
            <a:schemeClr val="accent5">
              <a:hueOff val="841527"/>
              <a:satOff val="-40005"/>
              <a:lumOff val="-10784"/>
              <a:alphaOff val="0"/>
            </a:schemeClr>
          </a:fillRef>
          <a:effectRef idx="0">
            <a:schemeClr val="accent5">
              <a:hueOff val="841527"/>
              <a:satOff val="-40005"/>
              <a:lumOff val="-10784"/>
              <a:alphaOff val="0"/>
            </a:schemeClr>
          </a:effectRef>
          <a:fontRef idx="minor">
            <a:schemeClr val="lt1"/>
          </a:fontRef>
        </p:style>
        <p:txBody>
          <a:bodyPr spcFirstLastPara="0" vert="horz" wrap="square" lIns="377605" tIns="58420" rIns="58420" bIns="58420" numCol="1" spcCol="1270" anchor="ctr" anchorCtr="0">
            <a:noAutofit/>
          </a:bodyPr>
          <a:lstStyle/>
          <a:p>
            <a:pPr>
              <a:spcBef>
                <a:spcPts val="1800"/>
              </a:spcBef>
            </a:pPr>
            <a:endParaRPr lang="de-DE" sz="1700" b="1">
              <a:solidFill>
                <a:schemeClr val="bg1"/>
              </a:solidFill>
              <a:latin typeface="Source Sans Pro" panose="020B0503030403020204" pitchFamily="34" charset="0"/>
              <a:ea typeface="Source Sans Pro" panose="020B0503030403020204" pitchFamily="34" charset="0"/>
            </a:endParaRPr>
          </a:p>
        </p:txBody>
      </p:sp>
      <p:sp>
        <p:nvSpPr>
          <p:cNvPr id="11" name="Textplatzhalter 10">
            <a:extLst>
              <a:ext uri="{FF2B5EF4-FFF2-40B4-BE49-F238E27FC236}">
                <a16:creationId xmlns:a16="http://schemas.microsoft.com/office/drawing/2014/main" id="{933729A2-9CD2-B063-F1A4-39B1342D5B86}"/>
              </a:ext>
            </a:extLst>
          </p:cNvPr>
          <p:cNvSpPr>
            <a:spLocks noGrp="1"/>
          </p:cNvSpPr>
          <p:nvPr>
            <p:ph type="body" sz="quarter" idx="11" hasCustomPrompt="1"/>
          </p:nvPr>
        </p:nvSpPr>
        <p:spPr>
          <a:xfrm>
            <a:off x="409575" y="1152525"/>
            <a:ext cx="5360988" cy="823913"/>
          </a:xfrm>
        </p:spPr>
        <p:txBody>
          <a:bodyPr anchor="ct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2" name="Textplatzhalter 10">
            <a:extLst>
              <a:ext uri="{FF2B5EF4-FFF2-40B4-BE49-F238E27FC236}">
                <a16:creationId xmlns:a16="http://schemas.microsoft.com/office/drawing/2014/main" id="{F6A81C9C-B91B-4FE6-EA67-D943D42D5503}"/>
              </a:ext>
            </a:extLst>
          </p:cNvPr>
          <p:cNvSpPr>
            <a:spLocks noGrp="1"/>
          </p:cNvSpPr>
          <p:nvPr>
            <p:ph type="body" sz="quarter" idx="12" hasCustomPrompt="1"/>
          </p:nvPr>
        </p:nvSpPr>
        <p:spPr>
          <a:xfrm>
            <a:off x="409575" y="4074745"/>
            <a:ext cx="5360988" cy="823913"/>
          </a:xfrm>
        </p:spPr>
        <p:txBody>
          <a:bodyPr anchor="ct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8" name="Textplatzhalter 10">
            <a:extLst>
              <a:ext uri="{FF2B5EF4-FFF2-40B4-BE49-F238E27FC236}">
                <a16:creationId xmlns:a16="http://schemas.microsoft.com/office/drawing/2014/main" id="{94E50E37-546F-A717-CD49-2467F483A7E7}"/>
              </a:ext>
            </a:extLst>
          </p:cNvPr>
          <p:cNvSpPr>
            <a:spLocks noGrp="1"/>
          </p:cNvSpPr>
          <p:nvPr>
            <p:ph type="body" sz="quarter" idx="13" hasCustomPrompt="1"/>
          </p:nvPr>
        </p:nvSpPr>
        <p:spPr>
          <a:xfrm>
            <a:off x="416257" y="3111142"/>
            <a:ext cx="5360988" cy="823913"/>
          </a:xfrm>
        </p:spPr>
        <p:txBody>
          <a:bodyPr anchor="ct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9" name="Textplatzhalter 10">
            <a:extLst>
              <a:ext uri="{FF2B5EF4-FFF2-40B4-BE49-F238E27FC236}">
                <a16:creationId xmlns:a16="http://schemas.microsoft.com/office/drawing/2014/main" id="{B7E1A109-1DC8-EBA6-DCA7-2CB00AC696FC}"/>
              </a:ext>
            </a:extLst>
          </p:cNvPr>
          <p:cNvSpPr>
            <a:spLocks noGrp="1"/>
          </p:cNvSpPr>
          <p:nvPr>
            <p:ph type="body" sz="quarter" idx="14" hasCustomPrompt="1"/>
          </p:nvPr>
        </p:nvSpPr>
        <p:spPr>
          <a:xfrm>
            <a:off x="416257" y="2099729"/>
            <a:ext cx="5360988" cy="823913"/>
          </a:xfrm>
        </p:spPr>
        <p:txBody>
          <a:bodyPr anchor="ct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20" name="Textplatzhalter 10">
            <a:extLst>
              <a:ext uri="{FF2B5EF4-FFF2-40B4-BE49-F238E27FC236}">
                <a16:creationId xmlns:a16="http://schemas.microsoft.com/office/drawing/2014/main" id="{CC5FE966-CFFB-5648-BC72-E0BFE0C31EAA}"/>
              </a:ext>
            </a:extLst>
          </p:cNvPr>
          <p:cNvSpPr>
            <a:spLocks noGrp="1"/>
          </p:cNvSpPr>
          <p:nvPr>
            <p:ph type="body" sz="quarter" idx="15" hasCustomPrompt="1"/>
          </p:nvPr>
        </p:nvSpPr>
        <p:spPr>
          <a:xfrm>
            <a:off x="402609" y="5044624"/>
            <a:ext cx="5360988" cy="823913"/>
          </a:xfrm>
        </p:spPr>
        <p:txBody>
          <a:bodyPr anchor="ctr"/>
          <a:lstStyle>
            <a:lvl1pPr algn="ctr">
              <a:spcBef>
                <a:spcPts val="200"/>
              </a:spcBef>
              <a:defRPr sz="1700" b="0" i="0">
                <a:solidFill>
                  <a:schemeClr val="bg1"/>
                </a:solidFill>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Tree>
    <p:extLst>
      <p:ext uri="{BB962C8B-B14F-4D97-AF65-F5344CB8AC3E}">
        <p14:creationId xmlns:p14="http://schemas.microsoft.com/office/powerpoint/2010/main" val="21983825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reenscreen">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1B2F3943-0FA1-4162-15A5-2477CDB41C5D}"/>
              </a:ext>
            </a:extLst>
          </p:cNvPr>
          <p:cNvSpPr/>
          <p:nvPr userDrawn="1"/>
        </p:nvSpPr>
        <p:spPr>
          <a:xfrm>
            <a:off x="0" y="0"/>
            <a:ext cx="12192313" cy="6858000"/>
          </a:xfrm>
          <a:prstGeom prst="rect">
            <a:avLst/>
          </a:prstGeom>
          <a:solidFill>
            <a:srgbClr val="55FF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5819152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_Rechts">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
        <p:nvSpPr>
          <p:cNvPr id="5" name="Textplatzhalter 2">
            <a:extLst>
              <a:ext uri="{FF2B5EF4-FFF2-40B4-BE49-F238E27FC236}">
                <a16:creationId xmlns:a16="http://schemas.microsoft.com/office/drawing/2014/main" id="{6AD715C1-DFD9-F8A4-F9BE-D55C272AEA1D}"/>
              </a:ext>
            </a:extLst>
          </p:cNvPr>
          <p:cNvSpPr>
            <a:spLocks noGrp="1"/>
          </p:cNvSpPr>
          <p:nvPr>
            <p:ph type="body" sz="quarter" idx="10" hasCustomPrompt="1"/>
          </p:nvPr>
        </p:nvSpPr>
        <p:spPr>
          <a:xfrm>
            <a:off x="5998747" y="1020592"/>
            <a:ext cx="5772148" cy="5113508"/>
          </a:xfrm>
        </p:spPr>
        <p:txBody>
          <a:bodyPr/>
          <a:lstStyle>
            <a:lvl1pPr marL="457200" indent="-457200">
              <a:spcBef>
                <a:spcPts val="200"/>
              </a:spcBef>
              <a:buClr>
                <a:schemeClr val="accent5"/>
              </a:buClr>
              <a:buFont typeface="Symbol" pitchFamily="2" charset="2"/>
              <a:buChar char="-"/>
              <a:defRPr>
                <a:latin typeface="Source Sans Pro" panose="020B0503030403020204" pitchFamily="34" charset="0"/>
                <a:ea typeface="Source Sans Pro" panose="020B0503030403020204" pitchFamily="34" charset="0"/>
              </a:defRPr>
            </a:lvl1pPr>
          </a:lstStyle>
          <a:p>
            <a:r>
              <a:rPr lang="de-DE" noProof="0">
                <a:latin typeface="Source Sans Pro" panose="020B0503030403020204" pitchFamily="34" charset="0"/>
                <a:ea typeface="Source Sans Pro" panose="020B0503030403020204" pitchFamily="34" charset="0"/>
              </a:rPr>
              <a:t>Aufzählung oder Fließtext Source Sans Pro Regular, 24 – 32 </a:t>
            </a:r>
            <a:r>
              <a:rPr lang="de-DE"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r>
              <a:rPr lang="de-DE" b="1" noProof="0">
                <a:latin typeface="Source Sans Pro" panose="020B0503030403020204" pitchFamily="34" charset="0"/>
                <a:ea typeface="Source Sans Pro" panose="020B0503030403020204" pitchFamily="34" charset="0"/>
              </a:rPr>
              <a:t>Hervorhebungen Source Sans Pro </a:t>
            </a:r>
            <a:r>
              <a:rPr lang="de-DE" b="1" noProof="0" err="1">
                <a:latin typeface="Source Sans Pro" panose="020B0503030403020204" pitchFamily="34" charset="0"/>
                <a:ea typeface="Source Sans Pro" panose="020B0503030403020204" pitchFamily="34" charset="0"/>
              </a:rPr>
              <a:t>Bold</a:t>
            </a:r>
            <a:r>
              <a:rPr lang="de-DE" b="1" noProof="0">
                <a:latin typeface="Source Sans Pro" panose="020B0503030403020204" pitchFamily="34" charset="0"/>
                <a:ea typeface="Source Sans Pro" panose="020B0503030403020204" pitchFamily="34" charset="0"/>
              </a:rPr>
              <a:t>, 24 - 32 </a:t>
            </a:r>
            <a:r>
              <a:rPr lang="de-DE" b="1"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endParaRPr lang="de-DE" noProof="0"/>
          </a:p>
          <a:p>
            <a:endParaRPr lang="de-DE" noProof="0"/>
          </a:p>
        </p:txBody>
      </p:sp>
      <p:sp>
        <p:nvSpPr>
          <p:cNvPr id="6" name="Inhaltsplatzhalter 3">
            <a:extLst>
              <a:ext uri="{FF2B5EF4-FFF2-40B4-BE49-F238E27FC236}">
                <a16:creationId xmlns:a16="http://schemas.microsoft.com/office/drawing/2014/main" id="{895E6745-4938-A56D-317D-48B4147B6569}"/>
              </a:ext>
            </a:extLst>
          </p:cNvPr>
          <p:cNvSpPr>
            <a:spLocks noGrp="1"/>
          </p:cNvSpPr>
          <p:nvPr>
            <p:ph sz="quarter" idx="17" hasCustomPrompt="1"/>
          </p:nvPr>
        </p:nvSpPr>
        <p:spPr>
          <a:xfrm>
            <a:off x="420687" y="1363436"/>
            <a:ext cx="5351150" cy="4770664"/>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7" name="Textplatzhalter 5">
            <a:extLst>
              <a:ext uri="{FF2B5EF4-FFF2-40B4-BE49-F238E27FC236}">
                <a16:creationId xmlns:a16="http://schemas.microsoft.com/office/drawing/2014/main" id="{FE03A003-7FFD-4E93-6551-C9B426F9A17C}"/>
              </a:ext>
            </a:extLst>
          </p:cNvPr>
          <p:cNvSpPr>
            <a:spLocks noGrp="1"/>
          </p:cNvSpPr>
          <p:nvPr>
            <p:ph type="body" sz="quarter" idx="21" hasCustomPrompt="1"/>
          </p:nvPr>
        </p:nvSpPr>
        <p:spPr>
          <a:xfrm>
            <a:off x="420687" y="1020592"/>
            <a:ext cx="5351150" cy="275945"/>
          </a:xfrm>
        </p:spPr>
        <p:txBody>
          <a:bodyPr/>
          <a:lstStyle>
            <a:lvl1pPr marL="0" indent="0">
              <a:spcBef>
                <a:spcPts val="200"/>
              </a:spcBef>
              <a:buNone/>
              <a:defRPr sz="80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2" name="Textplatzhalter 2">
            <a:extLst>
              <a:ext uri="{FF2B5EF4-FFF2-40B4-BE49-F238E27FC236}">
                <a16:creationId xmlns:a16="http://schemas.microsoft.com/office/drawing/2014/main" id="{CFA48510-121C-1DC5-5435-3F5AD1C733BA}"/>
              </a:ext>
            </a:extLst>
          </p:cNvPr>
          <p:cNvSpPr>
            <a:spLocks noGrp="1"/>
          </p:cNvSpPr>
          <p:nvPr>
            <p:ph type="body" sz="quarter" idx="22"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42521896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_Links_V2">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a:t>Quelle Text: </a:t>
            </a:r>
            <a:r>
              <a:rPr lang="de-DE" noProof="0"/>
              <a:t>Autorennachname</a:t>
            </a:r>
            <a:r>
              <a:rPr lang="de-DE"/>
              <a:t>, JJJJ, S. 123.</a:t>
            </a:r>
            <a:br>
              <a:rPr lang="de-DE"/>
            </a:br>
            <a:r>
              <a:rPr lang="de-DE"/>
              <a:t>Quelle Abbildung: Autorennachname, JJJJ.</a:t>
            </a:r>
            <a:endParaRPr lang="de-DE" sz="800"/>
          </a:p>
        </p:txBody>
      </p:sp>
      <p:sp>
        <p:nvSpPr>
          <p:cNvPr id="2" name="Textplatzhalter 1">
            <a:extLst>
              <a:ext uri="{FF2B5EF4-FFF2-40B4-BE49-F238E27FC236}">
                <a16:creationId xmlns:a16="http://schemas.microsoft.com/office/drawing/2014/main" id="{F5717143-72E4-39DA-8D81-98D8958CC338}"/>
              </a:ext>
            </a:extLst>
          </p:cNvPr>
          <p:cNvSpPr>
            <a:spLocks noGrp="1"/>
          </p:cNvSpPr>
          <p:nvPr>
            <p:ph type="body" sz="quarter" idx="10" hasCustomPrompt="1"/>
          </p:nvPr>
        </p:nvSpPr>
        <p:spPr>
          <a:xfrm>
            <a:off x="420689" y="1020592"/>
            <a:ext cx="3533794" cy="5113508"/>
          </a:xfrm>
        </p:spPr>
        <p:txBody>
          <a:bodyPr/>
          <a:lstStyle>
            <a:lvl1pPr marL="457200" indent="-457200">
              <a:spcBef>
                <a:spcPts val="200"/>
              </a:spcBef>
              <a:buClr>
                <a:schemeClr val="accent5"/>
              </a:buClr>
              <a:buFont typeface="Symbol" pitchFamily="2" charset="2"/>
              <a:buChar char="-"/>
              <a:defRPr>
                <a:latin typeface="Source Sans Pro" panose="020B0503030403020204" pitchFamily="34" charset="0"/>
                <a:ea typeface="Source Sans Pro" panose="020B0503030403020204" pitchFamily="34" charset="0"/>
              </a:defRPr>
            </a:lvl1pPr>
          </a:lstStyle>
          <a:p>
            <a:r>
              <a:rPr lang="de-DE" noProof="0">
                <a:latin typeface="Source Sans Pro" panose="020B0503030403020204" pitchFamily="34" charset="0"/>
                <a:ea typeface="Source Sans Pro" panose="020B0503030403020204" pitchFamily="34" charset="0"/>
              </a:rPr>
              <a:t>Aufzählung oder Fließtext Source Sans Pro Regular, 24 – 32 </a:t>
            </a:r>
            <a:r>
              <a:rPr lang="de-DE"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r>
              <a:rPr lang="de-DE" b="1" noProof="0">
                <a:latin typeface="Source Sans Pro" panose="020B0503030403020204" pitchFamily="34" charset="0"/>
                <a:ea typeface="Source Sans Pro" panose="020B0503030403020204" pitchFamily="34" charset="0"/>
              </a:rPr>
              <a:t>Hervorhebungen Source Sans Pro </a:t>
            </a:r>
            <a:r>
              <a:rPr lang="de-DE" b="1" noProof="0" err="1">
                <a:latin typeface="Source Sans Pro" panose="020B0503030403020204" pitchFamily="34" charset="0"/>
                <a:ea typeface="Source Sans Pro" panose="020B0503030403020204" pitchFamily="34" charset="0"/>
              </a:rPr>
              <a:t>Bold</a:t>
            </a:r>
            <a:r>
              <a:rPr lang="de-DE" b="1" noProof="0">
                <a:latin typeface="Source Sans Pro" panose="020B0503030403020204" pitchFamily="34" charset="0"/>
                <a:ea typeface="Source Sans Pro" panose="020B0503030403020204" pitchFamily="34" charset="0"/>
              </a:rPr>
              <a:t>, 24 - 32 </a:t>
            </a:r>
            <a:r>
              <a:rPr lang="de-DE" b="1"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p>
        </p:txBody>
      </p:sp>
      <p:sp>
        <p:nvSpPr>
          <p:cNvPr id="3" name="Inhaltsplatzhalter 3">
            <a:extLst>
              <a:ext uri="{FF2B5EF4-FFF2-40B4-BE49-F238E27FC236}">
                <a16:creationId xmlns:a16="http://schemas.microsoft.com/office/drawing/2014/main" id="{1B730672-EE94-608D-697D-2FB3CD414935}"/>
              </a:ext>
            </a:extLst>
          </p:cNvPr>
          <p:cNvSpPr>
            <a:spLocks noGrp="1"/>
          </p:cNvSpPr>
          <p:nvPr>
            <p:ph sz="quarter" idx="15" hasCustomPrompt="1"/>
          </p:nvPr>
        </p:nvSpPr>
        <p:spPr>
          <a:xfrm>
            <a:off x="4224338" y="1363436"/>
            <a:ext cx="7967662" cy="4770664"/>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4" name="Textplatzhalter 4">
            <a:extLst>
              <a:ext uri="{FF2B5EF4-FFF2-40B4-BE49-F238E27FC236}">
                <a16:creationId xmlns:a16="http://schemas.microsoft.com/office/drawing/2014/main" id="{8D7BE979-5CA8-74FF-3C32-894DAC5EB4FB}"/>
              </a:ext>
            </a:extLst>
          </p:cNvPr>
          <p:cNvSpPr>
            <a:spLocks noGrp="1"/>
          </p:cNvSpPr>
          <p:nvPr>
            <p:ph type="body" sz="quarter" idx="21" hasCustomPrompt="1"/>
          </p:nvPr>
        </p:nvSpPr>
        <p:spPr>
          <a:xfrm>
            <a:off x="4224337" y="1020592"/>
            <a:ext cx="7546661" cy="275945"/>
          </a:xfrm>
        </p:spPr>
        <p:txBody>
          <a:bodyPr/>
          <a:lstStyle>
            <a:lvl1pPr marL="0" indent="0">
              <a:spcBef>
                <a:spcPts val="200"/>
              </a:spcBef>
              <a:buNone/>
              <a:defRPr sz="80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5" name="Textplatzhalter 2">
            <a:extLst>
              <a:ext uri="{FF2B5EF4-FFF2-40B4-BE49-F238E27FC236}">
                <a16:creationId xmlns:a16="http://schemas.microsoft.com/office/drawing/2014/main" id="{26476A93-FA9C-C699-84E1-369AFDCCC027}"/>
              </a:ext>
            </a:extLst>
          </p:cNvPr>
          <p:cNvSpPr>
            <a:spLocks noGrp="1"/>
          </p:cNvSpPr>
          <p:nvPr>
            <p:ph type="body" sz="quarter" idx="22"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9989827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_Rechts_V2">
    <p:spTree>
      <p:nvGrpSpPr>
        <p:cNvPr id="1" name=""/>
        <p:cNvGrpSpPr/>
        <p:nvPr/>
      </p:nvGrpSpPr>
      <p:grpSpPr>
        <a:xfrm>
          <a:off x="0" y="0"/>
          <a:ext cx="0" cy="0"/>
          <a:chOff x="0" y="0"/>
          <a:chExt cx="0" cy="0"/>
        </a:xfrm>
      </p:grpSpPr>
      <p:sp>
        <p:nvSpPr>
          <p:cNvPr id="6" name="Fußzeilenplatzhalter 2">
            <a:extLst>
              <a:ext uri="{FF2B5EF4-FFF2-40B4-BE49-F238E27FC236}">
                <a16:creationId xmlns:a16="http://schemas.microsoft.com/office/drawing/2014/main" id="{36F96059-DCCD-6D10-B4A4-4D61ABD56745}"/>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b="0" i="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p>
        </p:txBody>
      </p:sp>
      <p:sp>
        <p:nvSpPr>
          <p:cNvPr id="3" name="Textplatzhalter 1">
            <a:extLst>
              <a:ext uri="{FF2B5EF4-FFF2-40B4-BE49-F238E27FC236}">
                <a16:creationId xmlns:a16="http://schemas.microsoft.com/office/drawing/2014/main" id="{192C23B1-69E4-F8B9-2D6B-66F5097FE955}"/>
              </a:ext>
            </a:extLst>
          </p:cNvPr>
          <p:cNvSpPr>
            <a:spLocks noGrp="1"/>
          </p:cNvSpPr>
          <p:nvPr>
            <p:ph type="body" sz="quarter" idx="10" hasCustomPrompt="1"/>
          </p:nvPr>
        </p:nvSpPr>
        <p:spPr>
          <a:xfrm>
            <a:off x="8237205" y="1020592"/>
            <a:ext cx="3533794" cy="5113508"/>
          </a:xfrm>
        </p:spPr>
        <p:txBody>
          <a:bodyPr/>
          <a:lstStyle>
            <a:lvl1pPr marL="0" indent="0">
              <a:spcBef>
                <a:spcPts val="200"/>
              </a:spcBef>
              <a:buNone/>
              <a:defRPr b="0" i="0">
                <a:latin typeface="Source Sans Pro" panose="020B0503030403020204" pitchFamily="34" charset="0"/>
                <a:ea typeface="Source Sans Pro" panose="020B0503030403020204" pitchFamily="34" charset="0"/>
              </a:defRPr>
            </a:lvl1pPr>
          </a:lstStyle>
          <a:p>
            <a:r>
              <a:rPr lang="de-DE" b="0" i="0" noProof="0">
                <a:latin typeface="Source Sans Pro" panose="020B0503030403020204" pitchFamily="34" charset="0"/>
                <a:ea typeface="Source Sans Pro" panose="020B0503030403020204" pitchFamily="34" charset="0"/>
              </a:rPr>
              <a:t>Aufzählung oder Fließtext Source Sans Pro Regular, 24 -32 </a:t>
            </a:r>
            <a:r>
              <a:rPr lang="de-DE" b="0" i="0" noProof="0" err="1">
                <a:latin typeface="Source Sans Pro" panose="020B0503030403020204" pitchFamily="34" charset="0"/>
                <a:ea typeface="Source Sans Pro" panose="020B0503030403020204" pitchFamily="34" charset="0"/>
              </a:rPr>
              <a:t>pt</a:t>
            </a:r>
            <a:r>
              <a:rPr lang="de-DE" b="0" i="0" noProof="0">
                <a:latin typeface="Source Sans Pro" panose="020B0503030403020204" pitchFamily="34" charset="0"/>
                <a:ea typeface="Source Sans Pro" panose="020B0503030403020204" pitchFamily="34" charset="0"/>
              </a:rPr>
              <a:t>. </a:t>
            </a:r>
            <a:r>
              <a:rPr lang="de-DE" b="1" i="0" noProof="0">
                <a:latin typeface="Source Sans Pro" panose="020B0503030403020204" pitchFamily="34" charset="0"/>
                <a:ea typeface="Source Sans Pro" panose="020B0503030403020204" pitchFamily="34" charset="0"/>
              </a:rPr>
              <a:t>Hervorhebungen Source Sans Pro </a:t>
            </a:r>
            <a:r>
              <a:rPr lang="de-DE" b="1" i="0" noProof="0" err="1">
                <a:latin typeface="Source Sans Pro" panose="020B0503030403020204" pitchFamily="34" charset="0"/>
                <a:ea typeface="Source Sans Pro" panose="020B0503030403020204" pitchFamily="34" charset="0"/>
              </a:rPr>
              <a:t>Bold</a:t>
            </a:r>
            <a:r>
              <a:rPr lang="de-DE" b="1" i="0" noProof="0">
                <a:latin typeface="Source Sans Pro" panose="020B0503030403020204" pitchFamily="34" charset="0"/>
                <a:ea typeface="Source Sans Pro" panose="020B0503030403020204" pitchFamily="34" charset="0"/>
              </a:rPr>
              <a:t>, 24 - 32 </a:t>
            </a:r>
            <a:r>
              <a:rPr lang="de-DE" b="1" i="0" noProof="0" err="1">
                <a:latin typeface="Source Sans Pro" panose="020B0503030403020204" pitchFamily="34" charset="0"/>
                <a:ea typeface="Source Sans Pro" panose="020B0503030403020204" pitchFamily="34" charset="0"/>
              </a:rPr>
              <a:t>pt</a:t>
            </a:r>
            <a:r>
              <a:rPr lang="de-DE" b="0" i="0" noProof="0">
                <a:latin typeface="Source Sans Pro" panose="020B0503030403020204" pitchFamily="34" charset="0"/>
                <a:ea typeface="Source Sans Pro" panose="020B0503030403020204" pitchFamily="34" charset="0"/>
              </a:rPr>
              <a:t>. </a:t>
            </a:r>
          </a:p>
          <a:p>
            <a:endParaRPr lang="de-DE" noProof="0"/>
          </a:p>
        </p:txBody>
      </p:sp>
      <p:sp>
        <p:nvSpPr>
          <p:cNvPr id="5" name="Textplatzhalter 4">
            <a:extLst>
              <a:ext uri="{FF2B5EF4-FFF2-40B4-BE49-F238E27FC236}">
                <a16:creationId xmlns:a16="http://schemas.microsoft.com/office/drawing/2014/main" id="{87D9A286-7E3C-8496-FE05-FA9658A4DAB9}"/>
              </a:ext>
            </a:extLst>
          </p:cNvPr>
          <p:cNvSpPr>
            <a:spLocks noGrp="1"/>
          </p:cNvSpPr>
          <p:nvPr>
            <p:ph type="body" sz="quarter" idx="21" hasCustomPrompt="1"/>
          </p:nvPr>
        </p:nvSpPr>
        <p:spPr>
          <a:xfrm>
            <a:off x="420688" y="1020592"/>
            <a:ext cx="7546557" cy="275945"/>
          </a:xfrm>
        </p:spPr>
        <p:txBody>
          <a:bodyPr/>
          <a:lstStyle>
            <a:lvl1pPr marL="0" indent="0">
              <a:spcBef>
                <a:spcPts val="200"/>
              </a:spcBef>
              <a:buNone/>
              <a:defRPr sz="800" b="0" i="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4" name="Textplatzhalter 2">
            <a:extLst>
              <a:ext uri="{FF2B5EF4-FFF2-40B4-BE49-F238E27FC236}">
                <a16:creationId xmlns:a16="http://schemas.microsoft.com/office/drawing/2014/main" id="{F143D0D2-82E6-1AF0-0C69-7904D9FD08E0}"/>
              </a:ext>
            </a:extLst>
          </p:cNvPr>
          <p:cNvSpPr>
            <a:spLocks noGrp="1"/>
          </p:cNvSpPr>
          <p:nvPr>
            <p:ph type="body" sz="quarter" idx="22"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8" name="Inhaltsplatzhalter 7">
            <a:extLst>
              <a:ext uri="{FF2B5EF4-FFF2-40B4-BE49-F238E27FC236}">
                <a16:creationId xmlns:a16="http://schemas.microsoft.com/office/drawing/2014/main" id="{CC63035C-A3F7-5838-CB17-0EE3056BC35F}"/>
              </a:ext>
            </a:extLst>
          </p:cNvPr>
          <p:cNvSpPr>
            <a:spLocks noGrp="1"/>
          </p:cNvSpPr>
          <p:nvPr>
            <p:ph sz="quarter" idx="23" hasCustomPrompt="1"/>
          </p:nvPr>
        </p:nvSpPr>
        <p:spPr>
          <a:xfrm>
            <a:off x="420688" y="1416050"/>
            <a:ext cx="7546975" cy="4718050"/>
          </a:xfrm>
        </p:spPr>
        <p:txBody>
          <a:bodyPr/>
          <a:lstStyle>
            <a:lvl1pPr>
              <a:defRPr b="0" i="0">
                <a:latin typeface="Source Sans Pro" panose="020B0503030403020204" pitchFamily="34" charset="0"/>
                <a:ea typeface="Source Sans Pro" panose="020B0503030403020204" pitchFamily="34" charset="0"/>
              </a:defRPr>
            </a:lvl1pPr>
          </a:lstStyle>
          <a:p>
            <a:pPr lvl="0"/>
            <a:r>
              <a:rPr lang="de-DE"/>
              <a:t>Objekt hinzufügen</a:t>
            </a:r>
          </a:p>
        </p:txBody>
      </p:sp>
    </p:spTree>
    <p:extLst>
      <p:ext uri="{BB962C8B-B14F-4D97-AF65-F5344CB8AC3E}">
        <p14:creationId xmlns:p14="http://schemas.microsoft.com/office/powerpoint/2010/main" val="36389118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_zwei_Objekte">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a:t>Quelle Text: </a:t>
            </a:r>
            <a:r>
              <a:rPr lang="de-DE" noProof="0"/>
              <a:t>Autorennachname</a:t>
            </a:r>
            <a:r>
              <a:rPr lang="de-DE"/>
              <a:t>, JJJJ, S. 123.</a:t>
            </a:r>
            <a:br>
              <a:rPr lang="de-DE"/>
            </a:br>
            <a:r>
              <a:rPr lang="de-DE"/>
              <a:t>Quelle Abbildung: Autorennachname, JJJJ.</a:t>
            </a:r>
            <a:endParaRPr lang="de-DE" sz="800"/>
          </a:p>
        </p:txBody>
      </p:sp>
      <p:sp>
        <p:nvSpPr>
          <p:cNvPr id="27" name="Textplatzhalter 2">
            <a:extLst>
              <a:ext uri="{FF2B5EF4-FFF2-40B4-BE49-F238E27FC236}">
                <a16:creationId xmlns:a16="http://schemas.microsoft.com/office/drawing/2014/main" id="{6BFFB536-738C-FB9D-6890-BE93C7EEA5D4}"/>
              </a:ext>
            </a:extLst>
          </p:cNvPr>
          <p:cNvSpPr>
            <a:spLocks noGrp="1"/>
          </p:cNvSpPr>
          <p:nvPr>
            <p:ph type="body" sz="quarter" idx="17" hasCustomPrompt="1"/>
          </p:nvPr>
        </p:nvSpPr>
        <p:spPr>
          <a:xfrm>
            <a:off x="420689" y="1020592"/>
            <a:ext cx="7638754" cy="5113337"/>
          </a:xfrm>
        </p:spPr>
        <p:txBody>
          <a:bodyPr/>
          <a:lstStyle>
            <a:lvl1pPr marL="457200" indent="-457200">
              <a:spcBef>
                <a:spcPts val="200"/>
              </a:spcBef>
              <a:buClr>
                <a:schemeClr val="accent5"/>
              </a:buClr>
              <a:buFont typeface="Symbol" pitchFamily="2" charset="2"/>
              <a:buChar char="-"/>
              <a:defRPr>
                <a:latin typeface="Source Sans Pro" panose="020B0503030403020204" pitchFamily="34" charset="0"/>
                <a:ea typeface="Source Sans Pro" panose="020B0503030403020204" pitchFamily="34" charset="0"/>
              </a:defRPr>
            </a:lvl1pPr>
          </a:lstStyle>
          <a:p>
            <a:r>
              <a:rPr lang="de-DE">
                <a:latin typeface="Source Sans Pro" panose="020B0503030403020204" pitchFamily="34" charset="0"/>
                <a:ea typeface="Source Sans Pro" panose="020B0503030403020204" pitchFamily="34" charset="0"/>
              </a:rPr>
              <a:t>Aufzählung oder Fließtext Source Sans Pro Regular, 24 – 32 </a:t>
            </a:r>
            <a:r>
              <a:rPr lang="de-DE" err="1">
                <a:latin typeface="Source Sans Pro" panose="020B0503030403020204" pitchFamily="34" charset="0"/>
                <a:ea typeface="Source Sans Pro" panose="020B0503030403020204" pitchFamily="34" charset="0"/>
              </a:rPr>
              <a:t>pt</a:t>
            </a:r>
            <a:r>
              <a:rPr lang="de-DE">
                <a:latin typeface="Source Sans Pro" panose="020B0503030403020204" pitchFamily="34" charset="0"/>
                <a:ea typeface="Source Sans Pro" panose="020B0503030403020204" pitchFamily="34" charset="0"/>
              </a:rPr>
              <a:t>.; </a:t>
            </a:r>
            <a:r>
              <a:rPr lang="de-DE" b="1">
                <a:latin typeface="Source Sans Pro" panose="020B0503030403020204" pitchFamily="34" charset="0"/>
                <a:ea typeface="Source Sans Pro" panose="020B0503030403020204" pitchFamily="34" charset="0"/>
              </a:rPr>
              <a:t>Hervorhebungen Source Sans Pro </a:t>
            </a:r>
            <a:r>
              <a:rPr lang="de-DE" b="1" err="1">
                <a:latin typeface="Source Sans Pro" panose="020B0503030403020204" pitchFamily="34" charset="0"/>
                <a:ea typeface="Source Sans Pro" panose="020B0503030403020204" pitchFamily="34" charset="0"/>
              </a:rPr>
              <a:t>Bold</a:t>
            </a:r>
            <a:r>
              <a:rPr lang="de-DE" b="1">
                <a:latin typeface="Source Sans Pro" panose="020B0503030403020204" pitchFamily="34" charset="0"/>
                <a:ea typeface="Source Sans Pro" panose="020B0503030403020204" pitchFamily="34" charset="0"/>
              </a:rPr>
              <a:t>, 24 - 32 </a:t>
            </a:r>
            <a:r>
              <a:rPr lang="de-DE" b="1" err="1">
                <a:latin typeface="Source Sans Pro" panose="020B0503030403020204" pitchFamily="34" charset="0"/>
                <a:ea typeface="Source Sans Pro" panose="020B0503030403020204" pitchFamily="34" charset="0"/>
              </a:rPr>
              <a:t>pt</a:t>
            </a:r>
            <a:r>
              <a:rPr lang="de-DE">
                <a:latin typeface="Source Sans Pro" panose="020B0503030403020204" pitchFamily="34" charset="0"/>
                <a:ea typeface="Source Sans Pro" panose="020B0503030403020204" pitchFamily="34" charset="0"/>
              </a:rPr>
              <a:t>. </a:t>
            </a:r>
          </a:p>
          <a:p>
            <a:endParaRPr lang="de-DE"/>
          </a:p>
        </p:txBody>
      </p:sp>
      <p:sp>
        <p:nvSpPr>
          <p:cNvPr id="28" name="Inhaltsplatzhalter 5">
            <a:extLst>
              <a:ext uri="{FF2B5EF4-FFF2-40B4-BE49-F238E27FC236}">
                <a16:creationId xmlns:a16="http://schemas.microsoft.com/office/drawing/2014/main" id="{6DD2515F-823D-B9C5-0127-569F3FDCC7C3}"/>
              </a:ext>
            </a:extLst>
          </p:cNvPr>
          <p:cNvSpPr>
            <a:spLocks noGrp="1"/>
          </p:cNvSpPr>
          <p:nvPr>
            <p:ph sz="quarter" idx="21" hasCustomPrompt="1"/>
          </p:nvPr>
        </p:nvSpPr>
        <p:spPr>
          <a:xfrm>
            <a:off x="8384757" y="1363436"/>
            <a:ext cx="3386138" cy="2065393"/>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29" name="Textplatzhalter 8">
            <a:extLst>
              <a:ext uri="{FF2B5EF4-FFF2-40B4-BE49-F238E27FC236}">
                <a16:creationId xmlns:a16="http://schemas.microsoft.com/office/drawing/2014/main" id="{7B6B3BEA-CAE6-E795-B307-D0B7FF5C7B13}"/>
              </a:ext>
            </a:extLst>
          </p:cNvPr>
          <p:cNvSpPr>
            <a:spLocks noGrp="1"/>
          </p:cNvSpPr>
          <p:nvPr>
            <p:ph type="body" sz="quarter" idx="22" hasCustomPrompt="1"/>
          </p:nvPr>
        </p:nvSpPr>
        <p:spPr>
          <a:xfrm>
            <a:off x="8384757" y="1020592"/>
            <a:ext cx="3386138" cy="275945"/>
          </a:xfrm>
        </p:spPr>
        <p:txBody>
          <a:bodyPr/>
          <a:lstStyle>
            <a:lvl1pPr marL="0" indent="0">
              <a:spcBef>
                <a:spcPts val="200"/>
              </a:spcBef>
              <a:buNone/>
              <a:defRPr sz="80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30" name="Inhaltsplatzhalter 9">
            <a:extLst>
              <a:ext uri="{FF2B5EF4-FFF2-40B4-BE49-F238E27FC236}">
                <a16:creationId xmlns:a16="http://schemas.microsoft.com/office/drawing/2014/main" id="{823ED5C8-267C-F15D-5CB8-A09D07ACD0D1}"/>
              </a:ext>
            </a:extLst>
          </p:cNvPr>
          <p:cNvSpPr>
            <a:spLocks noGrp="1"/>
          </p:cNvSpPr>
          <p:nvPr>
            <p:ph sz="quarter" idx="23" hasCustomPrompt="1"/>
          </p:nvPr>
        </p:nvSpPr>
        <p:spPr>
          <a:xfrm>
            <a:off x="8384757" y="4068707"/>
            <a:ext cx="3386138" cy="2065393"/>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31" name="Textplatzhalter 10">
            <a:extLst>
              <a:ext uri="{FF2B5EF4-FFF2-40B4-BE49-F238E27FC236}">
                <a16:creationId xmlns:a16="http://schemas.microsoft.com/office/drawing/2014/main" id="{2F837B84-8C2C-853F-0A5B-CB7701E4956A}"/>
              </a:ext>
            </a:extLst>
          </p:cNvPr>
          <p:cNvSpPr>
            <a:spLocks noGrp="1"/>
          </p:cNvSpPr>
          <p:nvPr>
            <p:ph type="body" sz="quarter" idx="24" hasCustomPrompt="1"/>
          </p:nvPr>
        </p:nvSpPr>
        <p:spPr>
          <a:xfrm>
            <a:off x="8384757" y="3725863"/>
            <a:ext cx="3386138" cy="275945"/>
          </a:xfrm>
          <a:ln>
            <a:noFill/>
          </a:ln>
        </p:spPr>
        <p:txBody>
          <a:bodyPr vert="horz" lIns="0" tIns="0" rIns="0" bIns="0" rtlCol="0">
            <a:noAutofit/>
          </a:bodyPr>
          <a:lstStyle>
            <a:lvl1pPr>
              <a:spcBef>
                <a:spcPts val="200"/>
              </a:spcBef>
              <a:defRPr lang="en-US" sz="800" dirty="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2" name="Textplatzhalter 2">
            <a:extLst>
              <a:ext uri="{FF2B5EF4-FFF2-40B4-BE49-F238E27FC236}">
                <a16:creationId xmlns:a16="http://schemas.microsoft.com/office/drawing/2014/main" id="{0B379B73-8A55-04C2-552F-2589C049E929}"/>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91047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_drei_Objekte">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
        <p:nvSpPr>
          <p:cNvPr id="2" name="Textplatzhalter 8">
            <a:extLst>
              <a:ext uri="{FF2B5EF4-FFF2-40B4-BE49-F238E27FC236}">
                <a16:creationId xmlns:a16="http://schemas.microsoft.com/office/drawing/2014/main" id="{E6C588A2-34D9-6037-60D1-2580AF2630C1}"/>
              </a:ext>
            </a:extLst>
          </p:cNvPr>
          <p:cNvSpPr>
            <a:spLocks noGrp="1"/>
          </p:cNvSpPr>
          <p:nvPr>
            <p:ph type="body" sz="quarter" idx="15" hasCustomPrompt="1"/>
          </p:nvPr>
        </p:nvSpPr>
        <p:spPr>
          <a:xfrm>
            <a:off x="420687" y="1020592"/>
            <a:ext cx="11350207" cy="2408407"/>
          </a:xfrm>
          <a:prstGeom prst="rect">
            <a:avLst/>
          </a:prstGeom>
        </p:spPr>
        <p:txBody>
          <a:bodyPr/>
          <a:lstStyle>
            <a:lvl1pPr algn="l">
              <a:spcBef>
                <a:spcPts val="200"/>
              </a:spcBef>
              <a:buFont typeface="Arial" panose="020B0604020202020204" pitchFamily="34" charset="0"/>
              <a:buNone/>
              <a:defRPr sz="3200"/>
            </a:lvl1pPr>
          </a:lstStyle>
          <a:p>
            <a:r>
              <a:rPr lang="de-DE" noProof="0">
                <a:latin typeface="Source Sans Pro" panose="020B0503030403020204" pitchFamily="34" charset="0"/>
                <a:ea typeface="Source Sans Pro" panose="020B0503030403020204" pitchFamily="34" charset="0"/>
              </a:rPr>
              <a:t>Aufzählung oder Fließtext Source Sans Pro Regular, 24 – 32 </a:t>
            </a:r>
            <a:r>
              <a:rPr lang="de-DE"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r>
              <a:rPr lang="de-DE" b="1" noProof="0">
                <a:latin typeface="Source Sans Pro" panose="020B0503030403020204" pitchFamily="34" charset="0"/>
                <a:ea typeface="Source Sans Pro" panose="020B0503030403020204" pitchFamily="34" charset="0"/>
              </a:rPr>
              <a:t>Hervorhebungen Source Sans Pro </a:t>
            </a:r>
            <a:r>
              <a:rPr lang="de-DE" b="1" noProof="0" err="1">
                <a:latin typeface="Source Sans Pro" panose="020B0503030403020204" pitchFamily="34" charset="0"/>
                <a:ea typeface="Source Sans Pro" panose="020B0503030403020204" pitchFamily="34" charset="0"/>
              </a:rPr>
              <a:t>Bold</a:t>
            </a:r>
            <a:r>
              <a:rPr lang="de-DE" b="1" noProof="0">
                <a:latin typeface="Source Sans Pro" panose="020B0503030403020204" pitchFamily="34" charset="0"/>
                <a:ea typeface="Source Sans Pro" panose="020B0503030403020204" pitchFamily="34" charset="0"/>
              </a:rPr>
              <a:t>, 24 – 32 </a:t>
            </a:r>
            <a:r>
              <a:rPr lang="de-DE" b="1" noProof="0" err="1">
                <a:latin typeface="Source Sans Pro" panose="020B0503030403020204" pitchFamily="34" charset="0"/>
                <a:ea typeface="Source Sans Pro" panose="020B0503030403020204" pitchFamily="34" charset="0"/>
              </a:rPr>
              <a:t>pt</a:t>
            </a:r>
            <a:r>
              <a:rPr lang="de-DE" b="1" noProof="0">
                <a:latin typeface="Source Sans Pro" panose="020B0503030403020204" pitchFamily="34" charset="0"/>
                <a:ea typeface="Source Sans Pro" panose="020B0503030403020204" pitchFamily="34" charset="0"/>
              </a:rPr>
              <a:t>.</a:t>
            </a:r>
            <a:endParaRPr lang="de-DE" noProof="0">
              <a:latin typeface="Source Sans Pro" panose="020B0503030403020204" pitchFamily="34" charset="0"/>
              <a:ea typeface="Source Sans Pro" panose="020B0503030403020204" pitchFamily="34" charset="0"/>
            </a:endParaRPr>
          </a:p>
        </p:txBody>
      </p:sp>
      <p:sp>
        <p:nvSpPr>
          <p:cNvPr id="19" name="Inhaltsplatzhalter 13">
            <a:extLst>
              <a:ext uri="{FF2B5EF4-FFF2-40B4-BE49-F238E27FC236}">
                <a16:creationId xmlns:a16="http://schemas.microsoft.com/office/drawing/2014/main" id="{F1EE4A5E-9583-E606-2962-E68D04AC4687}"/>
              </a:ext>
            </a:extLst>
          </p:cNvPr>
          <p:cNvSpPr>
            <a:spLocks noGrp="1"/>
          </p:cNvSpPr>
          <p:nvPr>
            <p:ph sz="quarter" idx="21" hasCustomPrompt="1"/>
          </p:nvPr>
        </p:nvSpPr>
        <p:spPr>
          <a:xfrm>
            <a:off x="4104413" y="4068707"/>
            <a:ext cx="3386138" cy="2065393"/>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21" name="Inhaltsplatzhalter 15">
            <a:extLst>
              <a:ext uri="{FF2B5EF4-FFF2-40B4-BE49-F238E27FC236}">
                <a16:creationId xmlns:a16="http://schemas.microsoft.com/office/drawing/2014/main" id="{4E02F85E-4461-32D8-B4BA-C175782C2D5E}"/>
              </a:ext>
            </a:extLst>
          </p:cNvPr>
          <p:cNvSpPr>
            <a:spLocks noGrp="1"/>
          </p:cNvSpPr>
          <p:nvPr>
            <p:ph sz="quarter" idx="23" hasCustomPrompt="1"/>
          </p:nvPr>
        </p:nvSpPr>
        <p:spPr>
          <a:xfrm>
            <a:off x="7788139" y="4068706"/>
            <a:ext cx="3386138" cy="2065393"/>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23" name="Inhaltsplatzhalter 17">
            <a:extLst>
              <a:ext uri="{FF2B5EF4-FFF2-40B4-BE49-F238E27FC236}">
                <a16:creationId xmlns:a16="http://schemas.microsoft.com/office/drawing/2014/main" id="{1846BD88-21FC-08A1-F765-D9B36F648AFC}"/>
              </a:ext>
            </a:extLst>
          </p:cNvPr>
          <p:cNvSpPr>
            <a:spLocks noGrp="1"/>
          </p:cNvSpPr>
          <p:nvPr>
            <p:ph sz="quarter" idx="25" hasCustomPrompt="1"/>
          </p:nvPr>
        </p:nvSpPr>
        <p:spPr>
          <a:xfrm>
            <a:off x="420687" y="4068707"/>
            <a:ext cx="3386138" cy="2065393"/>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3" name="Textplatzhalter 2">
            <a:extLst>
              <a:ext uri="{FF2B5EF4-FFF2-40B4-BE49-F238E27FC236}">
                <a16:creationId xmlns:a16="http://schemas.microsoft.com/office/drawing/2014/main" id="{62373788-24A4-CD20-4607-847F793C8950}"/>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4" name="Textplatzhalter 10">
            <a:extLst>
              <a:ext uri="{FF2B5EF4-FFF2-40B4-BE49-F238E27FC236}">
                <a16:creationId xmlns:a16="http://schemas.microsoft.com/office/drawing/2014/main" id="{8BA0EF94-0063-23A2-5029-9EC536F7A832}"/>
              </a:ext>
            </a:extLst>
          </p:cNvPr>
          <p:cNvSpPr>
            <a:spLocks noGrp="1"/>
          </p:cNvSpPr>
          <p:nvPr>
            <p:ph type="body" sz="quarter" idx="24" hasCustomPrompt="1"/>
          </p:nvPr>
        </p:nvSpPr>
        <p:spPr>
          <a:xfrm>
            <a:off x="420687" y="3640362"/>
            <a:ext cx="3386138" cy="275945"/>
          </a:xfrm>
          <a:ln>
            <a:noFill/>
          </a:ln>
        </p:spPr>
        <p:txBody>
          <a:bodyPr vert="horz" lIns="0" tIns="0" rIns="0" bIns="0" rtlCol="0">
            <a:noAutofit/>
          </a:bodyPr>
          <a:lstStyle>
            <a:lvl1pPr>
              <a:spcBef>
                <a:spcPts val="200"/>
              </a:spcBef>
              <a:defRPr lang="en-US" sz="800" dirty="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5" name="Textplatzhalter 10">
            <a:extLst>
              <a:ext uri="{FF2B5EF4-FFF2-40B4-BE49-F238E27FC236}">
                <a16:creationId xmlns:a16="http://schemas.microsoft.com/office/drawing/2014/main" id="{83EE0B9E-EC4C-6CA5-9975-6F393FB73E3D}"/>
              </a:ext>
            </a:extLst>
          </p:cNvPr>
          <p:cNvSpPr>
            <a:spLocks noGrp="1"/>
          </p:cNvSpPr>
          <p:nvPr>
            <p:ph type="body" sz="quarter" idx="26" hasCustomPrompt="1"/>
          </p:nvPr>
        </p:nvSpPr>
        <p:spPr>
          <a:xfrm>
            <a:off x="4104413" y="3640362"/>
            <a:ext cx="3386138" cy="275945"/>
          </a:xfrm>
          <a:ln>
            <a:noFill/>
          </a:ln>
        </p:spPr>
        <p:txBody>
          <a:bodyPr vert="horz" lIns="0" tIns="0" rIns="0" bIns="0" rtlCol="0">
            <a:noAutofit/>
          </a:bodyPr>
          <a:lstStyle>
            <a:lvl1pPr>
              <a:spcBef>
                <a:spcPts val="200"/>
              </a:spcBef>
              <a:defRPr lang="en-US" sz="800" dirty="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6" name="Textplatzhalter 10">
            <a:extLst>
              <a:ext uri="{FF2B5EF4-FFF2-40B4-BE49-F238E27FC236}">
                <a16:creationId xmlns:a16="http://schemas.microsoft.com/office/drawing/2014/main" id="{A708AFFA-C12A-047C-9F47-848F2B19C392}"/>
              </a:ext>
            </a:extLst>
          </p:cNvPr>
          <p:cNvSpPr>
            <a:spLocks noGrp="1"/>
          </p:cNvSpPr>
          <p:nvPr>
            <p:ph type="body" sz="quarter" idx="27" hasCustomPrompt="1"/>
          </p:nvPr>
        </p:nvSpPr>
        <p:spPr>
          <a:xfrm>
            <a:off x="7788139" y="3612226"/>
            <a:ext cx="3386138" cy="275945"/>
          </a:xfrm>
          <a:ln>
            <a:noFill/>
          </a:ln>
        </p:spPr>
        <p:txBody>
          <a:bodyPr vert="horz" lIns="0" tIns="0" rIns="0" bIns="0" rtlCol="0">
            <a:noAutofit/>
          </a:bodyPr>
          <a:lstStyle>
            <a:lvl1pPr>
              <a:spcBef>
                <a:spcPts val="200"/>
              </a:spcBef>
              <a:defRPr lang="en-US" sz="800" dirty="0">
                <a:latin typeface="Source Sans Pro" panose="020B0503030403020204" pitchFamily="34" charset="0"/>
                <a:ea typeface="Source Sans Pro" panose="020B0503030403020204" pitchFamily="34" charset="0"/>
              </a:defRPr>
            </a:lvl1pPr>
          </a:lstStyle>
          <a:p>
            <a:r>
              <a:rPr lang="de-DE" noProof="0"/>
              <a:t>Abb. X: Titel der Abbildung</a:t>
            </a:r>
          </a:p>
        </p:txBody>
      </p:sp>
    </p:spTree>
    <p:extLst>
      <p:ext uri="{BB962C8B-B14F-4D97-AF65-F5344CB8AC3E}">
        <p14:creationId xmlns:p14="http://schemas.microsoft.com/office/powerpoint/2010/main" val="15569362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_drei_Objekte_Design_V1">
    <p:spTree>
      <p:nvGrpSpPr>
        <p:cNvPr id="1" name=""/>
        <p:cNvGrpSpPr/>
        <p:nvPr/>
      </p:nvGrpSpPr>
      <p:grpSpPr>
        <a:xfrm>
          <a:off x="0" y="0"/>
          <a:ext cx="0" cy="0"/>
          <a:chOff x="0" y="0"/>
          <a:chExt cx="0" cy="0"/>
        </a:xfrm>
      </p:grpSpPr>
      <p:sp>
        <p:nvSpPr>
          <p:cNvPr id="17" name="Freihandform 16">
            <a:extLst>
              <a:ext uri="{FF2B5EF4-FFF2-40B4-BE49-F238E27FC236}">
                <a16:creationId xmlns:a16="http://schemas.microsoft.com/office/drawing/2014/main" id="{5C8441C9-0D8A-65CD-DC6F-202E759DC4FD}"/>
              </a:ext>
            </a:extLst>
          </p:cNvPr>
          <p:cNvSpPr/>
          <p:nvPr userDrawn="1"/>
        </p:nvSpPr>
        <p:spPr>
          <a:xfrm>
            <a:off x="0" y="0"/>
            <a:ext cx="12192000" cy="4454264"/>
          </a:xfrm>
          <a:custGeom>
            <a:avLst/>
            <a:gdLst>
              <a:gd name="connsiteX0" fmla="*/ 0 w 12192000"/>
              <a:gd name="connsiteY0" fmla="*/ 0 h 4454264"/>
              <a:gd name="connsiteX1" fmla="*/ 12192000 w 12192000"/>
              <a:gd name="connsiteY1" fmla="*/ 0 h 4454264"/>
              <a:gd name="connsiteX2" fmla="*/ 12192000 w 12192000"/>
              <a:gd name="connsiteY2" fmla="*/ 3601716 h 4454264"/>
              <a:gd name="connsiteX3" fmla="*/ 0 w 12192000"/>
              <a:gd name="connsiteY3" fmla="*/ 4454264 h 4454264"/>
            </a:gdLst>
            <a:ahLst/>
            <a:cxnLst>
              <a:cxn ang="0">
                <a:pos x="connsiteX0" y="connsiteY0"/>
              </a:cxn>
              <a:cxn ang="0">
                <a:pos x="connsiteX1" y="connsiteY1"/>
              </a:cxn>
              <a:cxn ang="0">
                <a:pos x="connsiteX2" y="connsiteY2"/>
              </a:cxn>
              <a:cxn ang="0">
                <a:pos x="connsiteX3" y="connsiteY3"/>
              </a:cxn>
            </a:cxnLst>
            <a:rect l="l" t="t" r="r" b="b"/>
            <a:pathLst>
              <a:path w="12192000" h="4454264">
                <a:moveTo>
                  <a:pt x="0" y="0"/>
                </a:moveTo>
                <a:lnTo>
                  <a:pt x="12192000" y="0"/>
                </a:lnTo>
                <a:lnTo>
                  <a:pt x="12192000" y="3601716"/>
                </a:lnTo>
                <a:lnTo>
                  <a:pt x="0" y="4454264"/>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a:latin typeface="Source Sans Pro" panose="020B0503030403020204" pitchFamily="34" charset="0"/>
              <a:ea typeface="Source Sans Pro" panose="020B0503030403020204" pitchFamily="34" charset="0"/>
            </a:endParaRPr>
          </a:p>
        </p:txBody>
      </p:sp>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
        <p:nvSpPr>
          <p:cNvPr id="18" name="Textplatzhalter 15">
            <a:extLst>
              <a:ext uri="{FF2B5EF4-FFF2-40B4-BE49-F238E27FC236}">
                <a16:creationId xmlns:a16="http://schemas.microsoft.com/office/drawing/2014/main" id="{AF3A41B2-F9E1-2BB1-EA80-19E9FE78F52D}"/>
              </a:ext>
            </a:extLst>
          </p:cNvPr>
          <p:cNvSpPr>
            <a:spLocks noGrp="1"/>
          </p:cNvSpPr>
          <p:nvPr>
            <p:ph type="body" sz="quarter" idx="18" hasCustomPrompt="1"/>
          </p:nvPr>
        </p:nvSpPr>
        <p:spPr>
          <a:xfrm>
            <a:off x="4224338" y="3673061"/>
            <a:ext cx="3507577" cy="2459838"/>
          </a:xfrm>
          <a:prstGeom prst="rect">
            <a:avLst/>
          </a:prstGeom>
        </p:spPr>
        <p:txBody>
          <a:bodyPr/>
          <a:lstStyle>
            <a:lvl1pPr>
              <a:spcBef>
                <a:spcPts val="200"/>
              </a:spcBef>
              <a:spcAft>
                <a:spcPts val="0"/>
              </a:spcAft>
              <a:defRPr sz="2000">
                <a:solidFill>
                  <a:schemeClr val="tx1"/>
                </a:solidFill>
                <a:latin typeface="Source Sans Pro" panose="020B0503030403020204" pitchFamily="34" charset="0"/>
                <a:ea typeface="Source Sans Pro" panose="020B0503030403020204" pitchFamily="34" charset="0"/>
              </a:defRPr>
            </a:lvl1pPr>
            <a:lvl2pPr>
              <a:spcAft>
                <a:spcPts val="0"/>
              </a:spcAft>
              <a:defRPr sz="2000">
                <a:solidFill>
                  <a:schemeClr val="tx1"/>
                </a:solidFill>
                <a:latin typeface="Source Sans Pro" panose="020B0503030403020204" pitchFamily="34" charset="0"/>
                <a:ea typeface="Source Sans Pro" panose="020B0503030403020204" pitchFamily="34" charset="0"/>
              </a:defRPr>
            </a:lvl2pPr>
            <a:lvl3pPr>
              <a:spcAft>
                <a:spcPts val="0"/>
              </a:spcAft>
              <a:defRPr sz="2000">
                <a:solidFill>
                  <a:schemeClr val="tx1"/>
                </a:solidFill>
                <a:latin typeface="Source Sans Pro" panose="020B0503030403020204" pitchFamily="34" charset="0"/>
                <a:ea typeface="Source Sans Pro" panose="020B0503030403020204" pitchFamily="34" charset="0"/>
              </a:defRPr>
            </a:lvl3pPr>
          </a:lstStyle>
          <a:p>
            <a:r>
              <a:rPr lang="de-DE" sz="2000" noProof="0"/>
              <a:t>Aufzählung oder Fließtext Source Sans Pro Regular, 20 -32 </a:t>
            </a:r>
            <a:r>
              <a:rPr lang="de-DE" sz="2000" noProof="0" err="1"/>
              <a:t>pt</a:t>
            </a:r>
            <a:r>
              <a:rPr lang="de-DE" sz="2000" noProof="0"/>
              <a:t>.; </a:t>
            </a:r>
            <a:r>
              <a:rPr lang="de-DE" sz="2000" b="1" noProof="0"/>
              <a:t>Hervorhebungen Source Sans Pro </a:t>
            </a:r>
            <a:r>
              <a:rPr lang="de-DE" sz="2000" b="1" noProof="0" err="1"/>
              <a:t>Bold</a:t>
            </a:r>
            <a:r>
              <a:rPr lang="de-DE" sz="2000" b="1" noProof="0"/>
              <a:t>, 20 -32 </a:t>
            </a:r>
            <a:r>
              <a:rPr lang="de-DE" sz="2000" b="1" noProof="0" err="1"/>
              <a:t>pt</a:t>
            </a:r>
            <a:r>
              <a:rPr lang="de-DE" sz="2000" b="1" noProof="0"/>
              <a:t>.</a:t>
            </a:r>
            <a:endParaRPr lang="de-DE" noProof="0"/>
          </a:p>
        </p:txBody>
      </p:sp>
      <p:sp>
        <p:nvSpPr>
          <p:cNvPr id="19" name="Textplatzhalter 15">
            <a:extLst>
              <a:ext uri="{FF2B5EF4-FFF2-40B4-BE49-F238E27FC236}">
                <a16:creationId xmlns:a16="http://schemas.microsoft.com/office/drawing/2014/main" id="{FBF726BC-F46A-B73C-CFB3-AB4E000350C2}"/>
              </a:ext>
            </a:extLst>
          </p:cNvPr>
          <p:cNvSpPr>
            <a:spLocks noGrp="1"/>
          </p:cNvSpPr>
          <p:nvPr>
            <p:ph type="body" sz="quarter" idx="19" hasCustomPrompt="1"/>
          </p:nvPr>
        </p:nvSpPr>
        <p:spPr>
          <a:xfrm>
            <a:off x="7982401" y="3673059"/>
            <a:ext cx="3509849" cy="2459839"/>
          </a:xfrm>
          <a:prstGeom prst="rect">
            <a:avLst/>
          </a:prstGeom>
        </p:spPr>
        <p:txBody>
          <a:bodyPr/>
          <a:lstStyle>
            <a:lvl1pPr>
              <a:spcBef>
                <a:spcPts val="200"/>
              </a:spcBef>
              <a:spcAft>
                <a:spcPts val="0"/>
              </a:spcAft>
              <a:defRPr sz="2000">
                <a:solidFill>
                  <a:schemeClr val="tx1"/>
                </a:solidFill>
                <a:latin typeface="Source Sans Pro" panose="020B0503030403020204" pitchFamily="34" charset="0"/>
                <a:ea typeface="Source Sans Pro" panose="020B0503030403020204" pitchFamily="34" charset="0"/>
              </a:defRPr>
            </a:lvl1pPr>
            <a:lvl2pPr>
              <a:spcAft>
                <a:spcPts val="0"/>
              </a:spcAft>
              <a:defRPr sz="2000">
                <a:solidFill>
                  <a:schemeClr val="tx1"/>
                </a:solidFill>
                <a:latin typeface="Source Sans Pro" panose="020B0503030403020204" pitchFamily="34" charset="0"/>
                <a:ea typeface="Source Sans Pro" panose="020B0503030403020204" pitchFamily="34" charset="0"/>
              </a:defRPr>
            </a:lvl2pPr>
            <a:lvl3pPr>
              <a:spcAft>
                <a:spcPts val="0"/>
              </a:spcAft>
              <a:defRPr sz="2000">
                <a:solidFill>
                  <a:schemeClr val="tx1"/>
                </a:solidFill>
                <a:latin typeface="Source Sans Pro" panose="020B0503030403020204" pitchFamily="34" charset="0"/>
                <a:ea typeface="Source Sans Pro" panose="020B0503030403020204" pitchFamily="34" charset="0"/>
              </a:defRPr>
            </a:lvl3pPr>
          </a:lstStyle>
          <a:p>
            <a:r>
              <a:rPr lang="de-DE" sz="2000" noProof="0"/>
              <a:t>Aufzählung oder Fließtext Source Sans Pro Regular, 20 -32 </a:t>
            </a:r>
            <a:r>
              <a:rPr lang="de-DE" sz="2000" noProof="0" err="1"/>
              <a:t>pt</a:t>
            </a:r>
            <a:r>
              <a:rPr lang="de-DE" sz="2000" noProof="0"/>
              <a:t>.; </a:t>
            </a:r>
            <a:r>
              <a:rPr lang="de-DE" sz="2000" b="1" noProof="0"/>
              <a:t>Hervorhebungen Source Sans Pro </a:t>
            </a:r>
            <a:r>
              <a:rPr lang="de-DE" sz="2000" b="1" noProof="0" err="1"/>
              <a:t>Bold</a:t>
            </a:r>
            <a:r>
              <a:rPr lang="de-DE" sz="2000" b="1" noProof="0"/>
              <a:t>, 20 -32 </a:t>
            </a:r>
            <a:r>
              <a:rPr lang="de-DE" sz="2000" b="1" noProof="0" err="1"/>
              <a:t>pt</a:t>
            </a:r>
            <a:r>
              <a:rPr lang="de-DE" sz="2000" b="1" noProof="0"/>
              <a:t>.</a:t>
            </a:r>
            <a:endParaRPr lang="de-DE" noProof="0"/>
          </a:p>
        </p:txBody>
      </p:sp>
      <p:sp>
        <p:nvSpPr>
          <p:cNvPr id="20" name="Textplatzhalter 15">
            <a:extLst>
              <a:ext uri="{FF2B5EF4-FFF2-40B4-BE49-F238E27FC236}">
                <a16:creationId xmlns:a16="http://schemas.microsoft.com/office/drawing/2014/main" id="{5CE61D08-5F7E-C41B-7B0B-0D08E87D879C}"/>
              </a:ext>
            </a:extLst>
          </p:cNvPr>
          <p:cNvSpPr>
            <a:spLocks noGrp="1"/>
          </p:cNvSpPr>
          <p:nvPr>
            <p:ph type="body" sz="quarter" idx="23" hasCustomPrompt="1"/>
          </p:nvPr>
        </p:nvSpPr>
        <p:spPr>
          <a:xfrm>
            <a:off x="421691" y="3673059"/>
            <a:ext cx="3507577" cy="2459839"/>
          </a:xfrm>
          <a:prstGeom prst="rect">
            <a:avLst/>
          </a:prstGeom>
        </p:spPr>
        <p:txBody>
          <a:bodyPr/>
          <a:lstStyle>
            <a:lvl1pPr>
              <a:spcBef>
                <a:spcPts val="200"/>
              </a:spcBef>
              <a:spcAft>
                <a:spcPts val="0"/>
              </a:spcAft>
              <a:defRPr sz="2000">
                <a:solidFill>
                  <a:schemeClr val="tx1"/>
                </a:solidFill>
                <a:latin typeface="Source Sans Pro" panose="020B0503030403020204" pitchFamily="34" charset="0"/>
                <a:ea typeface="Source Sans Pro" panose="020B0503030403020204" pitchFamily="34" charset="0"/>
              </a:defRPr>
            </a:lvl1pPr>
            <a:lvl2pPr>
              <a:spcAft>
                <a:spcPts val="0"/>
              </a:spcAft>
              <a:defRPr sz="2000">
                <a:solidFill>
                  <a:schemeClr val="tx1"/>
                </a:solidFill>
                <a:latin typeface="Source Sans Pro" panose="020B0503030403020204" pitchFamily="34" charset="0"/>
                <a:ea typeface="Source Sans Pro" panose="020B0503030403020204" pitchFamily="34" charset="0"/>
              </a:defRPr>
            </a:lvl2pPr>
            <a:lvl3pPr>
              <a:spcAft>
                <a:spcPts val="0"/>
              </a:spcAft>
              <a:defRPr sz="2000">
                <a:solidFill>
                  <a:schemeClr val="tx1"/>
                </a:solidFill>
                <a:latin typeface="Source Sans Pro" panose="020B0503030403020204" pitchFamily="34" charset="0"/>
                <a:ea typeface="Source Sans Pro" panose="020B0503030403020204" pitchFamily="34" charset="0"/>
              </a:defRPr>
            </a:lvl3pPr>
          </a:lstStyle>
          <a:p>
            <a:r>
              <a:rPr lang="de-DE" sz="2000" noProof="0"/>
              <a:t>Aufzählung oder Fließtext Source Sans Pro Regular, 20 -32 </a:t>
            </a:r>
            <a:r>
              <a:rPr lang="de-DE" sz="2000" noProof="0" err="1"/>
              <a:t>pt</a:t>
            </a:r>
            <a:r>
              <a:rPr lang="de-DE" sz="2000" noProof="0"/>
              <a:t>.; </a:t>
            </a:r>
            <a:r>
              <a:rPr lang="de-DE" sz="2000" b="1" noProof="0"/>
              <a:t>Hervorhebungen Source Sans Pro </a:t>
            </a:r>
            <a:r>
              <a:rPr lang="de-DE" sz="2000" b="1" noProof="0" err="1"/>
              <a:t>Bold</a:t>
            </a:r>
            <a:r>
              <a:rPr lang="de-DE" sz="2000" b="1" noProof="0"/>
              <a:t>, 20 -32 </a:t>
            </a:r>
            <a:r>
              <a:rPr lang="de-DE" sz="2000" b="1" noProof="0" err="1"/>
              <a:t>pt</a:t>
            </a:r>
            <a:r>
              <a:rPr lang="de-DE" sz="2000" b="1" noProof="0"/>
              <a:t>.</a:t>
            </a:r>
            <a:endParaRPr lang="de-DE" noProof="0"/>
          </a:p>
        </p:txBody>
      </p:sp>
      <p:sp>
        <p:nvSpPr>
          <p:cNvPr id="21" name="Inhaltsplatzhalter 3">
            <a:extLst>
              <a:ext uri="{FF2B5EF4-FFF2-40B4-BE49-F238E27FC236}">
                <a16:creationId xmlns:a16="http://schemas.microsoft.com/office/drawing/2014/main" id="{B625AB45-92A3-80D4-D6C0-95D844D02B97}"/>
              </a:ext>
            </a:extLst>
          </p:cNvPr>
          <p:cNvSpPr>
            <a:spLocks noGrp="1"/>
          </p:cNvSpPr>
          <p:nvPr>
            <p:ph sz="quarter" idx="24" hasCustomPrompt="1"/>
          </p:nvPr>
        </p:nvSpPr>
        <p:spPr>
          <a:xfrm>
            <a:off x="4210484" y="1384877"/>
            <a:ext cx="3507577" cy="1817155"/>
          </a:xfrm>
        </p:spPr>
        <p:txBody>
          <a:bodyPr/>
          <a:lstStyle>
            <a:lvl1pPr>
              <a:defRPr>
                <a:latin typeface="Source Sans Pro" panose="020B0503030403020204" pitchFamily="34" charset="0"/>
                <a:ea typeface="Source Sans Pro" panose="020B0503030403020204" pitchFamily="34" charset="0"/>
              </a:defRPr>
            </a:lvl1pPr>
          </a:lstStyle>
          <a:p>
            <a:pPr marL="0" marR="0" lvl="0" indent="0" algn="l" defTabSz="914400" rtl="0" eaLnBrk="1" fontAlgn="auto" latinLnBrk="0" hangingPunct="1">
              <a:lnSpc>
                <a:spcPct val="120000"/>
              </a:lnSpc>
              <a:spcBef>
                <a:spcPts val="0"/>
              </a:spcBef>
              <a:spcAft>
                <a:spcPts val="0"/>
              </a:spcAft>
              <a:buClrTx/>
              <a:buSzPct val="120000"/>
              <a:buFont typeface="Symbol" pitchFamily="2" charset="2"/>
              <a:buNone/>
              <a:tabLst/>
              <a:defRPr/>
            </a:pPr>
            <a:r>
              <a:rPr lang="de-DE"/>
              <a:t>Objekt hinzufügen</a:t>
            </a:r>
          </a:p>
          <a:p>
            <a:pPr lvl="0"/>
            <a:endParaRPr lang="de-DE"/>
          </a:p>
        </p:txBody>
      </p:sp>
      <p:sp>
        <p:nvSpPr>
          <p:cNvPr id="22" name="Textplatzhalter 22">
            <a:extLst>
              <a:ext uri="{FF2B5EF4-FFF2-40B4-BE49-F238E27FC236}">
                <a16:creationId xmlns:a16="http://schemas.microsoft.com/office/drawing/2014/main" id="{110D1CE3-F94F-6461-15C7-E4F26FB4ED33}"/>
              </a:ext>
            </a:extLst>
          </p:cNvPr>
          <p:cNvSpPr>
            <a:spLocks noGrp="1"/>
          </p:cNvSpPr>
          <p:nvPr>
            <p:ph type="body" sz="quarter" idx="22" hasCustomPrompt="1"/>
          </p:nvPr>
        </p:nvSpPr>
        <p:spPr>
          <a:xfrm>
            <a:off x="4210484" y="1042033"/>
            <a:ext cx="3507577" cy="275945"/>
          </a:xfrm>
        </p:spPr>
        <p:txBody>
          <a:bodyPr anchor="t" anchorCtr="0"/>
          <a:lstStyle>
            <a:lvl1pPr>
              <a:spcBef>
                <a:spcPts val="200"/>
              </a:spcBef>
              <a:defRPr sz="800">
                <a:latin typeface="Source Sans Pro" panose="020B0503030403020204" pitchFamily="34" charset="0"/>
                <a:ea typeface="Source Sans Pro" panose="020B0503030403020204" pitchFamily="34" charset="0"/>
              </a:defRPr>
            </a:lvl1pPr>
            <a:lvl2pPr>
              <a:defRPr sz="800"/>
            </a:lvl2pPr>
            <a:lvl3pPr>
              <a:defRPr sz="800"/>
            </a:lvl3pPr>
            <a:lvl4pPr>
              <a:defRPr sz="800"/>
            </a:lvl4pPr>
            <a:lvl5pPr>
              <a:defRPr sz="800"/>
            </a:lvl5pPr>
          </a:lstStyle>
          <a:p>
            <a:r>
              <a:rPr lang="de-DE" noProof="0"/>
              <a:t>Abb. X: Titel der Abbildung</a:t>
            </a:r>
          </a:p>
        </p:txBody>
      </p:sp>
      <p:sp>
        <p:nvSpPr>
          <p:cNvPr id="23" name="Inhaltsplatzhalter 3">
            <a:extLst>
              <a:ext uri="{FF2B5EF4-FFF2-40B4-BE49-F238E27FC236}">
                <a16:creationId xmlns:a16="http://schemas.microsoft.com/office/drawing/2014/main" id="{423B9025-9634-BCF8-EBD7-84B88BB873C1}"/>
              </a:ext>
            </a:extLst>
          </p:cNvPr>
          <p:cNvSpPr>
            <a:spLocks noGrp="1"/>
          </p:cNvSpPr>
          <p:nvPr>
            <p:ph sz="quarter" idx="27" hasCustomPrompt="1"/>
          </p:nvPr>
        </p:nvSpPr>
        <p:spPr>
          <a:xfrm>
            <a:off x="7982402" y="1384876"/>
            <a:ext cx="3507577" cy="1817154"/>
          </a:xfrm>
        </p:spPr>
        <p:txBody>
          <a:bodyPr/>
          <a:lstStyle>
            <a:lvl1pPr>
              <a:defRPr>
                <a:latin typeface="Source Sans Pro" panose="020B0503030403020204" pitchFamily="34" charset="0"/>
                <a:ea typeface="Source Sans Pro" panose="020B0503030403020204" pitchFamily="34" charset="0"/>
              </a:defRPr>
            </a:lvl1pPr>
          </a:lstStyle>
          <a:p>
            <a:pPr marL="0" marR="0" lvl="0" indent="0" algn="l" defTabSz="914400" rtl="0" eaLnBrk="1" fontAlgn="auto" latinLnBrk="0" hangingPunct="1">
              <a:lnSpc>
                <a:spcPct val="120000"/>
              </a:lnSpc>
              <a:spcBef>
                <a:spcPts val="0"/>
              </a:spcBef>
              <a:spcAft>
                <a:spcPts val="0"/>
              </a:spcAft>
              <a:buClrTx/>
              <a:buSzPct val="120000"/>
              <a:buFont typeface="Symbol" pitchFamily="2" charset="2"/>
              <a:buNone/>
              <a:tabLst/>
              <a:defRPr/>
            </a:pPr>
            <a:r>
              <a:rPr lang="de-DE"/>
              <a:t>Objekt hinzufügen</a:t>
            </a:r>
          </a:p>
          <a:p>
            <a:pPr lvl="0"/>
            <a:endParaRPr lang="de-DE"/>
          </a:p>
        </p:txBody>
      </p:sp>
      <p:sp>
        <p:nvSpPr>
          <p:cNvPr id="24" name="Textplatzhalter 22">
            <a:extLst>
              <a:ext uri="{FF2B5EF4-FFF2-40B4-BE49-F238E27FC236}">
                <a16:creationId xmlns:a16="http://schemas.microsoft.com/office/drawing/2014/main" id="{9649F2C6-4261-A5B3-AAC6-73D8832451C0}"/>
              </a:ext>
            </a:extLst>
          </p:cNvPr>
          <p:cNvSpPr>
            <a:spLocks noGrp="1"/>
          </p:cNvSpPr>
          <p:nvPr>
            <p:ph type="body" sz="quarter" idx="28" hasCustomPrompt="1"/>
          </p:nvPr>
        </p:nvSpPr>
        <p:spPr>
          <a:xfrm>
            <a:off x="7982402" y="1042032"/>
            <a:ext cx="3507577" cy="275945"/>
          </a:xfrm>
        </p:spPr>
        <p:txBody>
          <a:bodyPr anchor="t" anchorCtr="0"/>
          <a:lstStyle>
            <a:lvl1pPr>
              <a:spcBef>
                <a:spcPts val="200"/>
              </a:spcBef>
              <a:defRPr sz="800">
                <a:latin typeface="Source Sans Pro" panose="020B0503030403020204" pitchFamily="34" charset="0"/>
                <a:ea typeface="Source Sans Pro" panose="020B0503030403020204" pitchFamily="34" charset="0"/>
              </a:defRPr>
            </a:lvl1pPr>
            <a:lvl2pPr>
              <a:defRPr sz="800"/>
            </a:lvl2pPr>
            <a:lvl3pPr>
              <a:defRPr sz="800"/>
            </a:lvl3pPr>
            <a:lvl4pPr>
              <a:defRPr sz="800"/>
            </a:lvl4pPr>
            <a:lvl5pPr>
              <a:defRPr sz="800"/>
            </a:lvl5pPr>
          </a:lstStyle>
          <a:p>
            <a:r>
              <a:rPr lang="de-DE" noProof="0"/>
              <a:t>Abb. X: Titel der Abbildung</a:t>
            </a:r>
          </a:p>
        </p:txBody>
      </p:sp>
      <p:sp>
        <p:nvSpPr>
          <p:cNvPr id="25" name="Inhaltsplatzhalter 3">
            <a:extLst>
              <a:ext uri="{FF2B5EF4-FFF2-40B4-BE49-F238E27FC236}">
                <a16:creationId xmlns:a16="http://schemas.microsoft.com/office/drawing/2014/main" id="{2ACA1FDA-B04B-A15B-7550-38ED6B6316E7}"/>
              </a:ext>
            </a:extLst>
          </p:cNvPr>
          <p:cNvSpPr>
            <a:spLocks noGrp="1"/>
          </p:cNvSpPr>
          <p:nvPr>
            <p:ph sz="quarter" idx="29" hasCustomPrompt="1"/>
          </p:nvPr>
        </p:nvSpPr>
        <p:spPr>
          <a:xfrm>
            <a:off x="420688" y="1384877"/>
            <a:ext cx="3507577" cy="1817155"/>
          </a:xfrm>
        </p:spPr>
        <p:txBody>
          <a:bodyPr/>
          <a:lstStyle>
            <a:lvl1pPr>
              <a:defRPr>
                <a:latin typeface="Source Sans Pro" panose="020B0503030403020204" pitchFamily="34" charset="0"/>
                <a:ea typeface="Source Sans Pro" panose="020B0503030403020204" pitchFamily="34" charset="0"/>
              </a:defRPr>
            </a:lvl1pPr>
          </a:lstStyle>
          <a:p>
            <a:pPr marL="0" marR="0" lvl="0" indent="0" algn="l" defTabSz="914400" rtl="0" eaLnBrk="1" fontAlgn="auto" latinLnBrk="0" hangingPunct="1">
              <a:lnSpc>
                <a:spcPct val="120000"/>
              </a:lnSpc>
              <a:spcBef>
                <a:spcPts val="0"/>
              </a:spcBef>
              <a:spcAft>
                <a:spcPts val="0"/>
              </a:spcAft>
              <a:buClrTx/>
              <a:buSzPct val="120000"/>
              <a:buFont typeface="Symbol" pitchFamily="2" charset="2"/>
              <a:buNone/>
              <a:tabLst/>
              <a:defRPr/>
            </a:pPr>
            <a:r>
              <a:rPr lang="de-DE"/>
              <a:t>Objekt hinzufügen</a:t>
            </a:r>
          </a:p>
          <a:p>
            <a:pPr lvl="0"/>
            <a:endParaRPr lang="de-DE"/>
          </a:p>
        </p:txBody>
      </p:sp>
      <p:sp>
        <p:nvSpPr>
          <p:cNvPr id="26" name="Textplatzhalter 22">
            <a:extLst>
              <a:ext uri="{FF2B5EF4-FFF2-40B4-BE49-F238E27FC236}">
                <a16:creationId xmlns:a16="http://schemas.microsoft.com/office/drawing/2014/main" id="{74967F76-61FB-9A0E-FC6C-1F35D5B3DD04}"/>
              </a:ext>
            </a:extLst>
          </p:cNvPr>
          <p:cNvSpPr>
            <a:spLocks noGrp="1"/>
          </p:cNvSpPr>
          <p:nvPr>
            <p:ph type="body" sz="quarter" idx="30" hasCustomPrompt="1"/>
          </p:nvPr>
        </p:nvSpPr>
        <p:spPr>
          <a:xfrm>
            <a:off x="420688" y="1042033"/>
            <a:ext cx="3507577" cy="275945"/>
          </a:xfrm>
        </p:spPr>
        <p:txBody>
          <a:bodyPr anchor="t" anchorCtr="0"/>
          <a:lstStyle>
            <a:lvl1pPr>
              <a:spcBef>
                <a:spcPts val="200"/>
              </a:spcBef>
              <a:defRPr sz="800">
                <a:latin typeface="Source Sans Pro" panose="020B0503030403020204" pitchFamily="34" charset="0"/>
                <a:ea typeface="Source Sans Pro" panose="020B0503030403020204" pitchFamily="34" charset="0"/>
              </a:defRPr>
            </a:lvl1pPr>
            <a:lvl2pPr>
              <a:defRPr sz="800"/>
            </a:lvl2pPr>
            <a:lvl3pPr>
              <a:defRPr sz="800"/>
            </a:lvl3pPr>
            <a:lvl4pPr>
              <a:defRPr sz="800"/>
            </a:lvl4pPr>
            <a:lvl5pPr>
              <a:defRPr sz="800"/>
            </a:lvl5pPr>
          </a:lstStyle>
          <a:p>
            <a:r>
              <a:rPr lang="de-DE" noProof="0"/>
              <a:t>Abb. X: Titel der Abbildung</a:t>
            </a:r>
          </a:p>
        </p:txBody>
      </p:sp>
      <p:sp>
        <p:nvSpPr>
          <p:cNvPr id="2" name="Textplatzhalter 2">
            <a:extLst>
              <a:ext uri="{FF2B5EF4-FFF2-40B4-BE49-F238E27FC236}">
                <a16:creationId xmlns:a16="http://schemas.microsoft.com/office/drawing/2014/main" id="{BB7FAA8E-7B8D-C177-FD55-F50D26734AED}"/>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29357548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_drei_Objekte_Design_V2">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en-US"/>
              <a:t>Quelle Text: Autorennachname, JJJJ, S. 123.</a:t>
            </a:r>
            <a:br>
              <a:rPr lang="en-US"/>
            </a:br>
            <a:r>
              <a:rPr lang="en-US"/>
              <a:t>Quelle Abbildung: Autorennachname, JJJJ.</a:t>
            </a:r>
            <a:endParaRPr lang="de-DE" sz="800"/>
          </a:p>
        </p:txBody>
      </p:sp>
      <p:sp>
        <p:nvSpPr>
          <p:cNvPr id="4" name="Freihandform 3">
            <a:extLst>
              <a:ext uri="{FF2B5EF4-FFF2-40B4-BE49-F238E27FC236}">
                <a16:creationId xmlns:a16="http://schemas.microsoft.com/office/drawing/2014/main" id="{92101234-D127-70A6-6CBF-7A16E4D1D9F6}"/>
              </a:ext>
            </a:extLst>
          </p:cNvPr>
          <p:cNvSpPr/>
          <p:nvPr userDrawn="1"/>
        </p:nvSpPr>
        <p:spPr>
          <a:xfrm>
            <a:off x="0" y="3213099"/>
            <a:ext cx="12192000" cy="3644901"/>
          </a:xfrm>
          <a:custGeom>
            <a:avLst/>
            <a:gdLst>
              <a:gd name="connsiteX0" fmla="*/ 12192000 w 12192000"/>
              <a:gd name="connsiteY0" fmla="*/ 0 h 3227627"/>
              <a:gd name="connsiteX1" fmla="*/ 12192000 w 12192000"/>
              <a:gd name="connsiteY1" fmla="*/ 3227627 h 3227627"/>
              <a:gd name="connsiteX2" fmla="*/ 0 w 12192000"/>
              <a:gd name="connsiteY2" fmla="*/ 3227627 h 3227627"/>
              <a:gd name="connsiteX3" fmla="*/ 0 w 12192000"/>
              <a:gd name="connsiteY3" fmla="*/ 852548 h 3227627"/>
            </a:gdLst>
            <a:ahLst/>
            <a:cxnLst>
              <a:cxn ang="0">
                <a:pos x="connsiteX0" y="connsiteY0"/>
              </a:cxn>
              <a:cxn ang="0">
                <a:pos x="connsiteX1" y="connsiteY1"/>
              </a:cxn>
              <a:cxn ang="0">
                <a:pos x="connsiteX2" y="connsiteY2"/>
              </a:cxn>
              <a:cxn ang="0">
                <a:pos x="connsiteX3" y="connsiteY3"/>
              </a:cxn>
            </a:cxnLst>
            <a:rect l="l" t="t" r="r" b="b"/>
            <a:pathLst>
              <a:path w="12192000" h="3227627">
                <a:moveTo>
                  <a:pt x="12192000" y="0"/>
                </a:moveTo>
                <a:lnTo>
                  <a:pt x="12192000" y="3227627"/>
                </a:lnTo>
                <a:lnTo>
                  <a:pt x="0" y="3227627"/>
                </a:lnTo>
                <a:lnTo>
                  <a:pt x="0" y="852548"/>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latin typeface="Source Sans Pro" panose="020B0503030403020204" pitchFamily="34" charset="0"/>
              <a:ea typeface="Source Sans Pro" panose="020B0503030403020204" pitchFamily="34" charset="0"/>
            </a:endParaRPr>
          </a:p>
        </p:txBody>
      </p:sp>
      <p:sp>
        <p:nvSpPr>
          <p:cNvPr id="5" name="Textplatzhalter 15">
            <a:extLst>
              <a:ext uri="{FF2B5EF4-FFF2-40B4-BE49-F238E27FC236}">
                <a16:creationId xmlns:a16="http://schemas.microsoft.com/office/drawing/2014/main" id="{BD336AED-2DF0-396C-3763-F4D037CC2D9F}"/>
              </a:ext>
            </a:extLst>
          </p:cNvPr>
          <p:cNvSpPr>
            <a:spLocks noGrp="1"/>
          </p:cNvSpPr>
          <p:nvPr>
            <p:ph type="body" sz="quarter" idx="18" hasCustomPrompt="1"/>
          </p:nvPr>
        </p:nvSpPr>
        <p:spPr>
          <a:xfrm>
            <a:off x="4224338" y="4267385"/>
            <a:ext cx="3507577" cy="1865513"/>
          </a:xfrm>
          <a:prstGeom prst="rect">
            <a:avLst/>
          </a:prstGeom>
        </p:spPr>
        <p:txBody>
          <a:bodyPr/>
          <a:lstStyle>
            <a:lvl1pPr>
              <a:spcBef>
                <a:spcPts val="200"/>
              </a:spcBef>
              <a:spcAft>
                <a:spcPts val="0"/>
              </a:spcAft>
              <a:defRPr sz="2000">
                <a:solidFill>
                  <a:schemeClr val="tx1"/>
                </a:solidFill>
                <a:latin typeface="Source Sans Pro" panose="020B0503030403020204" pitchFamily="34" charset="0"/>
                <a:ea typeface="Source Sans Pro" panose="020B0503030403020204" pitchFamily="34" charset="0"/>
              </a:defRPr>
            </a:lvl1pPr>
            <a:lvl2pPr>
              <a:spcAft>
                <a:spcPts val="0"/>
              </a:spcAft>
              <a:defRPr sz="2000">
                <a:solidFill>
                  <a:schemeClr val="tx1"/>
                </a:solidFill>
                <a:latin typeface="Source Sans Pro" panose="020B0503030403020204" pitchFamily="34" charset="0"/>
                <a:ea typeface="Source Sans Pro" panose="020B0503030403020204" pitchFamily="34" charset="0"/>
              </a:defRPr>
            </a:lvl2pPr>
            <a:lvl3pPr>
              <a:spcAft>
                <a:spcPts val="0"/>
              </a:spcAft>
              <a:defRPr sz="2000">
                <a:solidFill>
                  <a:schemeClr val="tx1"/>
                </a:solidFill>
                <a:latin typeface="Source Sans Pro" panose="020B0503030403020204" pitchFamily="34" charset="0"/>
                <a:ea typeface="Source Sans Pro" panose="020B0503030403020204" pitchFamily="34" charset="0"/>
              </a:defRPr>
            </a:lvl3pPr>
          </a:lstStyle>
          <a:p>
            <a:r>
              <a:rPr lang="de-DE" sz="2000" noProof="0"/>
              <a:t>Aufzählung oder Fließtext Source Sans Pro Regular, 20 -32 </a:t>
            </a:r>
            <a:r>
              <a:rPr lang="de-DE" sz="2000" noProof="0" err="1"/>
              <a:t>pt</a:t>
            </a:r>
            <a:r>
              <a:rPr lang="de-DE" sz="2000" noProof="0"/>
              <a:t>.; </a:t>
            </a:r>
            <a:r>
              <a:rPr lang="de-DE" sz="2000" b="1" noProof="0"/>
              <a:t>Hervorhebungen Source Sans Pro </a:t>
            </a:r>
            <a:r>
              <a:rPr lang="de-DE" sz="2000" b="1" noProof="0" err="1"/>
              <a:t>Bold</a:t>
            </a:r>
            <a:r>
              <a:rPr lang="de-DE" sz="2000" b="1" noProof="0"/>
              <a:t>, 20 -32 </a:t>
            </a:r>
            <a:r>
              <a:rPr lang="de-DE" sz="2000" b="1" noProof="0" err="1"/>
              <a:t>pt</a:t>
            </a:r>
            <a:r>
              <a:rPr lang="de-DE" sz="2000" b="1" noProof="0"/>
              <a:t>.</a:t>
            </a:r>
            <a:endParaRPr lang="de-DE" noProof="0"/>
          </a:p>
        </p:txBody>
      </p:sp>
      <p:sp>
        <p:nvSpPr>
          <p:cNvPr id="6" name="Textplatzhalter 15">
            <a:extLst>
              <a:ext uri="{FF2B5EF4-FFF2-40B4-BE49-F238E27FC236}">
                <a16:creationId xmlns:a16="http://schemas.microsoft.com/office/drawing/2014/main" id="{20B61CFF-E459-B35A-ED41-0535389A8AE5}"/>
              </a:ext>
            </a:extLst>
          </p:cNvPr>
          <p:cNvSpPr>
            <a:spLocks noGrp="1"/>
          </p:cNvSpPr>
          <p:nvPr>
            <p:ph type="body" sz="quarter" idx="19" hasCustomPrompt="1"/>
          </p:nvPr>
        </p:nvSpPr>
        <p:spPr>
          <a:xfrm>
            <a:off x="7982401" y="4267384"/>
            <a:ext cx="3509849" cy="1865514"/>
          </a:xfrm>
          <a:prstGeom prst="rect">
            <a:avLst/>
          </a:prstGeom>
        </p:spPr>
        <p:txBody>
          <a:bodyPr/>
          <a:lstStyle>
            <a:lvl1pPr>
              <a:spcBef>
                <a:spcPts val="200"/>
              </a:spcBef>
              <a:spcAft>
                <a:spcPts val="0"/>
              </a:spcAft>
              <a:defRPr sz="2000">
                <a:solidFill>
                  <a:schemeClr val="tx1"/>
                </a:solidFill>
                <a:latin typeface="Source Sans Pro" panose="020B0503030403020204" pitchFamily="34" charset="0"/>
                <a:ea typeface="Source Sans Pro" panose="020B0503030403020204" pitchFamily="34" charset="0"/>
              </a:defRPr>
            </a:lvl1pPr>
            <a:lvl2pPr>
              <a:spcAft>
                <a:spcPts val="0"/>
              </a:spcAft>
              <a:defRPr sz="2000">
                <a:solidFill>
                  <a:schemeClr val="tx1"/>
                </a:solidFill>
                <a:latin typeface="Source Sans Pro" panose="020B0503030403020204" pitchFamily="34" charset="0"/>
                <a:ea typeface="Source Sans Pro" panose="020B0503030403020204" pitchFamily="34" charset="0"/>
              </a:defRPr>
            </a:lvl2pPr>
            <a:lvl3pPr>
              <a:spcAft>
                <a:spcPts val="0"/>
              </a:spcAft>
              <a:defRPr sz="2000">
                <a:solidFill>
                  <a:schemeClr val="tx1"/>
                </a:solidFill>
                <a:latin typeface="Source Sans Pro" panose="020B0503030403020204" pitchFamily="34" charset="0"/>
                <a:ea typeface="Source Sans Pro" panose="020B0503030403020204" pitchFamily="34" charset="0"/>
              </a:defRPr>
            </a:lvl3pPr>
          </a:lstStyle>
          <a:p>
            <a:r>
              <a:rPr lang="de-DE" sz="2000" noProof="0"/>
              <a:t>Aufzählung oder Fließtext Source Sans Pro Regular, 20 -32 </a:t>
            </a:r>
            <a:r>
              <a:rPr lang="de-DE" sz="2000" noProof="0" err="1"/>
              <a:t>pt</a:t>
            </a:r>
            <a:r>
              <a:rPr lang="de-DE" sz="2000" noProof="0"/>
              <a:t>.; </a:t>
            </a:r>
            <a:r>
              <a:rPr lang="de-DE" sz="2000" b="1" noProof="0"/>
              <a:t>Hervorhebungen Source Sans Pro </a:t>
            </a:r>
            <a:r>
              <a:rPr lang="de-DE" sz="2000" b="1" noProof="0" err="1"/>
              <a:t>Bold</a:t>
            </a:r>
            <a:r>
              <a:rPr lang="de-DE" sz="2000" b="1" noProof="0"/>
              <a:t>, 20 -32 </a:t>
            </a:r>
            <a:r>
              <a:rPr lang="de-DE" sz="2000" b="1" noProof="0" err="1"/>
              <a:t>pt</a:t>
            </a:r>
            <a:r>
              <a:rPr lang="de-DE" sz="2000" b="1" noProof="0"/>
              <a:t>.</a:t>
            </a:r>
            <a:endParaRPr lang="de-DE" noProof="0"/>
          </a:p>
        </p:txBody>
      </p:sp>
      <p:sp>
        <p:nvSpPr>
          <p:cNvPr id="7" name="Textplatzhalter 15">
            <a:extLst>
              <a:ext uri="{FF2B5EF4-FFF2-40B4-BE49-F238E27FC236}">
                <a16:creationId xmlns:a16="http://schemas.microsoft.com/office/drawing/2014/main" id="{26CD0A30-3FF2-9E7C-CB0F-CAD8A44136EA}"/>
              </a:ext>
            </a:extLst>
          </p:cNvPr>
          <p:cNvSpPr>
            <a:spLocks noGrp="1"/>
          </p:cNvSpPr>
          <p:nvPr>
            <p:ph type="body" sz="quarter" idx="23" hasCustomPrompt="1"/>
          </p:nvPr>
        </p:nvSpPr>
        <p:spPr>
          <a:xfrm>
            <a:off x="421691" y="4267384"/>
            <a:ext cx="3507577" cy="1865514"/>
          </a:xfrm>
          <a:prstGeom prst="rect">
            <a:avLst/>
          </a:prstGeom>
        </p:spPr>
        <p:txBody>
          <a:bodyPr/>
          <a:lstStyle>
            <a:lvl1pPr>
              <a:spcBef>
                <a:spcPts val="200"/>
              </a:spcBef>
              <a:spcAft>
                <a:spcPts val="0"/>
              </a:spcAft>
              <a:defRPr sz="2000">
                <a:solidFill>
                  <a:schemeClr val="tx1"/>
                </a:solidFill>
                <a:latin typeface="Source Sans Pro" panose="020B0503030403020204" pitchFamily="34" charset="0"/>
                <a:ea typeface="Source Sans Pro" panose="020B0503030403020204" pitchFamily="34" charset="0"/>
              </a:defRPr>
            </a:lvl1pPr>
            <a:lvl2pPr>
              <a:spcAft>
                <a:spcPts val="0"/>
              </a:spcAft>
              <a:defRPr sz="2000">
                <a:solidFill>
                  <a:schemeClr val="tx1"/>
                </a:solidFill>
                <a:latin typeface="Source Sans Pro" panose="020B0503030403020204" pitchFamily="34" charset="0"/>
                <a:ea typeface="Source Sans Pro" panose="020B0503030403020204" pitchFamily="34" charset="0"/>
              </a:defRPr>
            </a:lvl2pPr>
            <a:lvl3pPr>
              <a:spcAft>
                <a:spcPts val="0"/>
              </a:spcAft>
              <a:defRPr sz="2000">
                <a:solidFill>
                  <a:schemeClr val="tx1"/>
                </a:solidFill>
                <a:latin typeface="Source Sans Pro" panose="020B0503030403020204" pitchFamily="34" charset="0"/>
                <a:ea typeface="Source Sans Pro" panose="020B0503030403020204" pitchFamily="34" charset="0"/>
              </a:defRPr>
            </a:lvl3pPr>
          </a:lstStyle>
          <a:p>
            <a:r>
              <a:rPr lang="de-DE" sz="2000" noProof="0"/>
              <a:t>Aufzählung oder Fließtext Source Sans Pro Regular, 20 -32 </a:t>
            </a:r>
            <a:r>
              <a:rPr lang="de-DE" sz="2000" noProof="0" err="1"/>
              <a:t>pt</a:t>
            </a:r>
            <a:r>
              <a:rPr lang="de-DE" sz="2000" noProof="0"/>
              <a:t>.; </a:t>
            </a:r>
            <a:r>
              <a:rPr lang="de-DE" sz="2000" b="1" noProof="0"/>
              <a:t>Hervorhebungen Source Sans Pro </a:t>
            </a:r>
            <a:r>
              <a:rPr lang="de-DE" sz="2000" b="1" noProof="0" err="1"/>
              <a:t>Bold</a:t>
            </a:r>
            <a:r>
              <a:rPr lang="de-DE" sz="2000" b="1" noProof="0"/>
              <a:t>, 20 -32 </a:t>
            </a:r>
            <a:r>
              <a:rPr lang="de-DE" sz="2000" b="1" noProof="0" err="1"/>
              <a:t>pt</a:t>
            </a:r>
            <a:r>
              <a:rPr lang="de-DE" sz="2000" b="1" noProof="0"/>
              <a:t>.</a:t>
            </a:r>
            <a:endParaRPr lang="de-DE" noProof="0"/>
          </a:p>
        </p:txBody>
      </p:sp>
      <p:sp>
        <p:nvSpPr>
          <p:cNvPr id="8" name="Inhaltsplatzhalter 3">
            <a:extLst>
              <a:ext uri="{FF2B5EF4-FFF2-40B4-BE49-F238E27FC236}">
                <a16:creationId xmlns:a16="http://schemas.microsoft.com/office/drawing/2014/main" id="{35734A3B-87D5-9187-A92A-E75E8E529892}"/>
              </a:ext>
            </a:extLst>
          </p:cNvPr>
          <p:cNvSpPr>
            <a:spLocks noGrp="1"/>
          </p:cNvSpPr>
          <p:nvPr>
            <p:ph sz="quarter" idx="21" hasCustomPrompt="1"/>
          </p:nvPr>
        </p:nvSpPr>
        <p:spPr>
          <a:xfrm>
            <a:off x="4210483" y="1363436"/>
            <a:ext cx="3507577" cy="2065393"/>
          </a:xfrm>
        </p:spPr>
        <p:txBody>
          <a:bodyPr/>
          <a:lstStyle>
            <a:lvl1pPr>
              <a:defRPr>
                <a:latin typeface="Source Sans Pro" panose="020B0503030403020204" pitchFamily="34" charset="0"/>
                <a:ea typeface="Source Sans Pro" panose="020B0503030403020204" pitchFamily="34" charset="0"/>
              </a:defRPr>
            </a:lvl1pPr>
          </a:lstStyle>
          <a:p>
            <a:pPr marL="0" marR="0" lvl="0" indent="0" algn="l" defTabSz="914400" rtl="0" eaLnBrk="1" fontAlgn="auto" latinLnBrk="0" hangingPunct="1">
              <a:lnSpc>
                <a:spcPct val="120000"/>
              </a:lnSpc>
              <a:spcBef>
                <a:spcPts val="0"/>
              </a:spcBef>
              <a:spcAft>
                <a:spcPts val="0"/>
              </a:spcAft>
              <a:buClrTx/>
              <a:buSzPct val="120000"/>
              <a:buFont typeface="Symbol" pitchFamily="2" charset="2"/>
              <a:buNone/>
              <a:tabLst/>
              <a:defRPr/>
            </a:pPr>
            <a:r>
              <a:rPr lang="de-DE"/>
              <a:t>Objekt hinzufügen</a:t>
            </a:r>
          </a:p>
          <a:p>
            <a:pPr lvl="0"/>
            <a:endParaRPr lang="de-DE"/>
          </a:p>
        </p:txBody>
      </p:sp>
      <p:sp>
        <p:nvSpPr>
          <p:cNvPr id="12" name="Textplatzhalter 22">
            <a:extLst>
              <a:ext uri="{FF2B5EF4-FFF2-40B4-BE49-F238E27FC236}">
                <a16:creationId xmlns:a16="http://schemas.microsoft.com/office/drawing/2014/main" id="{883A9B4B-C007-E085-D659-36C0EF2BF3BA}"/>
              </a:ext>
            </a:extLst>
          </p:cNvPr>
          <p:cNvSpPr>
            <a:spLocks noGrp="1"/>
          </p:cNvSpPr>
          <p:nvPr>
            <p:ph type="body" sz="quarter" idx="22" hasCustomPrompt="1"/>
          </p:nvPr>
        </p:nvSpPr>
        <p:spPr>
          <a:xfrm>
            <a:off x="4210483" y="1020592"/>
            <a:ext cx="3507577" cy="275945"/>
          </a:xfrm>
        </p:spPr>
        <p:txBody>
          <a:bodyPr anchor="t" anchorCtr="0"/>
          <a:lstStyle>
            <a:lvl1pPr>
              <a:spcBef>
                <a:spcPts val="200"/>
              </a:spcBef>
              <a:defRPr sz="800">
                <a:latin typeface="Source Sans Pro" panose="020B0503030403020204" pitchFamily="34" charset="0"/>
                <a:ea typeface="Source Sans Pro" panose="020B0503030403020204" pitchFamily="34" charset="0"/>
              </a:defRPr>
            </a:lvl1pPr>
            <a:lvl2pPr>
              <a:defRPr sz="800"/>
            </a:lvl2pPr>
            <a:lvl3pPr>
              <a:defRPr sz="800"/>
            </a:lvl3pPr>
            <a:lvl4pPr>
              <a:defRPr sz="800"/>
            </a:lvl4pPr>
            <a:lvl5pPr>
              <a:defRPr sz="800"/>
            </a:lvl5pPr>
          </a:lstStyle>
          <a:p>
            <a:r>
              <a:rPr lang="de-DE" noProof="0"/>
              <a:t>Abb. X: Titel der Abbildung</a:t>
            </a:r>
          </a:p>
        </p:txBody>
      </p:sp>
      <p:sp>
        <p:nvSpPr>
          <p:cNvPr id="13" name="Inhaltsplatzhalter 3">
            <a:extLst>
              <a:ext uri="{FF2B5EF4-FFF2-40B4-BE49-F238E27FC236}">
                <a16:creationId xmlns:a16="http://schemas.microsoft.com/office/drawing/2014/main" id="{5C1D6674-4A72-D6F7-47A5-96BDE2BCD612}"/>
              </a:ext>
            </a:extLst>
          </p:cNvPr>
          <p:cNvSpPr>
            <a:spLocks noGrp="1"/>
          </p:cNvSpPr>
          <p:nvPr>
            <p:ph sz="quarter" idx="27" hasCustomPrompt="1"/>
          </p:nvPr>
        </p:nvSpPr>
        <p:spPr>
          <a:xfrm>
            <a:off x="7982401" y="1363435"/>
            <a:ext cx="3507577" cy="2065393"/>
          </a:xfrm>
        </p:spPr>
        <p:txBody>
          <a:bodyPr/>
          <a:lstStyle>
            <a:lvl1pPr>
              <a:defRPr>
                <a:latin typeface="Source Sans Pro" panose="020B0503030403020204" pitchFamily="34" charset="0"/>
                <a:ea typeface="Source Sans Pro" panose="020B0503030403020204" pitchFamily="34" charset="0"/>
              </a:defRPr>
            </a:lvl1pPr>
          </a:lstStyle>
          <a:p>
            <a:pPr marL="0" marR="0" lvl="0" indent="0" algn="l" defTabSz="914400" rtl="0" eaLnBrk="1" fontAlgn="auto" latinLnBrk="0" hangingPunct="1">
              <a:lnSpc>
                <a:spcPct val="120000"/>
              </a:lnSpc>
              <a:spcBef>
                <a:spcPts val="0"/>
              </a:spcBef>
              <a:spcAft>
                <a:spcPts val="0"/>
              </a:spcAft>
              <a:buClrTx/>
              <a:buSzPct val="120000"/>
              <a:buFont typeface="Symbol" pitchFamily="2" charset="2"/>
              <a:buNone/>
              <a:tabLst/>
              <a:defRPr/>
            </a:pPr>
            <a:r>
              <a:rPr lang="de-DE"/>
              <a:t>Objekt hinzufügen</a:t>
            </a:r>
          </a:p>
          <a:p>
            <a:pPr lvl="0"/>
            <a:endParaRPr lang="de-DE"/>
          </a:p>
        </p:txBody>
      </p:sp>
      <p:sp>
        <p:nvSpPr>
          <p:cNvPr id="14" name="Textplatzhalter 22">
            <a:extLst>
              <a:ext uri="{FF2B5EF4-FFF2-40B4-BE49-F238E27FC236}">
                <a16:creationId xmlns:a16="http://schemas.microsoft.com/office/drawing/2014/main" id="{686FEB57-BADD-E131-1F38-9DC442A11397}"/>
              </a:ext>
            </a:extLst>
          </p:cNvPr>
          <p:cNvSpPr>
            <a:spLocks noGrp="1"/>
          </p:cNvSpPr>
          <p:nvPr>
            <p:ph type="body" sz="quarter" idx="28" hasCustomPrompt="1"/>
          </p:nvPr>
        </p:nvSpPr>
        <p:spPr>
          <a:xfrm>
            <a:off x="7982401" y="1020591"/>
            <a:ext cx="3507577" cy="275945"/>
          </a:xfrm>
        </p:spPr>
        <p:txBody>
          <a:bodyPr anchor="t" anchorCtr="0"/>
          <a:lstStyle>
            <a:lvl1pPr>
              <a:spcBef>
                <a:spcPts val="200"/>
              </a:spcBef>
              <a:defRPr sz="800">
                <a:latin typeface="Source Sans Pro" panose="020B0503030403020204" pitchFamily="34" charset="0"/>
                <a:ea typeface="Source Sans Pro" panose="020B0503030403020204" pitchFamily="34" charset="0"/>
              </a:defRPr>
            </a:lvl1pPr>
            <a:lvl2pPr>
              <a:defRPr sz="800"/>
            </a:lvl2pPr>
            <a:lvl3pPr>
              <a:defRPr sz="800"/>
            </a:lvl3pPr>
            <a:lvl4pPr>
              <a:defRPr sz="800"/>
            </a:lvl4pPr>
            <a:lvl5pPr>
              <a:defRPr sz="800"/>
            </a:lvl5pPr>
          </a:lstStyle>
          <a:p>
            <a:r>
              <a:rPr lang="de-DE" noProof="0"/>
              <a:t>Abb. X: Titel der Abbildung</a:t>
            </a:r>
          </a:p>
        </p:txBody>
      </p:sp>
      <p:sp>
        <p:nvSpPr>
          <p:cNvPr id="15" name="Inhaltsplatzhalter 3">
            <a:extLst>
              <a:ext uri="{FF2B5EF4-FFF2-40B4-BE49-F238E27FC236}">
                <a16:creationId xmlns:a16="http://schemas.microsoft.com/office/drawing/2014/main" id="{FB63D3A8-2EA6-BCF7-EB27-342A0AC63818}"/>
              </a:ext>
            </a:extLst>
          </p:cNvPr>
          <p:cNvSpPr>
            <a:spLocks noGrp="1"/>
          </p:cNvSpPr>
          <p:nvPr>
            <p:ph sz="quarter" idx="29" hasCustomPrompt="1"/>
          </p:nvPr>
        </p:nvSpPr>
        <p:spPr>
          <a:xfrm>
            <a:off x="420687" y="1363436"/>
            <a:ext cx="3507577" cy="2065393"/>
          </a:xfrm>
        </p:spPr>
        <p:txBody>
          <a:bodyPr/>
          <a:lstStyle>
            <a:lvl1pPr>
              <a:defRPr>
                <a:latin typeface="Source Sans Pro" panose="020B0503030403020204" pitchFamily="34" charset="0"/>
                <a:ea typeface="Source Sans Pro" panose="020B0503030403020204" pitchFamily="34" charset="0"/>
              </a:defRPr>
            </a:lvl1pPr>
          </a:lstStyle>
          <a:p>
            <a:pPr marL="0" marR="0" lvl="0" indent="0" algn="l" defTabSz="914400" rtl="0" eaLnBrk="1" fontAlgn="auto" latinLnBrk="0" hangingPunct="1">
              <a:lnSpc>
                <a:spcPct val="120000"/>
              </a:lnSpc>
              <a:spcBef>
                <a:spcPts val="0"/>
              </a:spcBef>
              <a:spcAft>
                <a:spcPts val="0"/>
              </a:spcAft>
              <a:buClrTx/>
              <a:buSzPct val="120000"/>
              <a:buFont typeface="Symbol" pitchFamily="2" charset="2"/>
              <a:buNone/>
              <a:tabLst/>
              <a:defRPr/>
            </a:pPr>
            <a:r>
              <a:rPr lang="de-DE"/>
              <a:t>Objekt hinzufügen</a:t>
            </a:r>
          </a:p>
          <a:p>
            <a:pPr lvl="0"/>
            <a:endParaRPr lang="de-DE"/>
          </a:p>
        </p:txBody>
      </p:sp>
      <p:sp>
        <p:nvSpPr>
          <p:cNvPr id="16" name="Textplatzhalter 22">
            <a:extLst>
              <a:ext uri="{FF2B5EF4-FFF2-40B4-BE49-F238E27FC236}">
                <a16:creationId xmlns:a16="http://schemas.microsoft.com/office/drawing/2014/main" id="{09339F5D-C663-23AC-725E-DDCD4A847BA9}"/>
              </a:ext>
            </a:extLst>
          </p:cNvPr>
          <p:cNvSpPr>
            <a:spLocks noGrp="1"/>
          </p:cNvSpPr>
          <p:nvPr>
            <p:ph type="body" sz="quarter" idx="30" hasCustomPrompt="1"/>
          </p:nvPr>
        </p:nvSpPr>
        <p:spPr>
          <a:xfrm>
            <a:off x="420687" y="1020592"/>
            <a:ext cx="3507577" cy="275945"/>
          </a:xfrm>
          <a:ln>
            <a:noFill/>
          </a:ln>
        </p:spPr>
        <p:txBody>
          <a:bodyPr vert="horz" lIns="0" tIns="0" rIns="0" bIns="0" rtlCol="0">
            <a:noAutofit/>
          </a:bodyPr>
          <a:lstStyle>
            <a:lvl1pPr>
              <a:spcBef>
                <a:spcPts val="200"/>
              </a:spcBef>
              <a:defRPr lang="en-US" sz="800" dirty="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2" name="Textplatzhalter 2">
            <a:extLst>
              <a:ext uri="{FF2B5EF4-FFF2-40B4-BE49-F238E27FC236}">
                <a16:creationId xmlns:a16="http://schemas.microsoft.com/office/drawing/2014/main" id="{E0868E4B-A218-7DDF-DDE7-478CB46EEEDE}"/>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10132903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yramide">
    <p:spTree>
      <p:nvGrpSpPr>
        <p:cNvPr id="1" name=""/>
        <p:cNvGrpSpPr/>
        <p:nvPr/>
      </p:nvGrpSpPr>
      <p:grpSpPr>
        <a:xfrm>
          <a:off x="0" y="0"/>
          <a:ext cx="0" cy="0"/>
          <a:chOff x="0" y="0"/>
          <a:chExt cx="0" cy="0"/>
        </a:xfrm>
      </p:grpSpPr>
      <p:sp>
        <p:nvSpPr>
          <p:cNvPr id="6" name="Fußzeilenplatzhalter 2">
            <a:extLst>
              <a:ext uri="{FF2B5EF4-FFF2-40B4-BE49-F238E27FC236}">
                <a16:creationId xmlns:a16="http://schemas.microsoft.com/office/drawing/2014/main" id="{36F96059-DCCD-6D10-B4A4-4D61ABD56745}"/>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b="0" i="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p>
        </p:txBody>
      </p:sp>
      <p:sp>
        <p:nvSpPr>
          <p:cNvPr id="2" name="Freihandform 1">
            <a:extLst>
              <a:ext uri="{FF2B5EF4-FFF2-40B4-BE49-F238E27FC236}">
                <a16:creationId xmlns:a16="http://schemas.microsoft.com/office/drawing/2014/main" id="{D1701A68-D074-C153-D403-3F92AA5E36FA}"/>
              </a:ext>
            </a:extLst>
          </p:cNvPr>
          <p:cNvSpPr/>
          <p:nvPr userDrawn="1"/>
        </p:nvSpPr>
        <p:spPr>
          <a:xfrm>
            <a:off x="5180024" y="1074615"/>
            <a:ext cx="1971720" cy="829248"/>
          </a:xfrm>
          <a:custGeom>
            <a:avLst/>
            <a:gdLst>
              <a:gd name="connsiteX0" fmla="*/ 0 w 1035646"/>
              <a:gd name="connsiteY0" fmla="*/ 714209 h 714209"/>
              <a:gd name="connsiteX1" fmla="*/ 517823 w 1035646"/>
              <a:gd name="connsiteY1" fmla="*/ 0 h 714209"/>
              <a:gd name="connsiteX2" fmla="*/ 517823 w 1035646"/>
              <a:gd name="connsiteY2" fmla="*/ 0 h 714209"/>
              <a:gd name="connsiteX3" fmla="*/ 1035646 w 1035646"/>
              <a:gd name="connsiteY3" fmla="*/ 714209 h 714209"/>
              <a:gd name="connsiteX4" fmla="*/ 0 w 1035646"/>
              <a:gd name="connsiteY4" fmla="*/ 714209 h 71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646" h="714209">
                <a:moveTo>
                  <a:pt x="0" y="714209"/>
                </a:moveTo>
                <a:lnTo>
                  <a:pt x="517823" y="0"/>
                </a:lnTo>
                <a:lnTo>
                  <a:pt x="517823" y="0"/>
                </a:lnTo>
                <a:lnTo>
                  <a:pt x="1035646" y="714209"/>
                </a:lnTo>
                <a:lnTo>
                  <a:pt x="0" y="714209"/>
                </a:lnTo>
                <a:close/>
              </a:path>
            </a:pathLst>
          </a:custGeom>
          <a:solidFill>
            <a:schemeClr val="accent3"/>
          </a:solidFill>
        </p:spPr>
        <p:style>
          <a:lnRef idx="2">
            <a:schemeClr val="lt1">
              <a:hueOff val="0"/>
              <a:satOff val="0"/>
              <a:lumOff val="0"/>
              <a:alphaOff val="0"/>
            </a:schemeClr>
          </a:lnRef>
          <a:fillRef idx="1">
            <a:scrgbClr r="0" g="0" b="0"/>
          </a:fillRef>
          <a:effectRef idx="0">
            <a:schemeClr val="accent1">
              <a:alpha val="90000"/>
              <a:hueOff val="0"/>
              <a:satOff val="0"/>
              <a:lumOff val="0"/>
              <a:alphaOff val="0"/>
            </a:schemeClr>
          </a:effectRef>
          <a:fontRef idx="minor">
            <a:schemeClr val="lt1"/>
          </a:fontRef>
        </p:style>
        <p:txBody>
          <a:bodyPr spcFirstLastPara="0" vert="horz" wrap="square" lIns="13970" tIns="13970" rIns="13970" bIns="13970" numCol="1" spcCol="1270" anchor="ctr" anchorCtr="0">
            <a:normAutofit/>
          </a:bodyPr>
          <a:lstStyle/>
          <a:p>
            <a:pPr lvl="0" algn="ctr" defTabSz="488950">
              <a:lnSpc>
                <a:spcPct val="90000"/>
              </a:lnSpc>
              <a:spcBef>
                <a:spcPct val="0"/>
              </a:spcBef>
              <a:spcAft>
                <a:spcPct val="35000"/>
              </a:spcAft>
            </a:pPr>
            <a:endParaRPr lang="de-DE" sz="1700" kern="12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5" name="Freihandform 4">
            <a:extLst>
              <a:ext uri="{FF2B5EF4-FFF2-40B4-BE49-F238E27FC236}">
                <a16:creationId xmlns:a16="http://schemas.microsoft.com/office/drawing/2014/main" id="{4ECAB265-A5E4-F42B-5F59-3C44F8FC0AAD}"/>
              </a:ext>
            </a:extLst>
          </p:cNvPr>
          <p:cNvSpPr/>
          <p:nvPr userDrawn="1"/>
        </p:nvSpPr>
        <p:spPr>
          <a:xfrm>
            <a:off x="4069882" y="2026692"/>
            <a:ext cx="4192005" cy="934872"/>
          </a:xfrm>
          <a:custGeom>
            <a:avLst/>
            <a:gdLst>
              <a:gd name="connsiteX0" fmla="*/ 0 w 2071292"/>
              <a:gd name="connsiteY0" fmla="*/ 714209 h 714209"/>
              <a:gd name="connsiteX1" fmla="*/ 517823 w 2071292"/>
              <a:gd name="connsiteY1" fmla="*/ 0 h 714209"/>
              <a:gd name="connsiteX2" fmla="*/ 1553469 w 2071292"/>
              <a:gd name="connsiteY2" fmla="*/ 0 h 714209"/>
              <a:gd name="connsiteX3" fmla="*/ 2071292 w 2071292"/>
              <a:gd name="connsiteY3" fmla="*/ 714209 h 714209"/>
              <a:gd name="connsiteX4" fmla="*/ 0 w 2071292"/>
              <a:gd name="connsiteY4" fmla="*/ 714209 h 71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1292" h="714209">
                <a:moveTo>
                  <a:pt x="0" y="714209"/>
                </a:moveTo>
                <a:lnTo>
                  <a:pt x="517823" y="0"/>
                </a:lnTo>
                <a:lnTo>
                  <a:pt x="1553469" y="0"/>
                </a:lnTo>
                <a:lnTo>
                  <a:pt x="2071292" y="714209"/>
                </a:lnTo>
                <a:lnTo>
                  <a:pt x="0" y="714209"/>
                </a:lnTo>
                <a:close/>
              </a:path>
            </a:pathLst>
          </a:custGeom>
          <a:solidFill>
            <a:schemeClr val="accent2"/>
          </a:solidFill>
        </p:spPr>
        <p:style>
          <a:lnRef idx="2">
            <a:schemeClr val="lt1">
              <a:hueOff val="0"/>
              <a:satOff val="0"/>
              <a:lumOff val="0"/>
              <a:alphaOff val="0"/>
            </a:schemeClr>
          </a:lnRef>
          <a:fillRef idx="1">
            <a:scrgbClr r="0" g="0" b="0"/>
          </a:fillRef>
          <a:effectRef idx="0">
            <a:schemeClr val="accent1">
              <a:alpha val="90000"/>
              <a:hueOff val="0"/>
              <a:satOff val="0"/>
              <a:lumOff val="0"/>
              <a:alphaOff val="-10000"/>
            </a:schemeClr>
          </a:effectRef>
          <a:fontRef idx="minor">
            <a:schemeClr val="lt1"/>
          </a:fontRef>
        </p:style>
        <p:txBody>
          <a:bodyPr spcFirstLastPara="0" vert="horz" wrap="square" lIns="376446" tIns="13970" rIns="376447" bIns="13970" numCol="1" spcCol="1270" anchor="ctr" anchorCtr="0">
            <a:noAutofit/>
          </a:bodyPr>
          <a:lstStyle/>
          <a:p>
            <a:pPr lvl="0" algn="ctr" defTabSz="488950">
              <a:lnSpc>
                <a:spcPct val="90000"/>
              </a:lnSpc>
              <a:spcBef>
                <a:spcPct val="0"/>
              </a:spcBef>
              <a:spcAft>
                <a:spcPct val="35000"/>
              </a:spcAft>
            </a:pPr>
            <a:endParaRPr lang="de-DE" sz="1700" kern="12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0" name="Freihandform 9">
            <a:extLst>
              <a:ext uri="{FF2B5EF4-FFF2-40B4-BE49-F238E27FC236}">
                <a16:creationId xmlns:a16="http://schemas.microsoft.com/office/drawing/2014/main" id="{1CBDCC18-53C5-76E1-49C9-95389F51AA19}"/>
              </a:ext>
            </a:extLst>
          </p:cNvPr>
          <p:cNvSpPr/>
          <p:nvPr userDrawn="1"/>
        </p:nvSpPr>
        <p:spPr>
          <a:xfrm>
            <a:off x="2880974" y="3070745"/>
            <a:ext cx="6569821" cy="928049"/>
          </a:xfrm>
          <a:custGeom>
            <a:avLst/>
            <a:gdLst>
              <a:gd name="connsiteX0" fmla="*/ 0 w 3106938"/>
              <a:gd name="connsiteY0" fmla="*/ 714209 h 714209"/>
              <a:gd name="connsiteX1" fmla="*/ 517823 w 3106938"/>
              <a:gd name="connsiteY1" fmla="*/ 0 h 714209"/>
              <a:gd name="connsiteX2" fmla="*/ 2589115 w 3106938"/>
              <a:gd name="connsiteY2" fmla="*/ 0 h 714209"/>
              <a:gd name="connsiteX3" fmla="*/ 3106938 w 3106938"/>
              <a:gd name="connsiteY3" fmla="*/ 714209 h 714209"/>
              <a:gd name="connsiteX4" fmla="*/ 0 w 3106938"/>
              <a:gd name="connsiteY4" fmla="*/ 714209 h 71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938" h="714209">
                <a:moveTo>
                  <a:pt x="0" y="714209"/>
                </a:moveTo>
                <a:lnTo>
                  <a:pt x="517823" y="0"/>
                </a:lnTo>
                <a:lnTo>
                  <a:pt x="2589115" y="0"/>
                </a:lnTo>
                <a:lnTo>
                  <a:pt x="3106938" y="714209"/>
                </a:lnTo>
                <a:lnTo>
                  <a:pt x="0" y="714209"/>
                </a:lnTo>
                <a:close/>
              </a:path>
            </a:pathLst>
          </a:custGeom>
          <a:solidFill>
            <a:schemeClr val="accent1"/>
          </a:solidFill>
        </p:spPr>
        <p:style>
          <a:lnRef idx="2">
            <a:schemeClr val="lt1">
              <a:hueOff val="0"/>
              <a:satOff val="0"/>
              <a:lumOff val="0"/>
              <a:alphaOff val="0"/>
            </a:schemeClr>
          </a:lnRef>
          <a:fillRef idx="1">
            <a:scrgbClr r="0" g="0" b="0"/>
          </a:fillRef>
          <a:effectRef idx="0">
            <a:schemeClr val="accent1">
              <a:alpha val="90000"/>
              <a:hueOff val="0"/>
              <a:satOff val="0"/>
              <a:lumOff val="0"/>
              <a:alphaOff val="-20000"/>
            </a:schemeClr>
          </a:effectRef>
          <a:fontRef idx="minor">
            <a:schemeClr val="lt1"/>
          </a:fontRef>
        </p:style>
        <p:txBody>
          <a:bodyPr spcFirstLastPara="0" vert="horz" wrap="square" lIns="557684" tIns="13970" rIns="557685" bIns="13970" numCol="1" spcCol="1270" anchor="ctr" anchorCtr="0">
            <a:noAutofit/>
          </a:bodyPr>
          <a:lstStyle/>
          <a:p>
            <a:pPr lvl="0" algn="ctr" defTabSz="488950">
              <a:lnSpc>
                <a:spcPct val="90000"/>
              </a:lnSpc>
              <a:spcBef>
                <a:spcPct val="0"/>
              </a:spcBef>
              <a:spcAft>
                <a:spcPct val="35000"/>
              </a:spcAft>
            </a:pPr>
            <a:endParaRPr lang="de-DE" sz="1700" kern="12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1" name="Freihandform 10">
            <a:extLst>
              <a:ext uri="{FF2B5EF4-FFF2-40B4-BE49-F238E27FC236}">
                <a16:creationId xmlns:a16="http://schemas.microsoft.com/office/drawing/2014/main" id="{C182F795-C4E6-2DBD-0F1E-8D275338DF63}"/>
              </a:ext>
            </a:extLst>
          </p:cNvPr>
          <p:cNvSpPr/>
          <p:nvPr userDrawn="1"/>
        </p:nvSpPr>
        <p:spPr>
          <a:xfrm>
            <a:off x="1680583" y="4101088"/>
            <a:ext cx="8970602" cy="948520"/>
          </a:xfrm>
          <a:custGeom>
            <a:avLst/>
            <a:gdLst>
              <a:gd name="connsiteX0" fmla="*/ 0 w 4142584"/>
              <a:gd name="connsiteY0" fmla="*/ 714209 h 714209"/>
              <a:gd name="connsiteX1" fmla="*/ 517823 w 4142584"/>
              <a:gd name="connsiteY1" fmla="*/ 0 h 714209"/>
              <a:gd name="connsiteX2" fmla="*/ 3624761 w 4142584"/>
              <a:gd name="connsiteY2" fmla="*/ 0 h 714209"/>
              <a:gd name="connsiteX3" fmla="*/ 4142584 w 4142584"/>
              <a:gd name="connsiteY3" fmla="*/ 714209 h 714209"/>
              <a:gd name="connsiteX4" fmla="*/ 0 w 4142584"/>
              <a:gd name="connsiteY4" fmla="*/ 714209 h 71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2584" h="714209">
                <a:moveTo>
                  <a:pt x="0" y="714209"/>
                </a:moveTo>
                <a:lnTo>
                  <a:pt x="517823" y="0"/>
                </a:lnTo>
                <a:lnTo>
                  <a:pt x="3624761" y="0"/>
                </a:lnTo>
                <a:lnTo>
                  <a:pt x="4142584" y="714209"/>
                </a:lnTo>
                <a:lnTo>
                  <a:pt x="0" y="714209"/>
                </a:lnTo>
                <a:close/>
              </a:path>
            </a:pathLst>
          </a:custGeom>
          <a:solidFill>
            <a:schemeClr val="accent6"/>
          </a:solidFill>
        </p:spPr>
        <p:style>
          <a:lnRef idx="2">
            <a:schemeClr val="lt1">
              <a:hueOff val="0"/>
              <a:satOff val="0"/>
              <a:lumOff val="0"/>
              <a:alphaOff val="0"/>
            </a:schemeClr>
          </a:lnRef>
          <a:fillRef idx="1">
            <a:scrgbClr r="0" g="0" b="0"/>
          </a:fillRef>
          <a:effectRef idx="0">
            <a:schemeClr val="accent1">
              <a:alpha val="90000"/>
              <a:hueOff val="0"/>
              <a:satOff val="0"/>
              <a:lumOff val="0"/>
              <a:alphaOff val="-30000"/>
            </a:schemeClr>
          </a:effectRef>
          <a:fontRef idx="minor">
            <a:schemeClr val="lt1"/>
          </a:fontRef>
        </p:style>
        <p:txBody>
          <a:bodyPr spcFirstLastPara="0" vert="horz" wrap="square" lIns="738922" tIns="13970" rIns="738923" bIns="13970" numCol="1" spcCol="1270" anchor="ctr" anchorCtr="0">
            <a:noAutofit/>
          </a:bodyPr>
          <a:lstStyle/>
          <a:p>
            <a:pPr algn="ctr" defTabSz="488950">
              <a:lnSpc>
                <a:spcPct val="90000"/>
              </a:lnSpc>
              <a:spcBef>
                <a:spcPct val="0"/>
              </a:spcBef>
              <a:spcAft>
                <a:spcPct val="35000"/>
              </a:spcAft>
            </a:pPr>
            <a:endParaRPr lang="de-DE" sz="17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8" name="Freihandform 17">
            <a:extLst>
              <a:ext uri="{FF2B5EF4-FFF2-40B4-BE49-F238E27FC236}">
                <a16:creationId xmlns:a16="http://schemas.microsoft.com/office/drawing/2014/main" id="{B762DA5C-F222-0F56-AD45-2DB8CF48D22C}"/>
              </a:ext>
            </a:extLst>
          </p:cNvPr>
          <p:cNvSpPr/>
          <p:nvPr userDrawn="1"/>
        </p:nvSpPr>
        <p:spPr>
          <a:xfrm>
            <a:off x="429229" y="5124734"/>
            <a:ext cx="11473310" cy="934872"/>
          </a:xfrm>
          <a:custGeom>
            <a:avLst/>
            <a:gdLst>
              <a:gd name="connsiteX0" fmla="*/ 0 w 5178230"/>
              <a:gd name="connsiteY0" fmla="*/ 714209 h 714209"/>
              <a:gd name="connsiteX1" fmla="*/ 517823 w 5178230"/>
              <a:gd name="connsiteY1" fmla="*/ 0 h 714209"/>
              <a:gd name="connsiteX2" fmla="*/ 4660407 w 5178230"/>
              <a:gd name="connsiteY2" fmla="*/ 0 h 714209"/>
              <a:gd name="connsiteX3" fmla="*/ 5178230 w 5178230"/>
              <a:gd name="connsiteY3" fmla="*/ 714209 h 714209"/>
              <a:gd name="connsiteX4" fmla="*/ 0 w 5178230"/>
              <a:gd name="connsiteY4" fmla="*/ 714209 h 71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8230" h="714209">
                <a:moveTo>
                  <a:pt x="0" y="714209"/>
                </a:moveTo>
                <a:lnTo>
                  <a:pt x="517823" y="0"/>
                </a:lnTo>
                <a:lnTo>
                  <a:pt x="4660407" y="0"/>
                </a:lnTo>
                <a:lnTo>
                  <a:pt x="5178230" y="714209"/>
                </a:lnTo>
                <a:lnTo>
                  <a:pt x="0" y="714209"/>
                </a:lnTo>
                <a:close/>
              </a:path>
            </a:pathLst>
          </a:custGeom>
          <a:solidFill>
            <a:schemeClr val="accent5"/>
          </a:solidFill>
        </p:spPr>
        <p:style>
          <a:lnRef idx="2">
            <a:schemeClr val="lt1">
              <a:hueOff val="0"/>
              <a:satOff val="0"/>
              <a:lumOff val="0"/>
              <a:alphaOff val="0"/>
            </a:schemeClr>
          </a:lnRef>
          <a:fillRef idx="1">
            <a:scrgbClr r="0" g="0" b="0"/>
          </a:fillRef>
          <a:effectRef idx="0">
            <a:schemeClr val="accent1">
              <a:alpha val="90000"/>
              <a:hueOff val="0"/>
              <a:satOff val="0"/>
              <a:lumOff val="0"/>
              <a:alphaOff val="-40000"/>
            </a:schemeClr>
          </a:effectRef>
          <a:fontRef idx="minor">
            <a:schemeClr val="lt1"/>
          </a:fontRef>
        </p:style>
        <p:txBody>
          <a:bodyPr spcFirstLastPara="0" vert="horz" wrap="square" lIns="920160" tIns="13970" rIns="920161" bIns="13970" numCol="1" spcCol="1270" anchor="ctr" anchorCtr="0">
            <a:noAutofit/>
          </a:bodyPr>
          <a:lstStyle/>
          <a:p>
            <a:pPr lvl="0" algn="ctr" defTabSz="488950">
              <a:lnSpc>
                <a:spcPct val="90000"/>
              </a:lnSpc>
              <a:spcBef>
                <a:spcPct val="0"/>
              </a:spcBef>
              <a:spcAft>
                <a:spcPct val="35000"/>
              </a:spcAft>
            </a:pPr>
            <a:endParaRPr lang="de-DE" sz="1700" kern="1200">
              <a:solidFill>
                <a:schemeClr val="bg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3" name="Textplatzhalter 2">
            <a:extLst>
              <a:ext uri="{FF2B5EF4-FFF2-40B4-BE49-F238E27FC236}">
                <a16:creationId xmlns:a16="http://schemas.microsoft.com/office/drawing/2014/main" id="{0D4193DA-3FD7-45C4-5AF4-86F496026F7B}"/>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4" name="Textplatzhalter 12">
            <a:extLst>
              <a:ext uri="{FF2B5EF4-FFF2-40B4-BE49-F238E27FC236}">
                <a16:creationId xmlns:a16="http://schemas.microsoft.com/office/drawing/2014/main" id="{EA27063D-0C43-77EC-366A-B62FAFC19E34}"/>
              </a:ext>
            </a:extLst>
          </p:cNvPr>
          <p:cNvSpPr>
            <a:spLocks noGrp="1"/>
          </p:cNvSpPr>
          <p:nvPr>
            <p:ph type="body" sz="quarter" idx="12" hasCustomPrompt="1"/>
          </p:nvPr>
        </p:nvSpPr>
        <p:spPr>
          <a:xfrm>
            <a:off x="1587031" y="5131659"/>
            <a:ext cx="9157706" cy="903381"/>
          </a:xfrm>
        </p:spPr>
        <p:txBody>
          <a:bodyPr anchor="ctr">
            <a:normAutofit/>
          </a:bodyPr>
          <a:lstStyle>
            <a:lvl1pPr algn="ctr">
              <a:spcBef>
                <a:spcPts val="200"/>
              </a:spcBef>
              <a:defRPr sz="1400" b="0" i="0">
                <a:solidFill>
                  <a:schemeClr val="bg1"/>
                </a:solidFill>
                <a:latin typeface="Source Sans Pro" panose="020B0503030403020204" pitchFamily="34" charset="0"/>
                <a:ea typeface="Source Sans Pro" panose="020B0503030403020204" pitchFamily="34" charset="0"/>
              </a:defRPr>
            </a:lvl1pPr>
          </a:lstStyle>
          <a:p>
            <a:pPr lvl="0"/>
            <a:r>
              <a:rPr lang="de-DE" noProof="0"/>
              <a:t>Schrift: Source Sans Pro Regular, Schriftgröße: 10 – 14 </a:t>
            </a:r>
            <a:r>
              <a:rPr lang="de-DE" noProof="0" err="1"/>
              <a:t>pt</a:t>
            </a:r>
            <a:r>
              <a:rPr lang="de-DE" noProof="0"/>
              <a:t>.</a:t>
            </a:r>
          </a:p>
        </p:txBody>
      </p:sp>
      <p:sp>
        <p:nvSpPr>
          <p:cNvPr id="7" name="Textplatzhalter 12">
            <a:extLst>
              <a:ext uri="{FF2B5EF4-FFF2-40B4-BE49-F238E27FC236}">
                <a16:creationId xmlns:a16="http://schemas.microsoft.com/office/drawing/2014/main" id="{4807CABE-2999-862B-6262-BA779576EBB4}"/>
              </a:ext>
            </a:extLst>
          </p:cNvPr>
          <p:cNvSpPr>
            <a:spLocks noGrp="1"/>
          </p:cNvSpPr>
          <p:nvPr>
            <p:ph type="body" sz="quarter" idx="13" hasCustomPrompt="1"/>
          </p:nvPr>
        </p:nvSpPr>
        <p:spPr>
          <a:xfrm>
            <a:off x="2784450" y="4119058"/>
            <a:ext cx="6744561" cy="903382"/>
          </a:xfrm>
        </p:spPr>
        <p:txBody>
          <a:bodyPr anchor="ctr">
            <a:normAutofit/>
          </a:bodyPr>
          <a:lstStyle>
            <a:lvl1pPr algn="ctr">
              <a:spcBef>
                <a:spcPts val="200"/>
              </a:spcBef>
              <a:defRPr sz="1400" b="0" i="0">
                <a:solidFill>
                  <a:schemeClr val="tx1"/>
                </a:solidFill>
                <a:latin typeface="Source Sans Pro" panose="020B0503030403020204" pitchFamily="34" charset="0"/>
                <a:ea typeface="Source Sans Pro" panose="020B0503030403020204" pitchFamily="34" charset="0"/>
              </a:defRPr>
            </a:lvl1pPr>
          </a:lstStyle>
          <a:p>
            <a:pPr lvl="0"/>
            <a:r>
              <a:rPr lang="de-DE" noProof="0"/>
              <a:t>Schrift: Source Sans Pro Regular, Schriftgröße: 10 – 14 </a:t>
            </a:r>
            <a:r>
              <a:rPr lang="de-DE" noProof="0" err="1"/>
              <a:t>pt</a:t>
            </a:r>
            <a:r>
              <a:rPr lang="de-DE" noProof="0"/>
              <a:t>.</a:t>
            </a:r>
          </a:p>
        </p:txBody>
      </p:sp>
      <p:sp>
        <p:nvSpPr>
          <p:cNvPr id="8" name="Textplatzhalter 12">
            <a:extLst>
              <a:ext uri="{FF2B5EF4-FFF2-40B4-BE49-F238E27FC236}">
                <a16:creationId xmlns:a16="http://schemas.microsoft.com/office/drawing/2014/main" id="{497353F1-AF4B-70A6-DFF5-0D3B14708F26}"/>
              </a:ext>
            </a:extLst>
          </p:cNvPr>
          <p:cNvSpPr>
            <a:spLocks noGrp="1"/>
          </p:cNvSpPr>
          <p:nvPr>
            <p:ph type="body" sz="quarter" idx="14" hasCustomPrompt="1"/>
          </p:nvPr>
        </p:nvSpPr>
        <p:spPr>
          <a:xfrm>
            <a:off x="3973859" y="3083149"/>
            <a:ext cx="4393245" cy="897923"/>
          </a:xfrm>
        </p:spPr>
        <p:txBody>
          <a:bodyPr anchor="ctr">
            <a:normAutofit/>
          </a:bodyPr>
          <a:lstStyle>
            <a:lvl1pPr algn="ctr">
              <a:spcBef>
                <a:spcPts val="200"/>
              </a:spcBef>
              <a:defRPr sz="1400" b="0" i="0">
                <a:latin typeface="Source Sans Pro" panose="020B0503030403020204" pitchFamily="34" charset="0"/>
                <a:ea typeface="Source Sans Pro" panose="020B0503030403020204" pitchFamily="34" charset="0"/>
              </a:defRPr>
            </a:lvl1pPr>
          </a:lstStyle>
          <a:p>
            <a:pPr lvl="0"/>
            <a:r>
              <a:rPr lang="de-DE" noProof="0"/>
              <a:t>Schrift: Source Sans Pro Regular, Schriftgröße: 10 – 14 </a:t>
            </a:r>
            <a:r>
              <a:rPr lang="de-DE" noProof="0" err="1"/>
              <a:t>pt</a:t>
            </a:r>
            <a:r>
              <a:rPr lang="de-DE" noProof="0"/>
              <a:t>.</a:t>
            </a:r>
          </a:p>
        </p:txBody>
      </p:sp>
      <p:sp>
        <p:nvSpPr>
          <p:cNvPr id="9" name="Textplatzhalter 12">
            <a:extLst>
              <a:ext uri="{FF2B5EF4-FFF2-40B4-BE49-F238E27FC236}">
                <a16:creationId xmlns:a16="http://schemas.microsoft.com/office/drawing/2014/main" id="{9E0F41D4-82EF-8AEF-D02F-CB0E360E7E2E}"/>
              </a:ext>
            </a:extLst>
          </p:cNvPr>
          <p:cNvSpPr>
            <a:spLocks noGrp="1"/>
          </p:cNvSpPr>
          <p:nvPr>
            <p:ph type="body" sz="quarter" idx="15" hasCustomPrompt="1"/>
          </p:nvPr>
        </p:nvSpPr>
        <p:spPr>
          <a:xfrm>
            <a:off x="5134415" y="2041783"/>
            <a:ext cx="2077656" cy="897923"/>
          </a:xfrm>
        </p:spPr>
        <p:txBody>
          <a:bodyPr anchor="ctr">
            <a:normAutofit/>
          </a:bodyPr>
          <a:lstStyle>
            <a:lvl1pPr algn="ctr">
              <a:spcBef>
                <a:spcPts val="200"/>
              </a:spcBef>
              <a:defRPr sz="1400" b="0" i="0">
                <a:latin typeface="Source Sans Pro" panose="020B0503030403020204" pitchFamily="34" charset="0"/>
                <a:ea typeface="Source Sans Pro" panose="020B0503030403020204" pitchFamily="34" charset="0"/>
              </a:defRPr>
            </a:lvl1pPr>
          </a:lstStyle>
          <a:p>
            <a:pPr lvl="0"/>
            <a:r>
              <a:rPr lang="de-DE" noProof="0"/>
              <a:t>Schrift: Source Sans Pro Regular, Schriftgröße: 10 – 14 </a:t>
            </a:r>
            <a:r>
              <a:rPr lang="de-DE" noProof="0" err="1"/>
              <a:t>pt</a:t>
            </a:r>
            <a:r>
              <a:rPr lang="de-DE" noProof="0"/>
              <a:t>.</a:t>
            </a:r>
          </a:p>
        </p:txBody>
      </p:sp>
      <p:sp>
        <p:nvSpPr>
          <p:cNvPr id="12" name="Textplatzhalter 12">
            <a:extLst>
              <a:ext uri="{FF2B5EF4-FFF2-40B4-BE49-F238E27FC236}">
                <a16:creationId xmlns:a16="http://schemas.microsoft.com/office/drawing/2014/main" id="{0C6A0264-65BC-B864-85A5-645EB1AB6974}"/>
              </a:ext>
            </a:extLst>
          </p:cNvPr>
          <p:cNvSpPr>
            <a:spLocks noGrp="1"/>
          </p:cNvSpPr>
          <p:nvPr>
            <p:ph type="body" sz="quarter" idx="16" hasCustomPrompt="1"/>
          </p:nvPr>
        </p:nvSpPr>
        <p:spPr>
          <a:xfrm>
            <a:off x="5232017" y="1082264"/>
            <a:ext cx="1854253" cy="799495"/>
          </a:xfrm>
        </p:spPr>
        <p:txBody>
          <a:bodyPr anchor="ctr"/>
          <a:lstStyle>
            <a:lvl1pPr algn="ctr">
              <a:spcBef>
                <a:spcPts val="200"/>
              </a:spcBef>
              <a:defRPr sz="1400" b="0" i="0">
                <a:latin typeface="Source Sans Pro" panose="020B0503030403020204" pitchFamily="34" charset="0"/>
                <a:ea typeface="Source Sans Pro" panose="020B0503030403020204" pitchFamily="34" charset="0"/>
              </a:defRPr>
            </a:lvl1pPr>
          </a:lstStyle>
          <a:p>
            <a:pPr lvl="0"/>
            <a:r>
              <a:rPr lang="de-DE" noProof="0" err="1"/>
              <a:t>Lorem</a:t>
            </a:r>
            <a:endParaRPr lang="de-DE" noProof="0"/>
          </a:p>
        </p:txBody>
      </p:sp>
    </p:spTree>
    <p:extLst>
      <p:ext uri="{BB962C8B-B14F-4D97-AF65-F5344CB8AC3E}">
        <p14:creationId xmlns:p14="http://schemas.microsoft.com/office/powerpoint/2010/main" val="9495817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_Balken_V1">
    <p:spTree>
      <p:nvGrpSpPr>
        <p:cNvPr id="1" name=""/>
        <p:cNvGrpSpPr/>
        <p:nvPr/>
      </p:nvGrpSpPr>
      <p:grpSpPr>
        <a:xfrm>
          <a:off x="0" y="0"/>
          <a:ext cx="0" cy="0"/>
          <a:chOff x="0" y="0"/>
          <a:chExt cx="0" cy="0"/>
        </a:xfrm>
      </p:grpSpPr>
      <p:sp>
        <p:nvSpPr>
          <p:cNvPr id="6" name="Fußzeilenplatzhalter 2">
            <a:extLst>
              <a:ext uri="{FF2B5EF4-FFF2-40B4-BE49-F238E27FC236}">
                <a16:creationId xmlns:a16="http://schemas.microsoft.com/office/drawing/2014/main" id="{36F96059-DCCD-6D10-B4A4-4D61ABD56745}"/>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b="0" i="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p>
        </p:txBody>
      </p:sp>
      <p:sp>
        <p:nvSpPr>
          <p:cNvPr id="3" name="Halbbogen 2">
            <a:extLst>
              <a:ext uri="{FF2B5EF4-FFF2-40B4-BE49-F238E27FC236}">
                <a16:creationId xmlns:a16="http://schemas.microsoft.com/office/drawing/2014/main" id="{A833251B-5F90-DFCB-18EC-4DCFE9AD78C3}"/>
              </a:ext>
            </a:extLst>
          </p:cNvPr>
          <p:cNvSpPr/>
          <p:nvPr userDrawn="1"/>
        </p:nvSpPr>
        <p:spPr>
          <a:xfrm>
            <a:off x="-3907167" y="366353"/>
            <a:ext cx="5141866" cy="5124136"/>
          </a:xfrm>
          <a:prstGeom prst="blockArc">
            <a:avLst>
              <a:gd name="adj1" fmla="val 18900000"/>
              <a:gd name="adj2" fmla="val 2700000"/>
              <a:gd name="adj3" fmla="val 422"/>
            </a:avLst>
          </a:prstGeom>
          <a:solidFill>
            <a:schemeClr val="accent4"/>
          </a:solidFill>
          <a:ln w="3175">
            <a:solidFill>
              <a:schemeClr val="bg1">
                <a:lumMod val="50000"/>
                <a:alpha val="99000"/>
              </a:schemeClr>
            </a:solidFill>
          </a:ln>
        </p:spPr>
        <p:style>
          <a:lnRef idx="2">
            <a:schemeClr val="accent6">
              <a:hueOff val="0"/>
              <a:satOff val="0"/>
              <a:lumOff val="0"/>
              <a:alphaOff val="0"/>
            </a:schemeClr>
          </a:lnRef>
          <a:fillRef idx="0">
            <a:schemeClr val="accent6">
              <a:tint val="90000"/>
              <a:hueOff val="0"/>
              <a:satOff val="0"/>
              <a:lumOff val="0"/>
              <a:alphaOff val="0"/>
            </a:schemeClr>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de-DE"/>
          </a:p>
        </p:txBody>
      </p:sp>
      <p:sp>
        <p:nvSpPr>
          <p:cNvPr id="4" name="Freihandform 3">
            <a:extLst>
              <a:ext uri="{FF2B5EF4-FFF2-40B4-BE49-F238E27FC236}">
                <a16:creationId xmlns:a16="http://schemas.microsoft.com/office/drawing/2014/main" id="{9DE666C6-9A9B-33DA-10FD-3E86D99AF7F3}"/>
              </a:ext>
            </a:extLst>
          </p:cNvPr>
          <p:cNvSpPr/>
          <p:nvPr userDrawn="1"/>
        </p:nvSpPr>
        <p:spPr>
          <a:xfrm>
            <a:off x="777922" y="1262418"/>
            <a:ext cx="10877266" cy="484495"/>
          </a:xfrm>
          <a:custGeom>
            <a:avLst/>
            <a:gdLst>
              <a:gd name="connsiteX0" fmla="*/ 0 w 10103944"/>
              <a:gd name="connsiteY0" fmla="*/ 0 h 475722"/>
              <a:gd name="connsiteX1" fmla="*/ 10103944 w 10103944"/>
              <a:gd name="connsiteY1" fmla="*/ 0 h 475722"/>
              <a:gd name="connsiteX2" fmla="*/ 10103944 w 10103944"/>
              <a:gd name="connsiteY2" fmla="*/ 475722 h 475722"/>
              <a:gd name="connsiteX3" fmla="*/ 0 w 10103944"/>
              <a:gd name="connsiteY3" fmla="*/ 475722 h 475722"/>
              <a:gd name="connsiteX4" fmla="*/ 0 w 10103944"/>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3944" h="475722">
                <a:moveTo>
                  <a:pt x="0" y="0"/>
                </a:moveTo>
                <a:lnTo>
                  <a:pt x="10103944" y="0"/>
                </a:lnTo>
                <a:lnTo>
                  <a:pt x="10103944" y="475722"/>
                </a:lnTo>
                <a:lnTo>
                  <a:pt x="0" y="475722"/>
                </a:lnTo>
                <a:lnTo>
                  <a:pt x="0" y="0"/>
                </a:lnTo>
                <a:close/>
              </a:path>
            </a:pathLst>
          </a:custGeom>
          <a:solidFill>
            <a:schemeClr val="accent3"/>
          </a:solidFill>
          <a:ln>
            <a:no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77605" tIns="58420" rIns="58420" bIns="58420" numCol="1" spcCol="1270" anchor="ctr" anchorCtr="0">
            <a:noAutofit/>
          </a:bodyPr>
          <a:lstStyle/>
          <a:p>
            <a:pPr lvl="0" defTabSz="488950">
              <a:lnSpc>
                <a:spcPct val="90000"/>
              </a:lnSpc>
              <a:spcBef>
                <a:spcPct val="0"/>
              </a:spcBef>
              <a:spcAft>
                <a:spcPct val="35000"/>
              </a:spcAft>
            </a:pPr>
            <a:endParaRPr lang="de-DE" sz="17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7" name="Ellipse 15">
            <a:extLst>
              <a:ext uri="{FF2B5EF4-FFF2-40B4-BE49-F238E27FC236}">
                <a16:creationId xmlns:a16="http://schemas.microsoft.com/office/drawing/2014/main" id="{070CE088-48C3-CA2B-CAED-7CD6FBD19923}"/>
              </a:ext>
            </a:extLst>
          </p:cNvPr>
          <p:cNvSpPr/>
          <p:nvPr userDrawn="1"/>
        </p:nvSpPr>
        <p:spPr>
          <a:xfrm>
            <a:off x="471987" y="1204381"/>
            <a:ext cx="596711" cy="594653"/>
          </a:xfrm>
          <a:prstGeom prst="ellipse">
            <a:avLst/>
          </a:prstGeom>
          <a:solidFill>
            <a:schemeClr val="accent4"/>
          </a:solidFill>
          <a:ln>
            <a:noFill/>
          </a:ln>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de-DE"/>
          </a:p>
        </p:txBody>
      </p:sp>
      <p:sp>
        <p:nvSpPr>
          <p:cNvPr id="8" name="Freihandform 7">
            <a:extLst>
              <a:ext uri="{FF2B5EF4-FFF2-40B4-BE49-F238E27FC236}">
                <a16:creationId xmlns:a16="http://schemas.microsoft.com/office/drawing/2014/main" id="{EE2EA8D1-2903-61BF-3DB9-6A030FDA8EEB}"/>
              </a:ext>
            </a:extLst>
          </p:cNvPr>
          <p:cNvSpPr/>
          <p:nvPr userDrawn="1"/>
        </p:nvSpPr>
        <p:spPr>
          <a:xfrm>
            <a:off x="1064525" y="1992573"/>
            <a:ext cx="10583839" cy="491320"/>
          </a:xfrm>
          <a:custGeom>
            <a:avLst/>
            <a:gdLst>
              <a:gd name="connsiteX0" fmla="*/ 0 w 9763055"/>
              <a:gd name="connsiteY0" fmla="*/ 0 h 475722"/>
              <a:gd name="connsiteX1" fmla="*/ 9763055 w 9763055"/>
              <a:gd name="connsiteY1" fmla="*/ 0 h 475722"/>
              <a:gd name="connsiteX2" fmla="*/ 9763055 w 9763055"/>
              <a:gd name="connsiteY2" fmla="*/ 475722 h 475722"/>
              <a:gd name="connsiteX3" fmla="*/ 0 w 9763055"/>
              <a:gd name="connsiteY3" fmla="*/ 475722 h 475722"/>
              <a:gd name="connsiteX4" fmla="*/ 0 w 9763055"/>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3055" h="475722">
                <a:moveTo>
                  <a:pt x="0" y="0"/>
                </a:moveTo>
                <a:lnTo>
                  <a:pt x="9763055" y="0"/>
                </a:lnTo>
                <a:lnTo>
                  <a:pt x="9763055" y="475722"/>
                </a:lnTo>
                <a:lnTo>
                  <a:pt x="0" y="475722"/>
                </a:lnTo>
                <a:lnTo>
                  <a:pt x="0" y="0"/>
                </a:lnTo>
                <a:close/>
              </a:path>
            </a:pathLst>
          </a:custGeom>
          <a:solidFill>
            <a:schemeClr val="accent2"/>
          </a:solidFill>
          <a:ln>
            <a:noFill/>
          </a:ln>
        </p:spPr>
        <p:style>
          <a:lnRef idx="2">
            <a:scrgbClr r="0" g="0" b="0"/>
          </a:lnRef>
          <a:fillRef idx="1">
            <a:schemeClr val="accent5">
              <a:hueOff val="210382"/>
              <a:satOff val="-10001"/>
              <a:lumOff val="-2696"/>
              <a:alphaOff val="0"/>
            </a:schemeClr>
          </a:fillRef>
          <a:effectRef idx="0">
            <a:schemeClr val="accent5">
              <a:hueOff val="210382"/>
              <a:satOff val="-10001"/>
              <a:lumOff val="-2696"/>
              <a:alphaOff val="0"/>
            </a:schemeClr>
          </a:effectRef>
          <a:fontRef idx="minor">
            <a:schemeClr val="lt1"/>
          </a:fontRef>
        </p:style>
        <p:txBody>
          <a:bodyPr spcFirstLastPara="0" vert="horz" wrap="square" lIns="377605" tIns="58420" rIns="58420" bIns="58420" numCol="1" spcCol="1270" anchor="ctr" anchorCtr="0">
            <a:noAutofit/>
          </a:bodyPr>
          <a:lstStyle/>
          <a:p>
            <a:pPr lvl="0" defTabSz="488950">
              <a:lnSpc>
                <a:spcPct val="90000"/>
              </a:lnSpc>
              <a:spcBef>
                <a:spcPct val="0"/>
              </a:spcBef>
              <a:spcAft>
                <a:spcPct val="35000"/>
              </a:spcAft>
            </a:pPr>
            <a:endParaRPr lang="de-DE" sz="17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9" name="Ellipse 17">
            <a:extLst>
              <a:ext uri="{FF2B5EF4-FFF2-40B4-BE49-F238E27FC236}">
                <a16:creationId xmlns:a16="http://schemas.microsoft.com/office/drawing/2014/main" id="{57B8DAFA-6566-6EC5-1469-4D62E6E3813F}"/>
              </a:ext>
            </a:extLst>
          </p:cNvPr>
          <p:cNvSpPr/>
          <p:nvPr userDrawn="1"/>
        </p:nvSpPr>
        <p:spPr>
          <a:xfrm>
            <a:off x="814056" y="1917738"/>
            <a:ext cx="596711" cy="594653"/>
          </a:xfrm>
          <a:prstGeom prst="ellipse">
            <a:avLst/>
          </a:prstGeom>
          <a:solidFill>
            <a:schemeClr val="accent4"/>
          </a:solidFill>
          <a:ln>
            <a:noFill/>
          </a:ln>
        </p:spPr>
        <p:style>
          <a:lnRef idx="2">
            <a:schemeClr val="accent5">
              <a:hueOff val="210382"/>
              <a:satOff val="-10001"/>
              <a:lumOff val="-2696"/>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de-DE"/>
          </a:p>
        </p:txBody>
      </p:sp>
      <p:sp>
        <p:nvSpPr>
          <p:cNvPr id="12" name="Freihandform 11">
            <a:extLst>
              <a:ext uri="{FF2B5EF4-FFF2-40B4-BE49-F238E27FC236}">
                <a16:creationId xmlns:a16="http://schemas.microsoft.com/office/drawing/2014/main" id="{D7A37CC0-A109-1B93-8DD8-87DA72180EFC}"/>
              </a:ext>
            </a:extLst>
          </p:cNvPr>
          <p:cNvSpPr/>
          <p:nvPr userDrawn="1"/>
        </p:nvSpPr>
        <p:spPr>
          <a:xfrm>
            <a:off x="1221475" y="2702257"/>
            <a:ext cx="10413241" cy="477672"/>
          </a:xfrm>
          <a:custGeom>
            <a:avLst/>
            <a:gdLst>
              <a:gd name="connsiteX0" fmla="*/ 0 w 9658430"/>
              <a:gd name="connsiteY0" fmla="*/ 0 h 475722"/>
              <a:gd name="connsiteX1" fmla="*/ 9658430 w 9658430"/>
              <a:gd name="connsiteY1" fmla="*/ 0 h 475722"/>
              <a:gd name="connsiteX2" fmla="*/ 9658430 w 9658430"/>
              <a:gd name="connsiteY2" fmla="*/ 475722 h 475722"/>
              <a:gd name="connsiteX3" fmla="*/ 0 w 9658430"/>
              <a:gd name="connsiteY3" fmla="*/ 475722 h 475722"/>
              <a:gd name="connsiteX4" fmla="*/ 0 w 9658430"/>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8430" h="475722">
                <a:moveTo>
                  <a:pt x="0" y="0"/>
                </a:moveTo>
                <a:lnTo>
                  <a:pt x="9658430" y="0"/>
                </a:lnTo>
                <a:lnTo>
                  <a:pt x="9658430" y="475722"/>
                </a:lnTo>
                <a:lnTo>
                  <a:pt x="0" y="475722"/>
                </a:lnTo>
                <a:lnTo>
                  <a:pt x="0" y="0"/>
                </a:lnTo>
                <a:close/>
              </a:path>
            </a:pathLst>
          </a:custGeom>
          <a:solidFill>
            <a:schemeClr val="accent1"/>
          </a:solidFill>
          <a:ln>
            <a:noFill/>
          </a:ln>
        </p:spPr>
        <p:style>
          <a:lnRef idx="2">
            <a:scrgbClr r="0" g="0" b="0"/>
          </a:lnRef>
          <a:fillRef idx="1">
            <a:schemeClr val="accent5">
              <a:hueOff val="420764"/>
              <a:satOff val="-20002"/>
              <a:lumOff val="-5392"/>
              <a:alphaOff val="0"/>
            </a:schemeClr>
          </a:fillRef>
          <a:effectRef idx="0">
            <a:schemeClr val="accent5">
              <a:hueOff val="420764"/>
              <a:satOff val="-20002"/>
              <a:lumOff val="-5392"/>
              <a:alphaOff val="0"/>
            </a:schemeClr>
          </a:effectRef>
          <a:fontRef idx="minor">
            <a:schemeClr val="lt1"/>
          </a:fontRef>
        </p:style>
        <p:txBody>
          <a:bodyPr spcFirstLastPara="0" vert="horz" wrap="square" lIns="377605" tIns="58420" rIns="58420" bIns="58420" numCol="1" spcCol="1270" anchor="ctr" anchorCtr="0">
            <a:normAutofit/>
          </a:bodyPr>
          <a:lstStyle/>
          <a:p>
            <a:pPr lvl="0" defTabSz="488950">
              <a:lnSpc>
                <a:spcPct val="90000"/>
              </a:lnSpc>
              <a:spcBef>
                <a:spcPct val="0"/>
              </a:spcBef>
              <a:spcAft>
                <a:spcPct val="35000"/>
              </a:spcAft>
            </a:pPr>
            <a:endParaRPr lang="de-DE" sz="17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3" name="Ellipse 19">
            <a:extLst>
              <a:ext uri="{FF2B5EF4-FFF2-40B4-BE49-F238E27FC236}">
                <a16:creationId xmlns:a16="http://schemas.microsoft.com/office/drawing/2014/main" id="{DD195E5D-200D-9D9A-F183-0E56C185DDC0}"/>
              </a:ext>
            </a:extLst>
          </p:cNvPr>
          <p:cNvSpPr/>
          <p:nvPr userDrawn="1"/>
        </p:nvSpPr>
        <p:spPr>
          <a:xfrm>
            <a:off x="919043" y="2631094"/>
            <a:ext cx="596711" cy="594653"/>
          </a:xfrm>
          <a:prstGeom prst="ellipse">
            <a:avLst/>
          </a:prstGeom>
          <a:solidFill>
            <a:schemeClr val="accent4"/>
          </a:solidFill>
          <a:ln>
            <a:noFill/>
          </a:ln>
        </p:spPr>
        <p:style>
          <a:lnRef idx="2">
            <a:schemeClr val="accent5">
              <a:hueOff val="420764"/>
              <a:satOff val="-20002"/>
              <a:lumOff val="-5392"/>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de-DE"/>
          </a:p>
        </p:txBody>
      </p:sp>
      <p:sp>
        <p:nvSpPr>
          <p:cNvPr id="14" name="Freihandform 13">
            <a:extLst>
              <a:ext uri="{FF2B5EF4-FFF2-40B4-BE49-F238E27FC236}">
                <a16:creationId xmlns:a16="http://schemas.microsoft.com/office/drawing/2014/main" id="{F9208747-A49A-D027-FCC6-3A7B4E3C8F64}"/>
              </a:ext>
            </a:extLst>
          </p:cNvPr>
          <p:cNvSpPr/>
          <p:nvPr userDrawn="1"/>
        </p:nvSpPr>
        <p:spPr>
          <a:xfrm>
            <a:off x="1129711" y="3411940"/>
            <a:ext cx="10505005" cy="491319"/>
          </a:xfrm>
          <a:custGeom>
            <a:avLst/>
            <a:gdLst>
              <a:gd name="connsiteX0" fmla="*/ 0 w 9763055"/>
              <a:gd name="connsiteY0" fmla="*/ 0 h 475722"/>
              <a:gd name="connsiteX1" fmla="*/ 9763055 w 9763055"/>
              <a:gd name="connsiteY1" fmla="*/ 0 h 475722"/>
              <a:gd name="connsiteX2" fmla="*/ 9763055 w 9763055"/>
              <a:gd name="connsiteY2" fmla="*/ 475722 h 475722"/>
              <a:gd name="connsiteX3" fmla="*/ 0 w 9763055"/>
              <a:gd name="connsiteY3" fmla="*/ 475722 h 475722"/>
              <a:gd name="connsiteX4" fmla="*/ 0 w 9763055"/>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3055" h="475722">
                <a:moveTo>
                  <a:pt x="0" y="0"/>
                </a:moveTo>
                <a:lnTo>
                  <a:pt x="9763055" y="0"/>
                </a:lnTo>
                <a:lnTo>
                  <a:pt x="9763055" y="475722"/>
                </a:lnTo>
                <a:lnTo>
                  <a:pt x="0" y="475722"/>
                </a:lnTo>
                <a:lnTo>
                  <a:pt x="0" y="0"/>
                </a:lnTo>
                <a:close/>
              </a:path>
            </a:pathLst>
          </a:custGeom>
          <a:solidFill>
            <a:schemeClr val="accent6"/>
          </a:solidFill>
          <a:ln>
            <a:noFill/>
          </a:ln>
        </p:spPr>
        <p:style>
          <a:lnRef idx="2">
            <a:scrgbClr r="0" g="0" b="0"/>
          </a:lnRef>
          <a:fillRef idx="1">
            <a:schemeClr val="accent5">
              <a:hueOff val="631145"/>
              <a:satOff val="-30004"/>
              <a:lumOff val="-8088"/>
              <a:alphaOff val="0"/>
            </a:schemeClr>
          </a:fillRef>
          <a:effectRef idx="0">
            <a:schemeClr val="accent5">
              <a:hueOff val="631145"/>
              <a:satOff val="-30004"/>
              <a:lumOff val="-8088"/>
              <a:alphaOff val="0"/>
            </a:schemeClr>
          </a:effectRef>
          <a:fontRef idx="minor">
            <a:schemeClr val="lt1"/>
          </a:fontRef>
        </p:style>
        <p:txBody>
          <a:bodyPr spcFirstLastPara="0" vert="horz" wrap="square" lIns="377605" tIns="58420" rIns="58420" bIns="58420" numCol="1" spcCol="1270" anchor="ctr" anchorCtr="0">
            <a:normAutofit/>
          </a:bodyPr>
          <a:lstStyle/>
          <a:p>
            <a:pPr lvl="0" defTabSz="488950">
              <a:lnSpc>
                <a:spcPct val="90000"/>
              </a:lnSpc>
              <a:spcBef>
                <a:spcPct val="0"/>
              </a:spcBef>
              <a:spcAft>
                <a:spcPct val="35000"/>
              </a:spcAft>
            </a:pPr>
            <a:endParaRPr lang="de-DE" sz="17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5" name="Ellipse 21">
            <a:extLst>
              <a:ext uri="{FF2B5EF4-FFF2-40B4-BE49-F238E27FC236}">
                <a16:creationId xmlns:a16="http://schemas.microsoft.com/office/drawing/2014/main" id="{32750F03-85AA-F037-1D75-57B2333F946E}"/>
              </a:ext>
            </a:extLst>
          </p:cNvPr>
          <p:cNvSpPr/>
          <p:nvPr userDrawn="1"/>
        </p:nvSpPr>
        <p:spPr>
          <a:xfrm>
            <a:off x="814056" y="3344450"/>
            <a:ext cx="596711" cy="594653"/>
          </a:xfrm>
          <a:prstGeom prst="ellipse">
            <a:avLst/>
          </a:prstGeom>
          <a:solidFill>
            <a:schemeClr val="accent4"/>
          </a:solidFill>
          <a:ln>
            <a:noFill/>
          </a:ln>
        </p:spPr>
        <p:style>
          <a:lnRef idx="2">
            <a:schemeClr val="accent5">
              <a:hueOff val="631145"/>
              <a:satOff val="-30004"/>
              <a:lumOff val="-8088"/>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de-DE"/>
          </a:p>
        </p:txBody>
      </p:sp>
      <p:sp>
        <p:nvSpPr>
          <p:cNvPr id="16" name="Freihandform 15">
            <a:extLst>
              <a:ext uri="{FF2B5EF4-FFF2-40B4-BE49-F238E27FC236}">
                <a16:creationId xmlns:a16="http://schemas.microsoft.com/office/drawing/2014/main" id="{E023488A-372E-8218-0E74-104B0E91438B}"/>
              </a:ext>
            </a:extLst>
          </p:cNvPr>
          <p:cNvSpPr/>
          <p:nvPr userDrawn="1"/>
        </p:nvSpPr>
        <p:spPr>
          <a:xfrm>
            <a:off x="787641" y="4128447"/>
            <a:ext cx="10847075" cy="491998"/>
          </a:xfrm>
          <a:custGeom>
            <a:avLst/>
            <a:gdLst>
              <a:gd name="connsiteX0" fmla="*/ 0 w 10103944"/>
              <a:gd name="connsiteY0" fmla="*/ 0 h 475722"/>
              <a:gd name="connsiteX1" fmla="*/ 10103944 w 10103944"/>
              <a:gd name="connsiteY1" fmla="*/ 0 h 475722"/>
              <a:gd name="connsiteX2" fmla="*/ 10103944 w 10103944"/>
              <a:gd name="connsiteY2" fmla="*/ 475722 h 475722"/>
              <a:gd name="connsiteX3" fmla="*/ 0 w 10103944"/>
              <a:gd name="connsiteY3" fmla="*/ 475722 h 475722"/>
              <a:gd name="connsiteX4" fmla="*/ 0 w 10103944"/>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3944" h="475722">
                <a:moveTo>
                  <a:pt x="0" y="0"/>
                </a:moveTo>
                <a:lnTo>
                  <a:pt x="10103944" y="0"/>
                </a:lnTo>
                <a:lnTo>
                  <a:pt x="10103944" y="475722"/>
                </a:lnTo>
                <a:lnTo>
                  <a:pt x="0" y="475722"/>
                </a:lnTo>
                <a:lnTo>
                  <a:pt x="0" y="0"/>
                </a:lnTo>
                <a:close/>
              </a:path>
            </a:pathLst>
          </a:custGeom>
          <a:solidFill>
            <a:schemeClr val="accent5"/>
          </a:solidFill>
          <a:ln>
            <a:noFill/>
          </a:ln>
        </p:spPr>
        <p:style>
          <a:lnRef idx="2">
            <a:scrgbClr r="0" g="0" b="0"/>
          </a:lnRef>
          <a:fillRef idx="1">
            <a:schemeClr val="accent5">
              <a:hueOff val="841527"/>
              <a:satOff val="-40005"/>
              <a:lumOff val="-10784"/>
              <a:alphaOff val="0"/>
            </a:schemeClr>
          </a:fillRef>
          <a:effectRef idx="0">
            <a:schemeClr val="accent5">
              <a:hueOff val="841527"/>
              <a:satOff val="-40005"/>
              <a:lumOff val="-10784"/>
              <a:alphaOff val="0"/>
            </a:schemeClr>
          </a:effectRef>
          <a:fontRef idx="minor">
            <a:schemeClr val="lt1"/>
          </a:fontRef>
        </p:style>
        <p:txBody>
          <a:bodyPr spcFirstLastPara="0" vert="horz" wrap="square" lIns="377605" tIns="58420" rIns="58420" bIns="58420" numCol="1" spcCol="1270" anchor="ctr" anchorCtr="0">
            <a:normAutofit/>
          </a:bodyPr>
          <a:lstStyle/>
          <a:p>
            <a:pPr lvl="0" defTabSz="488950">
              <a:lnSpc>
                <a:spcPct val="90000"/>
              </a:lnSpc>
              <a:spcBef>
                <a:spcPct val="0"/>
              </a:spcBef>
              <a:spcAft>
                <a:spcPct val="35000"/>
              </a:spcAft>
            </a:pPr>
            <a:endParaRPr lang="de-DE" sz="1700">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7" name="Ellipse 23">
            <a:extLst>
              <a:ext uri="{FF2B5EF4-FFF2-40B4-BE49-F238E27FC236}">
                <a16:creationId xmlns:a16="http://schemas.microsoft.com/office/drawing/2014/main" id="{085B8D7D-8002-102C-8974-4A0518E8D1ED}"/>
              </a:ext>
            </a:extLst>
          </p:cNvPr>
          <p:cNvSpPr/>
          <p:nvPr userDrawn="1"/>
        </p:nvSpPr>
        <p:spPr>
          <a:xfrm>
            <a:off x="471987" y="4057806"/>
            <a:ext cx="596711" cy="594653"/>
          </a:xfrm>
          <a:prstGeom prst="ellipse">
            <a:avLst/>
          </a:prstGeom>
          <a:solidFill>
            <a:schemeClr val="accent4"/>
          </a:solidFill>
          <a:ln>
            <a:noFill/>
          </a:ln>
        </p:spPr>
        <p:style>
          <a:lnRef idx="2">
            <a:schemeClr val="accent5">
              <a:hueOff val="841527"/>
              <a:satOff val="-40005"/>
              <a:lumOff val="-10784"/>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de-DE"/>
          </a:p>
        </p:txBody>
      </p:sp>
      <p:sp>
        <p:nvSpPr>
          <p:cNvPr id="2" name="Textplatzhalter 2">
            <a:extLst>
              <a:ext uri="{FF2B5EF4-FFF2-40B4-BE49-F238E27FC236}">
                <a16:creationId xmlns:a16="http://schemas.microsoft.com/office/drawing/2014/main" id="{1E022DBA-BD1D-DC72-5789-AAB6E45F82CA}"/>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5" name="Textplatzhalter 12">
            <a:extLst>
              <a:ext uri="{FF2B5EF4-FFF2-40B4-BE49-F238E27FC236}">
                <a16:creationId xmlns:a16="http://schemas.microsoft.com/office/drawing/2014/main" id="{6CAA2952-63DD-F4E0-ECC3-4F9BC33A5764}"/>
              </a:ext>
            </a:extLst>
          </p:cNvPr>
          <p:cNvSpPr>
            <a:spLocks noGrp="1"/>
          </p:cNvSpPr>
          <p:nvPr>
            <p:ph type="body" sz="quarter" idx="12" hasCustomPrompt="1"/>
          </p:nvPr>
        </p:nvSpPr>
        <p:spPr>
          <a:xfrm>
            <a:off x="787641" y="1263847"/>
            <a:ext cx="10854776" cy="469751"/>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noProof="0"/>
              <a:t>Schrift: Source Sans Pro Regular, Schriftgröße: 17 – 32 </a:t>
            </a:r>
            <a:r>
              <a:rPr lang="de-DE" noProof="0" err="1"/>
              <a:t>pt</a:t>
            </a:r>
            <a:r>
              <a:rPr lang="de-DE" noProof="0"/>
              <a:t>.</a:t>
            </a:r>
          </a:p>
        </p:txBody>
      </p:sp>
      <p:sp>
        <p:nvSpPr>
          <p:cNvPr id="10" name="Textplatzhalter 12">
            <a:extLst>
              <a:ext uri="{FF2B5EF4-FFF2-40B4-BE49-F238E27FC236}">
                <a16:creationId xmlns:a16="http://schemas.microsoft.com/office/drawing/2014/main" id="{E982D702-3B8F-9BCA-D96D-6A33DA7F8BBC}"/>
              </a:ext>
            </a:extLst>
          </p:cNvPr>
          <p:cNvSpPr>
            <a:spLocks noGrp="1"/>
          </p:cNvSpPr>
          <p:nvPr>
            <p:ph type="body" sz="quarter" idx="13" hasCustomPrompt="1"/>
          </p:nvPr>
        </p:nvSpPr>
        <p:spPr>
          <a:xfrm>
            <a:off x="1068697" y="1997847"/>
            <a:ext cx="10573719" cy="469751"/>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noProof="0"/>
              <a:t>Schrift: Source Sans Pro Regular, Schriftgröße: 17 – 32 </a:t>
            </a:r>
            <a:r>
              <a:rPr lang="de-DE" noProof="0" err="1"/>
              <a:t>pt</a:t>
            </a:r>
            <a:r>
              <a:rPr lang="de-DE" noProof="0"/>
              <a:t>.</a:t>
            </a:r>
          </a:p>
        </p:txBody>
      </p:sp>
      <p:sp>
        <p:nvSpPr>
          <p:cNvPr id="11" name="Textplatzhalter 12">
            <a:extLst>
              <a:ext uri="{FF2B5EF4-FFF2-40B4-BE49-F238E27FC236}">
                <a16:creationId xmlns:a16="http://schemas.microsoft.com/office/drawing/2014/main" id="{025384E2-0A83-1587-39E2-1636DD274C0C}"/>
              </a:ext>
            </a:extLst>
          </p:cNvPr>
          <p:cNvSpPr>
            <a:spLocks noGrp="1"/>
          </p:cNvSpPr>
          <p:nvPr>
            <p:ph type="body" sz="quarter" idx="14" hasCustomPrompt="1"/>
          </p:nvPr>
        </p:nvSpPr>
        <p:spPr>
          <a:xfrm>
            <a:off x="1220042" y="2704291"/>
            <a:ext cx="10401619" cy="469751"/>
          </a:xfrm>
        </p:spPr>
        <p:txBody>
          <a:bodyPr anchor="ct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noProof="0"/>
              <a:t>Schrift: Source Sans Pro Regular, Schriftgröße: 17 – 32 </a:t>
            </a:r>
            <a:r>
              <a:rPr lang="de-DE" noProof="0" err="1"/>
              <a:t>pt</a:t>
            </a:r>
            <a:r>
              <a:rPr lang="de-DE" noProof="0"/>
              <a:t>.</a:t>
            </a:r>
          </a:p>
        </p:txBody>
      </p:sp>
      <p:sp>
        <p:nvSpPr>
          <p:cNvPr id="18" name="Textplatzhalter 12">
            <a:extLst>
              <a:ext uri="{FF2B5EF4-FFF2-40B4-BE49-F238E27FC236}">
                <a16:creationId xmlns:a16="http://schemas.microsoft.com/office/drawing/2014/main" id="{3C25B446-39A0-E996-05C4-654698D5EA71}"/>
              </a:ext>
            </a:extLst>
          </p:cNvPr>
          <p:cNvSpPr>
            <a:spLocks noGrp="1"/>
          </p:cNvSpPr>
          <p:nvPr>
            <p:ph type="body" sz="quarter" idx="15" hasCustomPrompt="1"/>
          </p:nvPr>
        </p:nvSpPr>
        <p:spPr>
          <a:xfrm>
            <a:off x="1068697" y="3420167"/>
            <a:ext cx="10552964" cy="469751"/>
          </a:xfrm>
        </p:spPr>
        <p:txBody>
          <a:bodyPr anchor="ctr"/>
          <a:lstStyle>
            <a:lvl1pPr algn="ctr">
              <a:spcBef>
                <a:spcPts val="200"/>
              </a:spcBef>
              <a:defRPr sz="1700" b="0" i="0">
                <a:solidFill>
                  <a:schemeClr val="tx1"/>
                </a:solidFill>
                <a:latin typeface="Source Sans Pro" panose="020B0503030403020204" pitchFamily="34" charset="0"/>
                <a:ea typeface="Source Sans Pro" panose="020B0503030403020204" pitchFamily="34" charset="0"/>
              </a:defRPr>
            </a:lvl1pPr>
          </a:lstStyle>
          <a:p>
            <a:pPr lvl="0"/>
            <a:r>
              <a:rPr lang="de-DE" noProof="0"/>
              <a:t>Schrift: Source Sans Pro Regular, Schriftgröße: 17 – 32 </a:t>
            </a:r>
            <a:r>
              <a:rPr lang="de-DE" noProof="0" err="1"/>
              <a:t>pt</a:t>
            </a:r>
            <a:r>
              <a:rPr lang="de-DE" noProof="0"/>
              <a:t>.</a:t>
            </a:r>
          </a:p>
        </p:txBody>
      </p:sp>
      <p:sp>
        <p:nvSpPr>
          <p:cNvPr id="19" name="Textplatzhalter 12">
            <a:extLst>
              <a:ext uri="{FF2B5EF4-FFF2-40B4-BE49-F238E27FC236}">
                <a16:creationId xmlns:a16="http://schemas.microsoft.com/office/drawing/2014/main" id="{9D117ECF-23B2-A485-A0C6-B7DC721B7DD1}"/>
              </a:ext>
            </a:extLst>
          </p:cNvPr>
          <p:cNvSpPr>
            <a:spLocks noGrp="1"/>
          </p:cNvSpPr>
          <p:nvPr>
            <p:ph type="body" sz="quarter" idx="16" hasCustomPrompt="1"/>
          </p:nvPr>
        </p:nvSpPr>
        <p:spPr>
          <a:xfrm>
            <a:off x="767397" y="4134435"/>
            <a:ext cx="10854776" cy="469751"/>
          </a:xfrm>
        </p:spPr>
        <p:txBody>
          <a:bodyPr anchor="ctr"/>
          <a:lstStyle>
            <a:lvl1pPr algn="ctr">
              <a:spcBef>
                <a:spcPts val="200"/>
              </a:spcBef>
              <a:defRPr sz="1700" b="0" i="0">
                <a:solidFill>
                  <a:schemeClr val="bg1"/>
                </a:solidFill>
                <a:latin typeface="Source Sans Pro" panose="020B0503030403020204" pitchFamily="34" charset="0"/>
                <a:ea typeface="Source Sans Pro" panose="020B0503030403020204" pitchFamily="34" charset="0"/>
              </a:defRPr>
            </a:lvl1pPr>
          </a:lstStyle>
          <a:p>
            <a:pPr lvl="0"/>
            <a:r>
              <a:rPr lang="de-DE" noProof="0"/>
              <a:t>Schrift: Source Sans Pro Regular, Schriftgröße: 17 – 32 </a:t>
            </a:r>
            <a:r>
              <a:rPr lang="de-DE" noProof="0" err="1"/>
              <a:t>pt</a:t>
            </a:r>
            <a:r>
              <a:rPr lang="de-DE" noProof="0"/>
              <a:t>.</a:t>
            </a:r>
          </a:p>
        </p:txBody>
      </p:sp>
    </p:spTree>
    <p:extLst>
      <p:ext uri="{BB962C8B-B14F-4D97-AF65-F5344CB8AC3E}">
        <p14:creationId xmlns:p14="http://schemas.microsoft.com/office/powerpoint/2010/main" val="11794588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_Balken_V2">
    <p:spTree>
      <p:nvGrpSpPr>
        <p:cNvPr id="1" name=""/>
        <p:cNvGrpSpPr/>
        <p:nvPr/>
      </p:nvGrpSpPr>
      <p:grpSpPr>
        <a:xfrm>
          <a:off x="0" y="0"/>
          <a:ext cx="0" cy="0"/>
          <a:chOff x="0" y="0"/>
          <a:chExt cx="0" cy="0"/>
        </a:xfrm>
      </p:grpSpPr>
      <p:sp>
        <p:nvSpPr>
          <p:cNvPr id="6" name="Fußzeilenplatzhalter 2">
            <a:extLst>
              <a:ext uri="{FF2B5EF4-FFF2-40B4-BE49-F238E27FC236}">
                <a16:creationId xmlns:a16="http://schemas.microsoft.com/office/drawing/2014/main" id="{36F96059-DCCD-6D10-B4A4-4D61ABD56745}"/>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b="0" i="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p>
        </p:txBody>
      </p:sp>
      <p:sp>
        <p:nvSpPr>
          <p:cNvPr id="2" name="Freihandform 1">
            <a:extLst>
              <a:ext uri="{FF2B5EF4-FFF2-40B4-BE49-F238E27FC236}">
                <a16:creationId xmlns:a16="http://schemas.microsoft.com/office/drawing/2014/main" id="{F934E13F-EB6A-87B4-08F8-2CEF2550B200}"/>
              </a:ext>
            </a:extLst>
          </p:cNvPr>
          <p:cNvSpPr/>
          <p:nvPr userDrawn="1"/>
        </p:nvSpPr>
        <p:spPr>
          <a:xfrm>
            <a:off x="409433" y="1153236"/>
            <a:ext cx="11238931" cy="823365"/>
          </a:xfrm>
          <a:custGeom>
            <a:avLst/>
            <a:gdLst>
              <a:gd name="connsiteX0" fmla="*/ 0 w 10103944"/>
              <a:gd name="connsiteY0" fmla="*/ 0 h 475722"/>
              <a:gd name="connsiteX1" fmla="*/ 10103944 w 10103944"/>
              <a:gd name="connsiteY1" fmla="*/ 0 h 475722"/>
              <a:gd name="connsiteX2" fmla="*/ 10103944 w 10103944"/>
              <a:gd name="connsiteY2" fmla="*/ 475722 h 475722"/>
              <a:gd name="connsiteX3" fmla="*/ 0 w 10103944"/>
              <a:gd name="connsiteY3" fmla="*/ 475722 h 475722"/>
              <a:gd name="connsiteX4" fmla="*/ 0 w 10103944"/>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3944" h="475722">
                <a:moveTo>
                  <a:pt x="0" y="0"/>
                </a:moveTo>
                <a:lnTo>
                  <a:pt x="10103944" y="0"/>
                </a:lnTo>
                <a:lnTo>
                  <a:pt x="10103944" y="475722"/>
                </a:lnTo>
                <a:lnTo>
                  <a:pt x="0" y="475722"/>
                </a:lnTo>
                <a:lnTo>
                  <a:pt x="0" y="0"/>
                </a:lnTo>
                <a:close/>
              </a:path>
            </a:pathLst>
          </a:custGeom>
          <a:solidFill>
            <a:schemeClr val="accent3"/>
          </a:solidFill>
          <a:ln>
            <a:no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77605" tIns="58420" rIns="58420" bIns="58420" numCol="1" spcCol="1270" anchor="ctr" anchorCtr="0">
            <a:noAutofit/>
          </a:bodyPr>
          <a:lstStyle/>
          <a:p>
            <a:pPr marL="0" marR="0" lvl="0" indent="0" algn="l" defTabSz="914400" rtl="0" eaLnBrk="1" fontAlgn="auto" latinLnBrk="0" hangingPunct="1">
              <a:lnSpc>
                <a:spcPct val="100000"/>
              </a:lnSpc>
              <a:spcBef>
                <a:spcPts val="1800"/>
              </a:spcBef>
              <a:spcAft>
                <a:spcPts val="0"/>
              </a:spcAft>
              <a:buClrTx/>
              <a:buSzTx/>
              <a:buFontTx/>
              <a:buNone/>
              <a:tabLst/>
              <a:defRPr/>
            </a:pP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5" name="Freihandform 4">
            <a:extLst>
              <a:ext uri="{FF2B5EF4-FFF2-40B4-BE49-F238E27FC236}">
                <a16:creationId xmlns:a16="http://schemas.microsoft.com/office/drawing/2014/main" id="{0737BCF9-D98C-F03F-86D2-53BE49A2857C}"/>
              </a:ext>
            </a:extLst>
          </p:cNvPr>
          <p:cNvSpPr/>
          <p:nvPr userDrawn="1"/>
        </p:nvSpPr>
        <p:spPr>
          <a:xfrm>
            <a:off x="402609" y="2088107"/>
            <a:ext cx="11239808" cy="832514"/>
          </a:xfrm>
          <a:custGeom>
            <a:avLst/>
            <a:gdLst>
              <a:gd name="connsiteX0" fmla="*/ 0 w 9763055"/>
              <a:gd name="connsiteY0" fmla="*/ 0 h 475722"/>
              <a:gd name="connsiteX1" fmla="*/ 9763055 w 9763055"/>
              <a:gd name="connsiteY1" fmla="*/ 0 h 475722"/>
              <a:gd name="connsiteX2" fmla="*/ 9763055 w 9763055"/>
              <a:gd name="connsiteY2" fmla="*/ 475722 h 475722"/>
              <a:gd name="connsiteX3" fmla="*/ 0 w 9763055"/>
              <a:gd name="connsiteY3" fmla="*/ 475722 h 475722"/>
              <a:gd name="connsiteX4" fmla="*/ 0 w 9763055"/>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3055" h="475722">
                <a:moveTo>
                  <a:pt x="0" y="0"/>
                </a:moveTo>
                <a:lnTo>
                  <a:pt x="9763055" y="0"/>
                </a:lnTo>
                <a:lnTo>
                  <a:pt x="9763055" y="475722"/>
                </a:lnTo>
                <a:lnTo>
                  <a:pt x="0" y="475722"/>
                </a:lnTo>
                <a:lnTo>
                  <a:pt x="0" y="0"/>
                </a:lnTo>
                <a:close/>
              </a:path>
            </a:pathLst>
          </a:custGeom>
          <a:solidFill>
            <a:schemeClr val="accent2"/>
          </a:solidFill>
          <a:ln>
            <a:noFill/>
          </a:ln>
        </p:spPr>
        <p:style>
          <a:lnRef idx="2">
            <a:scrgbClr r="0" g="0" b="0"/>
          </a:lnRef>
          <a:fillRef idx="1">
            <a:schemeClr val="accent5">
              <a:hueOff val="210382"/>
              <a:satOff val="-10001"/>
              <a:lumOff val="-2696"/>
              <a:alphaOff val="0"/>
            </a:schemeClr>
          </a:fillRef>
          <a:effectRef idx="0">
            <a:schemeClr val="accent5">
              <a:hueOff val="210382"/>
              <a:satOff val="-10001"/>
              <a:lumOff val="-2696"/>
              <a:alphaOff val="0"/>
            </a:schemeClr>
          </a:effectRef>
          <a:fontRef idx="minor">
            <a:schemeClr val="lt1"/>
          </a:fontRef>
        </p:style>
        <p:txBody>
          <a:bodyPr spcFirstLastPara="0" vert="horz" wrap="square" lIns="377605" tIns="58420" rIns="58420" bIns="58420" numCol="1" spcCol="1270" anchor="ctr" anchorCtr="0">
            <a:noAutofit/>
          </a:bodyPr>
          <a:lstStyle/>
          <a:p>
            <a:pPr>
              <a:spcBef>
                <a:spcPts val="1800"/>
              </a:spcBef>
            </a:pP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10" name="Freihandform 9">
            <a:extLst>
              <a:ext uri="{FF2B5EF4-FFF2-40B4-BE49-F238E27FC236}">
                <a16:creationId xmlns:a16="http://schemas.microsoft.com/office/drawing/2014/main" id="{E36C601E-FD62-1DD7-99A3-0E33A0637726}"/>
              </a:ext>
            </a:extLst>
          </p:cNvPr>
          <p:cNvSpPr/>
          <p:nvPr userDrawn="1"/>
        </p:nvSpPr>
        <p:spPr>
          <a:xfrm>
            <a:off x="416257" y="3104865"/>
            <a:ext cx="11252578" cy="818866"/>
          </a:xfrm>
          <a:custGeom>
            <a:avLst/>
            <a:gdLst>
              <a:gd name="connsiteX0" fmla="*/ 0 w 9658430"/>
              <a:gd name="connsiteY0" fmla="*/ 0 h 475722"/>
              <a:gd name="connsiteX1" fmla="*/ 9658430 w 9658430"/>
              <a:gd name="connsiteY1" fmla="*/ 0 h 475722"/>
              <a:gd name="connsiteX2" fmla="*/ 9658430 w 9658430"/>
              <a:gd name="connsiteY2" fmla="*/ 475722 h 475722"/>
              <a:gd name="connsiteX3" fmla="*/ 0 w 9658430"/>
              <a:gd name="connsiteY3" fmla="*/ 475722 h 475722"/>
              <a:gd name="connsiteX4" fmla="*/ 0 w 9658430"/>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8430" h="475722">
                <a:moveTo>
                  <a:pt x="0" y="0"/>
                </a:moveTo>
                <a:lnTo>
                  <a:pt x="9658430" y="0"/>
                </a:lnTo>
                <a:lnTo>
                  <a:pt x="9658430" y="475722"/>
                </a:lnTo>
                <a:lnTo>
                  <a:pt x="0" y="475722"/>
                </a:lnTo>
                <a:lnTo>
                  <a:pt x="0" y="0"/>
                </a:lnTo>
                <a:close/>
              </a:path>
            </a:pathLst>
          </a:custGeom>
          <a:solidFill>
            <a:schemeClr val="accent1"/>
          </a:solidFill>
          <a:ln>
            <a:noFill/>
          </a:ln>
        </p:spPr>
        <p:style>
          <a:lnRef idx="2">
            <a:scrgbClr r="0" g="0" b="0"/>
          </a:lnRef>
          <a:fillRef idx="1">
            <a:schemeClr val="accent5">
              <a:hueOff val="420764"/>
              <a:satOff val="-20002"/>
              <a:lumOff val="-5392"/>
              <a:alphaOff val="0"/>
            </a:schemeClr>
          </a:fillRef>
          <a:effectRef idx="0">
            <a:schemeClr val="accent5">
              <a:hueOff val="420764"/>
              <a:satOff val="-20002"/>
              <a:lumOff val="-5392"/>
              <a:alphaOff val="0"/>
            </a:schemeClr>
          </a:effectRef>
          <a:fontRef idx="minor">
            <a:schemeClr val="lt1"/>
          </a:fontRef>
        </p:style>
        <p:txBody>
          <a:bodyPr spcFirstLastPara="0" vert="horz" wrap="square" lIns="377605" tIns="58420" rIns="58420" bIns="58420" numCol="1" spcCol="1270" anchor="ctr" anchorCtr="0">
            <a:noAutofit/>
          </a:bodyPr>
          <a:lstStyle/>
          <a:p>
            <a:pPr>
              <a:spcBef>
                <a:spcPts val="1800"/>
              </a:spcBef>
            </a:pP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11" name="Freihandform 10">
            <a:extLst>
              <a:ext uri="{FF2B5EF4-FFF2-40B4-BE49-F238E27FC236}">
                <a16:creationId xmlns:a16="http://schemas.microsoft.com/office/drawing/2014/main" id="{0C9BF588-EF9A-862E-F334-DA881FD9912E}"/>
              </a:ext>
            </a:extLst>
          </p:cNvPr>
          <p:cNvSpPr/>
          <p:nvPr userDrawn="1"/>
        </p:nvSpPr>
        <p:spPr>
          <a:xfrm>
            <a:off x="402609" y="4087503"/>
            <a:ext cx="11238931" cy="818867"/>
          </a:xfrm>
          <a:custGeom>
            <a:avLst/>
            <a:gdLst>
              <a:gd name="connsiteX0" fmla="*/ 0 w 9763055"/>
              <a:gd name="connsiteY0" fmla="*/ 0 h 475722"/>
              <a:gd name="connsiteX1" fmla="*/ 9763055 w 9763055"/>
              <a:gd name="connsiteY1" fmla="*/ 0 h 475722"/>
              <a:gd name="connsiteX2" fmla="*/ 9763055 w 9763055"/>
              <a:gd name="connsiteY2" fmla="*/ 475722 h 475722"/>
              <a:gd name="connsiteX3" fmla="*/ 0 w 9763055"/>
              <a:gd name="connsiteY3" fmla="*/ 475722 h 475722"/>
              <a:gd name="connsiteX4" fmla="*/ 0 w 9763055"/>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3055" h="475722">
                <a:moveTo>
                  <a:pt x="0" y="0"/>
                </a:moveTo>
                <a:lnTo>
                  <a:pt x="9763055" y="0"/>
                </a:lnTo>
                <a:lnTo>
                  <a:pt x="9763055" y="475722"/>
                </a:lnTo>
                <a:lnTo>
                  <a:pt x="0" y="475722"/>
                </a:lnTo>
                <a:lnTo>
                  <a:pt x="0" y="0"/>
                </a:lnTo>
                <a:close/>
              </a:path>
            </a:pathLst>
          </a:custGeom>
          <a:solidFill>
            <a:schemeClr val="accent6"/>
          </a:solidFill>
          <a:ln>
            <a:noFill/>
          </a:ln>
        </p:spPr>
        <p:style>
          <a:lnRef idx="2">
            <a:scrgbClr r="0" g="0" b="0"/>
          </a:lnRef>
          <a:fillRef idx="1">
            <a:schemeClr val="accent5">
              <a:hueOff val="631145"/>
              <a:satOff val="-30004"/>
              <a:lumOff val="-8088"/>
              <a:alphaOff val="0"/>
            </a:schemeClr>
          </a:fillRef>
          <a:effectRef idx="0">
            <a:schemeClr val="accent5">
              <a:hueOff val="631145"/>
              <a:satOff val="-30004"/>
              <a:lumOff val="-8088"/>
              <a:alphaOff val="0"/>
            </a:schemeClr>
          </a:effectRef>
          <a:fontRef idx="minor">
            <a:schemeClr val="lt1"/>
          </a:fontRef>
        </p:style>
        <p:txBody>
          <a:bodyPr spcFirstLastPara="0" vert="horz" wrap="square" lIns="377605" tIns="58420" rIns="58420" bIns="58420" numCol="1" spcCol="1270" anchor="ctr" anchorCtr="0">
            <a:noAutofit/>
          </a:bodyPr>
          <a:lstStyle/>
          <a:p>
            <a:pPr>
              <a:spcBef>
                <a:spcPts val="1800"/>
              </a:spcBef>
            </a:pP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18" name="Freihandform 17">
            <a:extLst>
              <a:ext uri="{FF2B5EF4-FFF2-40B4-BE49-F238E27FC236}">
                <a16:creationId xmlns:a16="http://schemas.microsoft.com/office/drawing/2014/main" id="{B1802F6F-41B8-D312-35EE-F3255A6B2A57}"/>
              </a:ext>
            </a:extLst>
          </p:cNvPr>
          <p:cNvSpPr/>
          <p:nvPr userDrawn="1"/>
        </p:nvSpPr>
        <p:spPr>
          <a:xfrm>
            <a:off x="395785" y="5049672"/>
            <a:ext cx="11240533" cy="818865"/>
          </a:xfrm>
          <a:custGeom>
            <a:avLst/>
            <a:gdLst>
              <a:gd name="connsiteX0" fmla="*/ 0 w 10103944"/>
              <a:gd name="connsiteY0" fmla="*/ 0 h 475722"/>
              <a:gd name="connsiteX1" fmla="*/ 10103944 w 10103944"/>
              <a:gd name="connsiteY1" fmla="*/ 0 h 475722"/>
              <a:gd name="connsiteX2" fmla="*/ 10103944 w 10103944"/>
              <a:gd name="connsiteY2" fmla="*/ 475722 h 475722"/>
              <a:gd name="connsiteX3" fmla="*/ 0 w 10103944"/>
              <a:gd name="connsiteY3" fmla="*/ 475722 h 475722"/>
              <a:gd name="connsiteX4" fmla="*/ 0 w 10103944"/>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3944" h="475722">
                <a:moveTo>
                  <a:pt x="0" y="0"/>
                </a:moveTo>
                <a:lnTo>
                  <a:pt x="10103944" y="0"/>
                </a:lnTo>
                <a:lnTo>
                  <a:pt x="10103944" y="475722"/>
                </a:lnTo>
                <a:lnTo>
                  <a:pt x="0" y="475722"/>
                </a:lnTo>
                <a:lnTo>
                  <a:pt x="0" y="0"/>
                </a:lnTo>
                <a:close/>
              </a:path>
            </a:pathLst>
          </a:custGeom>
          <a:solidFill>
            <a:schemeClr val="accent5"/>
          </a:solidFill>
          <a:ln>
            <a:noFill/>
          </a:ln>
        </p:spPr>
        <p:style>
          <a:lnRef idx="2">
            <a:scrgbClr r="0" g="0" b="0"/>
          </a:lnRef>
          <a:fillRef idx="1">
            <a:schemeClr val="accent5">
              <a:hueOff val="841527"/>
              <a:satOff val="-40005"/>
              <a:lumOff val="-10784"/>
              <a:alphaOff val="0"/>
            </a:schemeClr>
          </a:fillRef>
          <a:effectRef idx="0">
            <a:schemeClr val="accent5">
              <a:hueOff val="841527"/>
              <a:satOff val="-40005"/>
              <a:lumOff val="-10784"/>
              <a:alphaOff val="0"/>
            </a:schemeClr>
          </a:effectRef>
          <a:fontRef idx="minor">
            <a:schemeClr val="lt1"/>
          </a:fontRef>
        </p:style>
        <p:txBody>
          <a:bodyPr spcFirstLastPara="0" vert="horz" wrap="square" lIns="377605" tIns="58420" rIns="58420" bIns="58420" numCol="1" spcCol="1270" anchor="ctr" anchorCtr="0">
            <a:noAutofit/>
          </a:bodyPr>
          <a:lstStyle/>
          <a:p>
            <a:pPr>
              <a:spcBef>
                <a:spcPts val="1800"/>
              </a:spcBef>
            </a:pPr>
            <a:endParaRPr lang="de-DE" sz="1700" b="1">
              <a:solidFill>
                <a:schemeClr val="bg1"/>
              </a:solidFill>
              <a:latin typeface="Source Sans Pro" panose="020B0503030403020204" pitchFamily="34" charset="0"/>
              <a:ea typeface="Source Sans Pro" panose="020B0503030403020204" pitchFamily="34" charset="0"/>
            </a:endParaRPr>
          </a:p>
        </p:txBody>
      </p:sp>
      <p:sp>
        <p:nvSpPr>
          <p:cNvPr id="3" name="Textplatzhalter 2">
            <a:extLst>
              <a:ext uri="{FF2B5EF4-FFF2-40B4-BE49-F238E27FC236}">
                <a16:creationId xmlns:a16="http://schemas.microsoft.com/office/drawing/2014/main" id="{7AE579AB-D51B-7081-5B56-2A0ACF45FAB7}"/>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8" name="Textplatzhalter 12">
            <a:extLst>
              <a:ext uri="{FF2B5EF4-FFF2-40B4-BE49-F238E27FC236}">
                <a16:creationId xmlns:a16="http://schemas.microsoft.com/office/drawing/2014/main" id="{71271F8E-BB11-491C-EED1-993FD01AD6F0}"/>
              </a:ext>
            </a:extLst>
          </p:cNvPr>
          <p:cNvSpPr>
            <a:spLocks noGrp="1"/>
          </p:cNvSpPr>
          <p:nvPr>
            <p:ph type="body" sz="quarter" idx="12" hasCustomPrompt="1"/>
          </p:nvPr>
        </p:nvSpPr>
        <p:spPr>
          <a:xfrm>
            <a:off x="414591" y="1160799"/>
            <a:ext cx="11227826" cy="815802"/>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2" name="Textplatzhalter 12">
            <a:extLst>
              <a:ext uri="{FF2B5EF4-FFF2-40B4-BE49-F238E27FC236}">
                <a16:creationId xmlns:a16="http://schemas.microsoft.com/office/drawing/2014/main" id="{DD936205-0576-C80A-9E01-D30F4E6DB996}"/>
              </a:ext>
            </a:extLst>
          </p:cNvPr>
          <p:cNvSpPr>
            <a:spLocks noGrp="1"/>
          </p:cNvSpPr>
          <p:nvPr>
            <p:ph type="body" sz="quarter" idx="13" hasCustomPrompt="1"/>
          </p:nvPr>
        </p:nvSpPr>
        <p:spPr>
          <a:xfrm>
            <a:off x="408492" y="2097063"/>
            <a:ext cx="11227826" cy="815802"/>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3" name="Textplatzhalter 12">
            <a:extLst>
              <a:ext uri="{FF2B5EF4-FFF2-40B4-BE49-F238E27FC236}">
                <a16:creationId xmlns:a16="http://schemas.microsoft.com/office/drawing/2014/main" id="{8EE10306-7175-88B6-11C4-B55EEF2327D1}"/>
              </a:ext>
            </a:extLst>
          </p:cNvPr>
          <p:cNvSpPr>
            <a:spLocks noGrp="1"/>
          </p:cNvSpPr>
          <p:nvPr>
            <p:ph type="body" sz="quarter" idx="14" hasCustomPrompt="1"/>
          </p:nvPr>
        </p:nvSpPr>
        <p:spPr>
          <a:xfrm>
            <a:off x="420687" y="3104587"/>
            <a:ext cx="11227826" cy="815802"/>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4" name="Textplatzhalter 12">
            <a:extLst>
              <a:ext uri="{FF2B5EF4-FFF2-40B4-BE49-F238E27FC236}">
                <a16:creationId xmlns:a16="http://schemas.microsoft.com/office/drawing/2014/main" id="{73F7DE20-5006-C719-8453-7645846CE47E}"/>
              </a:ext>
            </a:extLst>
          </p:cNvPr>
          <p:cNvSpPr>
            <a:spLocks noGrp="1"/>
          </p:cNvSpPr>
          <p:nvPr>
            <p:ph type="body" sz="quarter" idx="15" hasCustomPrompt="1"/>
          </p:nvPr>
        </p:nvSpPr>
        <p:spPr>
          <a:xfrm>
            <a:off x="408492" y="4082565"/>
            <a:ext cx="11227826" cy="815802"/>
          </a:xfrm>
        </p:spPr>
        <p:txBody>
          <a:bodyPr anchor="ctr">
            <a:normAutofit/>
          </a:bodyPr>
          <a:lstStyle>
            <a:lvl1pPr algn="ctr">
              <a:spcBef>
                <a:spcPts val="200"/>
              </a:spcBef>
              <a:defRPr sz="1700" b="0" i="0">
                <a:solidFill>
                  <a:schemeClr val="tx1"/>
                </a:solidFill>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5" name="Textplatzhalter 12">
            <a:extLst>
              <a:ext uri="{FF2B5EF4-FFF2-40B4-BE49-F238E27FC236}">
                <a16:creationId xmlns:a16="http://schemas.microsoft.com/office/drawing/2014/main" id="{66D2317B-9274-3295-DA31-68022E8401A1}"/>
              </a:ext>
            </a:extLst>
          </p:cNvPr>
          <p:cNvSpPr>
            <a:spLocks noGrp="1"/>
          </p:cNvSpPr>
          <p:nvPr>
            <p:ph type="body" sz="quarter" idx="16" hasCustomPrompt="1"/>
          </p:nvPr>
        </p:nvSpPr>
        <p:spPr>
          <a:xfrm>
            <a:off x="401732" y="5048375"/>
            <a:ext cx="11227826" cy="815802"/>
          </a:xfrm>
        </p:spPr>
        <p:txBody>
          <a:bodyPr anchor="ctr">
            <a:normAutofit/>
          </a:bodyPr>
          <a:lstStyle>
            <a:lvl1pPr algn="ctr">
              <a:spcBef>
                <a:spcPts val="200"/>
              </a:spcBef>
              <a:defRPr sz="1700" b="0" i="0">
                <a:solidFill>
                  <a:schemeClr val="bg1"/>
                </a:solidFill>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Tree>
    <p:extLst>
      <p:ext uri="{BB962C8B-B14F-4D97-AF65-F5344CB8AC3E}">
        <p14:creationId xmlns:p14="http://schemas.microsoft.com/office/powerpoint/2010/main" val="10940828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sign_V1">
    <p:spTree>
      <p:nvGrpSpPr>
        <p:cNvPr id="1" name=""/>
        <p:cNvGrpSpPr/>
        <p:nvPr/>
      </p:nvGrpSpPr>
      <p:grpSpPr>
        <a:xfrm>
          <a:off x="0" y="0"/>
          <a:ext cx="0" cy="0"/>
          <a:chOff x="0" y="0"/>
          <a:chExt cx="0" cy="0"/>
        </a:xfrm>
      </p:grpSpPr>
      <p:sp>
        <p:nvSpPr>
          <p:cNvPr id="6" name="Fußzeilenplatzhalter 2">
            <a:extLst>
              <a:ext uri="{FF2B5EF4-FFF2-40B4-BE49-F238E27FC236}">
                <a16:creationId xmlns:a16="http://schemas.microsoft.com/office/drawing/2014/main" id="{36F96059-DCCD-6D10-B4A4-4D61ABD56745}"/>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b="0" i="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p>
        </p:txBody>
      </p:sp>
      <p:sp>
        <p:nvSpPr>
          <p:cNvPr id="2" name="Freihandform 1">
            <a:extLst>
              <a:ext uri="{FF2B5EF4-FFF2-40B4-BE49-F238E27FC236}">
                <a16:creationId xmlns:a16="http://schemas.microsoft.com/office/drawing/2014/main" id="{7D280E4E-1DF6-E57B-5D1C-380B806A13A2}"/>
              </a:ext>
            </a:extLst>
          </p:cNvPr>
          <p:cNvSpPr/>
          <p:nvPr userDrawn="1"/>
        </p:nvSpPr>
        <p:spPr>
          <a:xfrm>
            <a:off x="420688" y="1249847"/>
            <a:ext cx="2430842" cy="400794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accent6"/>
          </a:solidFill>
          <a:ln>
            <a:noFill/>
          </a:ln>
          <a:scene3d>
            <a:camera prst="orthographicFront"/>
            <a:lightRig rig="flat" dir="t"/>
          </a:scene3d>
          <a:sp3d prstMaterial="dkEdge">
            <a:bevelT w="6350" h="38100"/>
          </a:sp3d>
        </p:spPr>
        <p:style>
          <a:lnRef idx="0">
            <a:schemeClr val="lt2">
              <a:hueOff val="0"/>
              <a:satOff val="0"/>
              <a:lumOff val="0"/>
              <a:alphaOff val="0"/>
            </a:schemeClr>
          </a:lnRef>
          <a:fillRef idx="2">
            <a:schemeClr val="dk2">
              <a:hueOff val="0"/>
              <a:satOff val="0"/>
              <a:lumOff val="0"/>
              <a:alphaOff val="0"/>
            </a:schemeClr>
          </a:fillRef>
          <a:effectRef idx="1">
            <a:schemeClr val="dk2">
              <a:hueOff val="0"/>
              <a:satOff val="0"/>
              <a:lumOff val="0"/>
              <a:alphaOff val="0"/>
            </a:schemeClr>
          </a:effectRef>
          <a:fontRef idx="minor">
            <a:schemeClr val="dk1"/>
          </a:fontRef>
        </p:style>
        <p:txBody>
          <a:bodyPr spcFirstLastPara="0" vert="horz" wrap="square" lIns="0" tIns="548640" rIns="0" bIns="548640" numCol="1" spcCol="1270" anchor="ctr" anchorCtr="0">
            <a:noAutofit/>
          </a:bodyPr>
          <a:lstStyle/>
          <a:p>
            <a:pPr lvl="0" algn="ctr" defTabSz="1422400">
              <a:lnSpc>
                <a:spcPct val="90000"/>
              </a:lnSpc>
              <a:spcBef>
                <a:spcPct val="0"/>
              </a:spcBef>
              <a:spcAft>
                <a:spcPct val="35000"/>
              </a:spcAft>
            </a:pPr>
            <a:endParaRPr lang="de-DE" sz="1700">
              <a:solidFill>
                <a:schemeClr val="tx1"/>
              </a:solidFill>
              <a:latin typeface="Source Sans Pro" panose="020B0503030403020204" pitchFamily="34" charset="0"/>
              <a:ea typeface="Source Sans Pro" panose="020B0503030403020204" pitchFamily="34" charset="0"/>
              <a:cs typeface="Calibri" panose="020F0502020204030204" pitchFamily="34" charset="0"/>
            </a:endParaRPr>
          </a:p>
        </p:txBody>
      </p:sp>
      <p:sp>
        <p:nvSpPr>
          <p:cNvPr id="5" name="Freihandform 4">
            <a:extLst>
              <a:ext uri="{FF2B5EF4-FFF2-40B4-BE49-F238E27FC236}">
                <a16:creationId xmlns:a16="http://schemas.microsoft.com/office/drawing/2014/main" id="{D6DB24C2-180D-7669-6F3E-B09DD43FCD0F}"/>
              </a:ext>
            </a:extLst>
          </p:cNvPr>
          <p:cNvSpPr/>
          <p:nvPr userDrawn="1"/>
        </p:nvSpPr>
        <p:spPr>
          <a:xfrm>
            <a:off x="3241804" y="1249847"/>
            <a:ext cx="2536077" cy="400794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accent6"/>
          </a:solidFill>
          <a:ln>
            <a:noFill/>
          </a:ln>
          <a:scene3d>
            <a:camera prst="orthographicFront"/>
            <a:lightRig rig="flat" dir="t"/>
          </a:scene3d>
          <a:sp3d prstMaterial="dkEdge">
            <a:bevelT w="6350" h="38100"/>
          </a:sp3d>
        </p:spPr>
        <p:style>
          <a:lnRef idx="0">
            <a:schemeClr val="lt2">
              <a:hueOff val="0"/>
              <a:satOff val="0"/>
              <a:lumOff val="0"/>
              <a:alphaOff val="0"/>
            </a:schemeClr>
          </a:lnRef>
          <a:fillRef idx="2">
            <a:schemeClr val="dk2">
              <a:hueOff val="0"/>
              <a:satOff val="0"/>
              <a:lumOff val="0"/>
              <a:alphaOff val="0"/>
            </a:schemeClr>
          </a:fillRef>
          <a:effectRef idx="1">
            <a:schemeClr val="dk2">
              <a:hueOff val="0"/>
              <a:satOff val="0"/>
              <a:lumOff val="0"/>
              <a:alphaOff val="0"/>
            </a:schemeClr>
          </a:effectRef>
          <a:fontRef idx="minor">
            <a:schemeClr val="dk1"/>
          </a:fontRef>
        </p:style>
        <p:txBody>
          <a:bodyPr spcFirstLastPara="0" vert="horz" wrap="square" lIns="0" tIns="548640" rIns="0" bIns="548640" numCol="1" spcCol="1270" anchor="ctr" anchorCtr="0">
            <a:noAutofit/>
          </a:bodyPr>
          <a:lstStyle/>
          <a:p>
            <a:pPr lvl="0" algn="ctr" defTabSz="1422400">
              <a:lnSpc>
                <a:spcPct val="90000"/>
              </a:lnSpc>
              <a:spcBef>
                <a:spcPct val="0"/>
              </a:spcBef>
              <a:spcAft>
                <a:spcPct val="35000"/>
              </a:spcAft>
            </a:pPr>
            <a:endParaRPr lang="de-DE" sz="1700" kern="1200">
              <a:solidFill>
                <a:schemeClr val="tx1"/>
              </a:solidFill>
              <a:latin typeface="Source Sans Pro" panose="020B0503030403020204" pitchFamily="34" charset="0"/>
              <a:ea typeface="Source Sans Pro" panose="020B0503030403020204" pitchFamily="34" charset="0"/>
              <a:cs typeface="Calibri" panose="020F0502020204030204" pitchFamily="34" charset="0"/>
            </a:endParaRPr>
          </a:p>
        </p:txBody>
      </p:sp>
      <p:sp>
        <p:nvSpPr>
          <p:cNvPr id="10" name="Freihandform 9">
            <a:extLst>
              <a:ext uri="{FF2B5EF4-FFF2-40B4-BE49-F238E27FC236}">
                <a16:creationId xmlns:a16="http://schemas.microsoft.com/office/drawing/2014/main" id="{1B2660EE-7B96-9220-44D9-3C149F45695E}"/>
              </a:ext>
            </a:extLst>
          </p:cNvPr>
          <p:cNvSpPr/>
          <p:nvPr userDrawn="1"/>
        </p:nvSpPr>
        <p:spPr>
          <a:xfrm>
            <a:off x="6168156" y="1249847"/>
            <a:ext cx="2537528" cy="4007950"/>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accent6"/>
          </a:solidFill>
          <a:ln>
            <a:noFill/>
          </a:ln>
          <a:scene3d>
            <a:camera prst="orthographicFront"/>
            <a:lightRig rig="flat" dir="t"/>
          </a:scene3d>
          <a:sp3d prstMaterial="dkEdge">
            <a:bevelT w="6350" h="38100"/>
          </a:sp3d>
        </p:spPr>
        <p:style>
          <a:lnRef idx="0">
            <a:schemeClr val="lt2">
              <a:hueOff val="0"/>
              <a:satOff val="0"/>
              <a:lumOff val="0"/>
              <a:alphaOff val="0"/>
            </a:schemeClr>
          </a:lnRef>
          <a:fillRef idx="2">
            <a:schemeClr val="dk2">
              <a:hueOff val="0"/>
              <a:satOff val="0"/>
              <a:lumOff val="0"/>
              <a:alphaOff val="0"/>
            </a:schemeClr>
          </a:fillRef>
          <a:effectRef idx="1">
            <a:schemeClr val="dk2">
              <a:hueOff val="0"/>
              <a:satOff val="0"/>
              <a:lumOff val="0"/>
              <a:alphaOff val="0"/>
            </a:schemeClr>
          </a:effectRef>
          <a:fontRef idx="minor">
            <a:schemeClr val="dk1"/>
          </a:fontRef>
        </p:style>
        <p:txBody>
          <a:bodyPr spcFirstLastPara="0" vert="horz" wrap="square" lIns="0" tIns="548640" rIns="0" bIns="548640" numCol="1" spcCol="1270" anchor="ctr" anchorCtr="0">
            <a:noAutofit/>
          </a:bodyPr>
          <a:lstStyle/>
          <a:p>
            <a:pPr lvl="0" algn="ctr" defTabSz="1422400">
              <a:lnSpc>
                <a:spcPct val="90000"/>
              </a:lnSpc>
              <a:spcBef>
                <a:spcPct val="0"/>
              </a:spcBef>
              <a:spcAft>
                <a:spcPct val="35000"/>
              </a:spcAft>
            </a:pPr>
            <a:endParaRPr lang="de-DE" sz="1700">
              <a:solidFill>
                <a:schemeClr val="tx1"/>
              </a:solidFill>
              <a:latin typeface="Source Sans Pro" panose="020B0503030403020204" pitchFamily="34" charset="0"/>
              <a:ea typeface="Source Sans Pro" panose="020B0503030403020204" pitchFamily="34" charset="0"/>
              <a:cs typeface="Calibri" panose="020F0502020204030204" pitchFamily="34" charset="0"/>
            </a:endParaRPr>
          </a:p>
        </p:txBody>
      </p:sp>
      <p:sp>
        <p:nvSpPr>
          <p:cNvPr id="11" name="Freihandform 10">
            <a:extLst>
              <a:ext uri="{FF2B5EF4-FFF2-40B4-BE49-F238E27FC236}">
                <a16:creationId xmlns:a16="http://schemas.microsoft.com/office/drawing/2014/main" id="{8B8CBBFD-2D19-C7CB-118E-7A5C8F0262AA}"/>
              </a:ext>
            </a:extLst>
          </p:cNvPr>
          <p:cNvSpPr/>
          <p:nvPr userDrawn="1"/>
        </p:nvSpPr>
        <p:spPr>
          <a:xfrm>
            <a:off x="9095959" y="1249847"/>
            <a:ext cx="2536077" cy="400794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accent6"/>
          </a:solidFill>
          <a:ln>
            <a:noFill/>
          </a:ln>
          <a:scene3d>
            <a:camera prst="orthographicFront"/>
            <a:lightRig rig="flat" dir="t"/>
          </a:scene3d>
          <a:sp3d prstMaterial="dkEdge">
            <a:bevelT w="6350" h="38100"/>
          </a:sp3d>
        </p:spPr>
        <p:style>
          <a:lnRef idx="0">
            <a:schemeClr val="lt2">
              <a:hueOff val="0"/>
              <a:satOff val="0"/>
              <a:lumOff val="0"/>
              <a:alphaOff val="0"/>
            </a:schemeClr>
          </a:lnRef>
          <a:fillRef idx="2">
            <a:schemeClr val="dk2">
              <a:hueOff val="0"/>
              <a:satOff val="0"/>
              <a:lumOff val="0"/>
              <a:alphaOff val="0"/>
            </a:schemeClr>
          </a:fillRef>
          <a:effectRef idx="1">
            <a:schemeClr val="dk2">
              <a:hueOff val="0"/>
              <a:satOff val="0"/>
              <a:lumOff val="0"/>
              <a:alphaOff val="0"/>
            </a:schemeClr>
          </a:effectRef>
          <a:fontRef idx="minor">
            <a:schemeClr val="dk1"/>
          </a:fontRef>
        </p:style>
        <p:txBody>
          <a:bodyPr spcFirstLastPara="0" vert="horz" wrap="square" lIns="0" tIns="548640" rIns="0" bIns="548640" numCol="1" spcCol="1270" anchor="ctr" anchorCtr="0">
            <a:noAutofit/>
          </a:bodyPr>
          <a:lstStyle/>
          <a:p>
            <a:pPr lvl="0" algn="ctr" defTabSz="1422400">
              <a:lnSpc>
                <a:spcPct val="90000"/>
              </a:lnSpc>
              <a:spcBef>
                <a:spcPct val="0"/>
              </a:spcBef>
              <a:spcAft>
                <a:spcPct val="35000"/>
              </a:spcAft>
            </a:pPr>
            <a:endParaRPr lang="de-DE" sz="1700">
              <a:solidFill>
                <a:schemeClr val="tx1"/>
              </a:solidFill>
              <a:latin typeface="Source Sans Pro" panose="020B0503030403020204" pitchFamily="34" charset="0"/>
              <a:ea typeface="Source Sans Pro" panose="020B0503030403020204" pitchFamily="34" charset="0"/>
              <a:cs typeface="Calibri" panose="020F0502020204030204" pitchFamily="34" charset="0"/>
            </a:endParaRPr>
          </a:p>
        </p:txBody>
      </p:sp>
      <p:sp>
        <p:nvSpPr>
          <p:cNvPr id="3" name="Textplatzhalter 2">
            <a:extLst>
              <a:ext uri="{FF2B5EF4-FFF2-40B4-BE49-F238E27FC236}">
                <a16:creationId xmlns:a16="http://schemas.microsoft.com/office/drawing/2014/main" id="{0F88279E-9A8D-0218-8247-5DD4E7422BC2}"/>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13" name="Textplatzhalter 12">
            <a:extLst>
              <a:ext uri="{FF2B5EF4-FFF2-40B4-BE49-F238E27FC236}">
                <a16:creationId xmlns:a16="http://schemas.microsoft.com/office/drawing/2014/main" id="{5C215115-324D-731F-989B-26E1905C6192}"/>
              </a:ext>
            </a:extLst>
          </p:cNvPr>
          <p:cNvSpPr>
            <a:spLocks noGrp="1"/>
          </p:cNvSpPr>
          <p:nvPr>
            <p:ph type="body" sz="quarter" idx="12" hasCustomPrompt="1"/>
          </p:nvPr>
        </p:nvSpPr>
        <p:spPr>
          <a:xfrm>
            <a:off x="420688" y="2030413"/>
            <a:ext cx="2430462" cy="2446337"/>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4" name="Textplatzhalter 12">
            <a:extLst>
              <a:ext uri="{FF2B5EF4-FFF2-40B4-BE49-F238E27FC236}">
                <a16:creationId xmlns:a16="http://schemas.microsoft.com/office/drawing/2014/main" id="{D5DECDF0-1D43-7810-7A37-2E22D905E439}"/>
              </a:ext>
            </a:extLst>
          </p:cNvPr>
          <p:cNvSpPr>
            <a:spLocks noGrp="1"/>
          </p:cNvSpPr>
          <p:nvPr>
            <p:ph type="body" sz="quarter" idx="13" hasCustomPrompt="1"/>
          </p:nvPr>
        </p:nvSpPr>
        <p:spPr>
          <a:xfrm>
            <a:off x="3293886" y="2030412"/>
            <a:ext cx="2430462" cy="2446337"/>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5" name="Textplatzhalter 12">
            <a:extLst>
              <a:ext uri="{FF2B5EF4-FFF2-40B4-BE49-F238E27FC236}">
                <a16:creationId xmlns:a16="http://schemas.microsoft.com/office/drawing/2014/main" id="{49211215-FF5C-7262-F6CC-3426DE821568}"/>
              </a:ext>
            </a:extLst>
          </p:cNvPr>
          <p:cNvSpPr>
            <a:spLocks noGrp="1"/>
          </p:cNvSpPr>
          <p:nvPr>
            <p:ph type="body" sz="quarter" idx="14" hasCustomPrompt="1"/>
          </p:nvPr>
        </p:nvSpPr>
        <p:spPr>
          <a:xfrm>
            <a:off x="6221689" y="2030412"/>
            <a:ext cx="2430462" cy="2446337"/>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6" name="Textplatzhalter 12">
            <a:extLst>
              <a:ext uri="{FF2B5EF4-FFF2-40B4-BE49-F238E27FC236}">
                <a16:creationId xmlns:a16="http://schemas.microsoft.com/office/drawing/2014/main" id="{EB59602B-C727-B110-C580-0662A89E4497}"/>
              </a:ext>
            </a:extLst>
          </p:cNvPr>
          <p:cNvSpPr>
            <a:spLocks noGrp="1"/>
          </p:cNvSpPr>
          <p:nvPr>
            <p:ph type="body" sz="quarter" idx="15" hasCustomPrompt="1"/>
          </p:nvPr>
        </p:nvSpPr>
        <p:spPr>
          <a:xfrm>
            <a:off x="9148766" y="2030412"/>
            <a:ext cx="2430462" cy="2446337"/>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Tree>
    <p:extLst>
      <p:ext uri="{BB962C8B-B14F-4D97-AF65-F5344CB8AC3E}">
        <p14:creationId xmlns:p14="http://schemas.microsoft.com/office/powerpoint/2010/main" val="33905261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sign_V2">
    <p:spTree>
      <p:nvGrpSpPr>
        <p:cNvPr id="1" name=""/>
        <p:cNvGrpSpPr/>
        <p:nvPr/>
      </p:nvGrpSpPr>
      <p:grpSpPr>
        <a:xfrm>
          <a:off x="0" y="0"/>
          <a:ext cx="0" cy="0"/>
          <a:chOff x="0" y="0"/>
          <a:chExt cx="0" cy="0"/>
        </a:xfrm>
      </p:grpSpPr>
      <p:sp>
        <p:nvSpPr>
          <p:cNvPr id="6" name="Fußzeilenplatzhalter 2">
            <a:extLst>
              <a:ext uri="{FF2B5EF4-FFF2-40B4-BE49-F238E27FC236}">
                <a16:creationId xmlns:a16="http://schemas.microsoft.com/office/drawing/2014/main" id="{36F96059-DCCD-6D10-B4A4-4D61ABD56745}"/>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b="0" i="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p>
        </p:txBody>
      </p:sp>
      <p:grpSp>
        <p:nvGrpSpPr>
          <p:cNvPr id="3" name="Gruppieren 2">
            <a:extLst>
              <a:ext uri="{FF2B5EF4-FFF2-40B4-BE49-F238E27FC236}">
                <a16:creationId xmlns:a16="http://schemas.microsoft.com/office/drawing/2014/main" id="{32CBFB65-9C08-7661-1374-7526EFEED684}"/>
              </a:ext>
            </a:extLst>
          </p:cNvPr>
          <p:cNvGrpSpPr/>
          <p:nvPr userDrawn="1"/>
        </p:nvGrpSpPr>
        <p:grpSpPr>
          <a:xfrm>
            <a:off x="2544266" y="1012228"/>
            <a:ext cx="7103154" cy="5006434"/>
            <a:chOff x="2002906" y="1311450"/>
            <a:chExt cx="7192915" cy="4812488"/>
          </a:xfrm>
        </p:grpSpPr>
        <p:sp>
          <p:nvSpPr>
            <p:cNvPr id="4" name="Inhaltsplatzhalter 2">
              <a:extLst>
                <a:ext uri="{FF2B5EF4-FFF2-40B4-BE49-F238E27FC236}">
                  <a16:creationId xmlns:a16="http://schemas.microsoft.com/office/drawing/2014/main" id="{F9705E2F-6F03-F337-7ABE-11D91D1A0316}"/>
                </a:ext>
              </a:extLst>
            </p:cNvPr>
            <p:cNvSpPr txBox="1">
              <a:spLocks/>
            </p:cNvSpPr>
            <p:nvPr/>
          </p:nvSpPr>
          <p:spPr>
            <a:xfrm>
              <a:off x="5695167" y="1311450"/>
              <a:ext cx="3500654" cy="2339547"/>
            </a:xfrm>
            <a:prstGeom prst="rect">
              <a:avLst/>
            </a:prstGeom>
            <a:solidFill>
              <a:schemeClr val="accent6"/>
            </a:solidFill>
          </p:spPr>
          <p:txBody>
            <a:bodyPr vert="horz" lIns="144000" tIns="144000" rIns="144000" bIns="144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7" name="Inhaltsplatzhalter 2">
              <a:extLst>
                <a:ext uri="{FF2B5EF4-FFF2-40B4-BE49-F238E27FC236}">
                  <a16:creationId xmlns:a16="http://schemas.microsoft.com/office/drawing/2014/main" id="{40519E19-9B0D-C717-BA9B-FF93724466E0}"/>
                </a:ext>
              </a:extLst>
            </p:cNvPr>
            <p:cNvSpPr txBox="1">
              <a:spLocks/>
            </p:cNvSpPr>
            <p:nvPr/>
          </p:nvSpPr>
          <p:spPr>
            <a:xfrm>
              <a:off x="2002906" y="1311450"/>
              <a:ext cx="3518302" cy="2326428"/>
            </a:xfrm>
            <a:prstGeom prst="rect">
              <a:avLst/>
            </a:prstGeom>
            <a:solidFill>
              <a:schemeClr val="accent1"/>
            </a:solidFill>
          </p:spPr>
          <p:txBody>
            <a:bodyPr vert="horz" lIns="144000" tIns="144000" rIns="144000" bIns="144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latin typeface="Source Sans Pro" panose="020B0503030403020204" pitchFamily="34" charset="0"/>
                <a:ea typeface="Source Sans Pro" panose="020B0503030403020204" pitchFamily="34" charset="0"/>
              </a:endParaRPr>
            </a:p>
          </p:txBody>
        </p:sp>
        <p:sp>
          <p:nvSpPr>
            <p:cNvPr id="8" name="Inhaltsplatzhalter 2">
              <a:extLst>
                <a:ext uri="{FF2B5EF4-FFF2-40B4-BE49-F238E27FC236}">
                  <a16:creationId xmlns:a16="http://schemas.microsoft.com/office/drawing/2014/main" id="{AF7FE2E1-8110-6800-29E8-ED1BC8B33889}"/>
                </a:ext>
              </a:extLst>
            </p:cNvPr>
            <p:cNvSpPr txBox="1">
              <a:spLocks/>
            </p:cNvSpPr>
            <p:nvPr/>
          </p:nvSpPr>
          <p:spPr>
            <a:xfrm>
              <a:off x="5695167" y="3789675"/>
              <a:ext cx="3500654" cy="2334263"/>
            </a:xfrm>
            <a:prstGeom prst="rect">
              <a:avLst/>
            </a:prstGeom>
            <a:solidFill>
              <a:schemeClr val="accent6"/>
            </a:solidFill>
          </p:spPr>
          <p:txBody>
            <a:bodyPr vert="horz" lIns="144000" tIns="144000" rIns="144000" bIns="144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9" name="Inhaltsplatzhalter 2">
              <a:extLst>
                <a:ext uri="{FF2B5EF4-FFF2-40B4-BE49-F238E27FC236}">
                  <a16:creationId xmlns:a16="http://schemas.microsoft.com/office/drawing/2014/main" id="{EDE18E42-9C6A-97B9-1EC7-21F859B28709}"/>
                </a:ext>
              </a:extLst>
            </p:cNvPr>
            <p:cNvSpPr txBox="1">
              <a:spLocks/>
            </p:cNvSpPr>
            <p:nvPr/>
          </p:nvSpPr>
          <p:spPr>
            <a:xfrm>
              <a:off x="2002906" y="3789675"/>
              <a:ext cx="3518302" cy="2334263"/>
            </a:xfrm>
            <a:prstGeom prst="rect">
              <a:avLst/>
            </a:prstGeom>
            <a:solidFill>
              <a:schemeClr val="accent1"/>
            </a:solidFill>
          </p:spPr>
          <p:txBody>
            <a:bodyPr vert="horz" lIns="144000" tIns="144000" rIns="144000" bIns="144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latin typeface="Source Sans Pro" panose="020B0503030403020204" pitchFamily="34" charset="0"/>
                <a:ea typeface="Source Sans Pro" panose="020B0503030403020204" pitchFamily="34" charset="0"/>
              </a:endParaRPr>
            </a:p>
          </p:txBody>
        </p:sp>
      </p:grpSp>
      <p:sp>
        <p:nvSpPr>
          <p:cNvPr id="2" name="Textplatzhalter 2">
            <a:extLst>
              <a:ext uri="{FF2B5EF4-FFF2-40B4-BE49-F238E27FC236}">
                <a16:creationId xmlns:a16="http://schemas.microsoft.com/office/drawing/2014/main" id="{5ADB218C-EB53-61F5-339E-D2C0E303CBFE}"/>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5" name="Textplatzhalter 12">
            <a:extLst>
              <a:ext uri="{FF2B5EF4-FFF2-40B4-BE49-F238E27FC236}">
                <a16:creationId xmlns:a16="http://schemas.microsoft.com/office/drawing/2014/main" id="{75B8A8FB-FBAE-6F02-18EC-61535DD0322A}"/>
              </a:ext>
            </a:extLst>
          </p:cNvPr>
          <p:cNvSpPr>
            <a:spLocks noGrp="1"/>
          </p:cNvSpPr>
          <p:nvPr>
            <p:ph type="body" sz="quarter" idx="12" hasCustomPrompt="1"/>
          </p:nvPr>
        </p:nvSpPr>
        <p:spPr>
          <a:xfrm>
            <a:off x="2544266" y="1012229"/>
            <a:ext cx="3456968" cy="2408408"/>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0" name="Textplatzhalter 12">
            <a:extLst>
              <a:ext uri="{FF2B5EF4-FFF2-40B4-BE49-F238E27FC236}">
                <a16:creationId xmlns:a16="http://schemas.microsoft.com/office/drawing/2014/main" id="{D5BFF3C0-3DE7-9C7B-4F26-8CA861E3767F}"/>
              </a:ext>
            </a:extLst>
          </p:cNvPr>
          <p:cNvSpPr>
            <a:spLocks noGrp="1"/>
          </p:cNvSpPr>
          <p:nvPr>
            <p:ph type="body" sz="quarter" idx="13" hasCustomPrompt="1"/>
          </p:nvPr>
        </p:nvSpPr>
        <p:spPr>
          <a:xfrm>
            <a:off x="6190452" y="1012228"/>
            <a:ext cx="3456968" cy="2408408"/>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1" name="Textplatzhalter 12">
            <a:extLst>
              <a:ext uri="{FF2B5EF4-FFF2-40B4-BE49-F238E27FC236}">
                <a16:creationId xmlns:a16="http://schemas.microsoft.com/office/drawing/2014/main" id="{46AFC066-A17E-BD0F-7E72-40B015F8BB88}"/>
              </a:ext>
            </a:extLst>
          </p:cNvPr>
          <p:cNvSpPr>
            <a:spLocks noGrp="1"/>
          </p:cNvSpPr>
          <p:nvPr>
            <p:ph type="body" sz="quarter" idx="14" hasCustomPrompt="1"/>
          </p:nvPr>
        </p:nvSpPr>
        <p:spPr>
          <a:xfrm>
            <a:off x="2544266" y="3590328"/>
            <a:ext cx="3456968" cy="2408408"/>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2" name="Textplatzhalter 12">
            <a:extLst>
              <a:ext uri="{FF2B5EF4-FFF2-40B4-BE49-F238E27FC236}">
                <a16:creationId xmlns:a16="http://schemas.microsoft.com/office/drawing/2014/main" id="{3D4C179F-8A34-8585-A02C-EBCAC3B65BBA}"/>
              </a:ext>
            </a:extLst>
          </p:cNvPr>
          <p:cNvSpPr>
            <a:spLocks noGrp="1"/>
          </p:cNvSpPr>
          <p:nvPr>
            <p:ph type="body" sz="quarter" idx="15" hasCustomPrompt="1"/>
          </p:nvPr>
        </p:nvSpPr>
        <p:spPr>
          <a:xfrm>
            <a:off x="6190450" y="3590328"/>
            <a:ext cx="3456968" cy="2408408"/>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Tree>
    <p:extLst>
      <p:ext uri="{BB962C8B-B14F-4D97-AF65-F5344CB8AC3E}">
        <p14:creationId xmlns:p14="http://schemas.microsoft.com/office/powerpoint/2010/main" val="37414484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sign_V3">
    <p:spTree>
      <p:nvGrpSpPr>
        <p:cNvPr id="1" name=""/>
        <p:cNvGrpSpPr/>
        <p:nvPr/>
      </p:nvGrpSpPr>
      <p:grpSpPr>
        <a:xfrm>
          <a:off x="0" y="0"/>
          <a:ext cx="0" cy="0"/>
          <a:chOff x="0" y="0"/>
          <a:chExt cx="0" cy="0"/>
        </a:xfrm>
      </p:grpSpPr>
      <p:sp>
        <p:nvSpPr>
          <p:cNvPr id="6" name="Fußzeilenplatzhalter 2">
            <a:extLst>
              <a:ext uri="{FF2B5EF4-FFF2-40B4-BE49-F238E27FC236}">
                <a16:creationId xmlns:a16="http://schemas.microsoft.com/office/drawing/2014/main" id="{36F96059-DCCD-6D10-B4A4-4D61ABD56745}"/>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b="0" i="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p>
        </p:txBody>
      </p:sp>
      <p:grpSp>
        <p:nvGrpSpPr>
          <p:cNvPr id="3" name="Gruppieren 2">
            <a:extLst>
              <a:ext uri="{FF2B5EF4-FFF2-40B4-BE49-F238E27FC236}">
                <a16:creationId xmlns:a16="http://schemas.microsoft.com/office/drawing/2014/main" id="{E5449CBB-3ADB-14EF-50AE-FDAA07619299}"/>
              </a:ext>
            </a:extLst>
          </p:cNvPr>
          <p:cNvGrpSpPr/>
          <p:nvPr userDrawn="1"/>
        </p:nvGrpSpPr>
        <p:grpSpPr>
          <a:xfrm>
            <a:off x="1453487" y="1003124"/>
            <a:ext cx="8434316" cy="4993905"/>
            <a:chOff x="1323501" y="1294659"/>
            <a:chExt cx="8449597" cy="4800444"/>
          </a:xfrm>
        </p:grpSpPr>
        <p:sp>
          <p:nvSpPr>
            <p:cNvPr id="4" name="Inhaltsplatzhalter 2">
              <a:extLst>
                <a:ext uri="{FF2B5EF4-FFF2-40B4-BE49-F238E27FC236}">
                  <a16:creationId xmlns:a16="http://schemas.microsoft.com/office/drawing/2014/main" id="{ED589E31-4578-3B9A-FC99-B82224E42CEF}"/>
                </a:ext>
              </a:extLst>
            </p:cNvPr>
            <p:cNvSpPr txBox="1">
              <a:spLocks/>
            </p:cNvSpPr>
            <p:nvPr/>
          </p:nvSpPr>
          <p:spPr>
            <a:xfrm>
              <a:off x="6298707" y="1294659"/>
              <a:ext cx="3474391" cy="2324622"/>
            </a:xfrm>
            <a:prstGeom prst="rect">
              <a:avLst/>
            </a:prstGeom>
            <a:solidFill>
              <a:schemeClr val="accent6"/>
            </a:solidFill>
          </p:spPr>
          <p:txBody>
            <a:bodyPr vert="horz" lIns="144000" tIns="144000" rIns="144000" bIns="144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latin typeface="Source Sans Pro" panose="020B0503030403020204" pitchFamily="34" charset="0"/>
                <a:ea typeface="Source Sans Pro" panose="020B0503030403020204" pitchFamily="34" charset="0"/>
              </a:endParaRPr>
            </a:p>
          </p:txBody>
        </p:sp>
        <p:sp>
          <p:nvSpPr>
            <p:cNvPr id="7" name="Inhaltsplatzhalter 2">
              <a:extLst>
                <a:ext uri="{FF2B5EF4-FFF2-40B4-BE49-F238E27FC236}">
                  <a16:creationId xmlns:a16="http://schemas.microsoft.com/office/drawing/2014/main" id="{33DAF40B-F1B9-2518-4254-B7CD44126236}"/>
                </a:ext>
              </a:extLst>
            </p:cNvPr>
            <p:cNvSpPr txBox="1">
              <a:spLocks/>
            </p:cNvSpPr>
            <p:nvPr/>
          </p:nvSpPr>
          <p:spPr>
            <a:xfrm>
              <a:off x="1323501" y="1311450"/>
              <a:ext cx="3476025" cy="2344625"/>
            </a:xfrm>
            <a:prstGeom prst="rect">
              <a:avLst/>
            </a:prstGeom>
            <a:solidFill>
              <a:schemeClr val="accent6"/>
            </a:solidFill>
          </p:spPr>
          <p:txBody>
            <a:bodyPr vert="horz" lIns="144000" tIns="144000" rIns="144000" bIns="144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latin typeface="Source Sans Pro" panose="020B0503030403020204" pitchFamily="34" charset="0"/>
                <a:ea typeface="Source Sans Pro" panose="020B0503030403020204" pitchFamily="34" charset="0"/>
              </a:endParaRPr>
            </a:p>
          </p:txBody>
        </p:sp>
        <p:sp>
          <p:nvSpPr>
            <p:cNvPr id="8" name="Inhaltsplatzhalter 2">
              <a:extLst>
                <a:ext uri="{FF2B5EF4-FFF2-40B4-BE49-F238E27FC236}">
                  <a16:creationId xmlns:a16="http://schemas.microsoft.com/office/drawing/2014/main" id="{288DB085-8E5E-1043-7ED1-C0B14C44E26A}"/>
                </a:ext>
              </a:extLst>
            </p:cNvPr>
            <p:cNvSpPr txBox="1">
              <a:spLocks/>
            </p:cNvSpPr>
            <p:nvPr/>
          </p:nvSpPr>
          <p:spPr>
            <a:xfrm>
              <a:off x="6298707" y="3712420"/>
              <a:ext cx="3467555" cy="2351003"/>
            </a:xfrm>
            <a:prstGeom prst="rect">
              <a:avLst/>
            </a:prstGeom>
            <a:solidFill>
              <a:schemeClr val="accent6"/>
            </a:solidFill>
          </p:spPr>
          <p:txBody>
            <a:bodyPr vert="horz" lIns="144000" tIns="144000" rIns="144000" bIns="144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latin typeface="Source Sans Pro" panose="020B0503030403020204" pitchFamily="34" charset="0"/>
                <a:ea typeface="Source Sans Pro" panose="020B0503030403020204" pitchFamily="34" charset="0"/>
              </a:endParaRPr>
            </a:p>
          </p:txBody>
        </p:sp>
        <p:sp>
          <p:nvSpPr>
            <p:cNvPr id="9" name="Inhaltsplatzhalter 2">
              <a:extLst>
                <a:ext uri="{FF2B5EF4-FFF2-40B4-BE49-F238E27FC236}">
                  <a16:creationId xmlns:a16="http://schemas.microsoft.com/office/drawing/2014/main" id="{EE03F3C0-B2D1-6BBD-33EC-A05FE8A184C1}"/>
                </a:ext>
              </a:extLst>
            </p:cNvPr>
            <p:cNvSpPr txBox="1">
              <a:spLocks/>
            </p:cNvSpPr>
            <p:nvPr/>
          </p:nvSpPr>
          <p:spPr>
            <a:xfrm>
              <a:off x="1330337" y="3761877"/>
              <a:ext cx="3469190" cy="2333226"/>
            </a:xfrm>
            <a:prstGeom prst="rect">
              <a:avLst/>
            </a:prstGeom>
            <a:solidFill>
              <a:schemeClr val="accent6"/>
            </a:solidFill>
          </p:spPr>
          <p:txBody>
            <a:bodyPr vert="horz" lIns="144000" tIns="144000" rIns="144000" bIns="144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latin typeface="Source Sans Pro" panose="020B0503030403020204" pitchFamily="34" charset="0"/>
                <a:ea typeface="Source Sans Pro" panose="020B0503030403020204" pitchFamily="34" charset="0"/>
              </a:endParaRPr>
            </a:p>
          </p:txBody>
        </p:sp>
      </p:grpSp>
      <p:sp>
        <p:nvSpPr>
          <p:cNvPr id="12" name="Inhaltsplatzhalter 2">
            <a:extLst>
              <a:ext uri="{FF2B5EF4-FFF2-40B4-BE49-F238E27FC236}">
                <a16:creationId xmlns:a16="http://schemas.microsoft.com/office/drawing/2014/main" id="{32653604-7F0B-7F1B-49A0-FAEBBFC1AD8C}"/>
              </a:ext>
            </a:extLst>
          </p:cNvPr>
          <p:cNvSpPr txBox="1">
            <a:spLocks/>
          </p:cNvSpPr>
          <p:nvPr userDrawn="1"/>
        </p:nvSpPr>
        <p:spPr>
          <a:xfrm>
            <a:off x="4287911" y="2452530"/>
            <a:ext cx="2779008" cy="2112139"/>
          </a:xfrm>
          <a:prstGeom prst="rect">
            <a:avLst/>
          </a:prstGeom>
          <a:solidFill>
            <a:schemeClr val="accent5"/>
          </a:solidFill>
        </p:spPr>
        <p:txBody>
          <a:bodyPr vert="horz" lIns="144000" tIns="144000" rIns="144000" bIns="14400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solidFill>
                <a:schemeClr val="bg1"/>
              </a:solidFill>
              <a:latin typeface="Source Sans Pro" panose="020B0503030403020204" pitchFamily="34" charset="0"/>
              <a:ea typeface="Source Sans Pro" panose="020B0503030403020204" pitchFamily="34" charset="0"/>
            </a:endParaRPr>
          </a:p>
        </p:txBody>
      </p:sp>
      <p:sp>
        <p:nvSpPr>
          <p:cNvPr id="2" name="Textplatzhalter 2">
            <a:extLst>
              <a:ext uri="{FF2B5EF4-FFF2-40B4-BE49-F238E27FC236}">
                <a16:creationId xmlns:a16="http://schemas.microsoft.com/office/drawing/2014/main" id="{C94B40CC-788D-9326-74E2-18E4DFA14C79}"/>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5" name="Textplatzhalter 12">
            <a:extLst>
              <a:ext uri="{FF2B5EF4-FFF2-40B4-BE49-F238E27FC236}">
                <a16:creationId xmlns:a16="http://schemas.microsoft.com/office/drawing/2014/main" id="{A0CB851A-C295-6A1A-ABF2-C09E65AAB729}"/>
              </a:ext>
            </a:extLst>
          </p:cNvPr>
          <p:cNvSpPr>
            <a:spLocks noGrp="1"/>
          </p:cNvSpPr>
          <p:nvPr>
            <p:ph type="body" sz="quarter" idx="12" hasCustomPrompt="1"/>
          </p:nvPr>
        </p:nvSpPr>
        <p:spPr>
          <a:xfrm>
            <a:off x="1464128" y="1032220"/>
            <a:ext cx="3456964" cy="2408408"/>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0" name="Textplatzhalter 12">
            <a:extLst>
              <a:ext uri="{FF2B5EF4-FFF2-40B4-BE49-F238E27FC236}">
                <a16:creationId xmlns:a16="http://schemas.microsoft.com/office/drawing/2014/main" id="{53F307B5-7C22-BD5C-673A-CFA07671B5FC}"/>
              </a:ext>
            </a:extLst>
          </p:cNvPr>
          <p:cNvSpPr>
            <a:spLocks noGrp="1"/>
          </p:cNvSpPr>
          <p:nvPr>
            <p:ph type="body" sz="quarter" idx="13" hasCustomPrompt="1"/>
          </p:nvPr>
        </p:nvSpPr>
        <p:spPr>
          <a:xfrm>
            <a:off x="6419698" y="1003124"/>
            <a:ext cx="3456968" cy="2408408"/>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err="1"/>
              <a:t>Lorem</a:t>
            </a:r>
            <a:r>
              <a:rPr lang="de-DE" b="1"/>
              <a:t> Ipsum</a:t>
            </a:r>
            <a:endParaRPr lang="de-DE"/>
          </a:p>
          <a:p>
            <a:pPr lvl="0"/>
            <a:r>
              <a:rPr lang="de-DE"/>
              <a:t>Schrift: Source Sans Pro Regular, Schriftgröße: 17 – 32 </a:t>
            </a:r>
            <a:r>
              <a:rPr lang="de-DE" err="1"/>
              <a:t>pt</a:t>
            </a:r>
            <a:r>
              <a:rPr lang="de-DE"/>
              <a:t>.</a:t>
            </a:r>
          </a:p>
        </p:txBody>
      </p:sp>
      <p:sp>
        <p:nvSpPr>
          <p:cNvPr id="11" name="Textplatzhalter 12">
            <a:extLst>
              <a:ext uri="{FF2B5EF4-FFF2-40B4-BE49-F238E27FC236}">
                <a16:creationId xmlns:a16="http://schemas.microsoft.com/office/drawing/2014/main" id="{DDBE40F7-D996-20E1-9D9D-B0AC0DFB0565}"/>
              </a:ext>
            </a:extLst>
          </p:cNvPr>
          <p:cNvSpPr>
            <a:spLocks noGrp="1"/>
          </p:cNvSpPr>
          <p:nvPr>
            <p:ph type="body" sz="quarter" idx="14" hasCustomPrompt="1"/>
          </p:nvPr>
        </p:nvSpPr>
        <p:spPr>
          <a:xfrm>
            <a:off x="1464128" y="3569773"/>
            <a:ext cx="3456968" cy="2408408"/>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err="1"/>
              <a:t>Lorem</a:t>
            </a:r>
            <a:r>
              <a:rPr lang="de-DE" b="1"/>
              <a:t> Ipsum</a:t>
            </a:r>
            <a:endParaRPr lang="de-DE"/>
          </a:p>
          <a:p>
            <a:pPr lvl="0"/>
            <a:r>
              <a:rPr lang="de-DE"/>
              <a:t>Schrift: Source Sans Pro Regular, Schriftgröße: 17 – 32 </a:t>
            </a:r>
            <a:r>
              <a:rPr lang="de-DE" err="1"/>
              <a:t>pt</a:t>
            </a:r>
            <a:r>
              <a:rPr lang="de-DE"/>
              <a:t>.</a:t>
            </a:r>
          </a:p>
        </p:txBody>
      </p:sp>
      <p:sp>
        <p:nvSpPr>
          <p:cNvPr id="13" name="Textplatzhalter 12">
            <a:extLst>
              <a:ext uri="{FF2B5EF4-FFF2-40B4-BE49-F238E27FC236}">
                <a16:creationId xmlns:a16="http://schemas.microsoft.com/office/drawing/2014/main" id="{58FC7FEA-B436-2FDB-0A8D-1C2A3AC1181D}"/>
              </a:ext>
            </a:extLst>
          </p:cNvPr>
          <p:cNvSpPr>
            <a:spLocks noGrp="1"/>
          </p:cNvSpPr>
          <p:nvPr>
            <p:ph type="body" sz="quarter" idx="15" hasCustomPrompt="1"/>
          </p:nvPr>
        </p:nvSpPr>
        <p:spPr>
          <a:xfrm>
            <a:off x="6419696" y="3530157"/>
            <a:ext cx="3456968" cy="2425876"/>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4" name="Textplatzhalter 12">
            <a:extLst>
              <a:ext uri="{FF2B5EF4-FFF2-40B4-BE49-F238E27FC236}">
                <a16:creationId xmlns:a16="http://schemas.microsoft.com/office/drawing/2014/main" id="{DFD8E55E-D27B-8562-66B7-C17653664881}"/>
              </a:ext>
            </a:extLst>
          </p:cNvPr>
          <p:cNvSpPr>
            <a:spLocks noGrp="1"/>
          </p:cNvSpPr>
          <p:nvPr>
            <p:ph type="body" sz="quarter" idx="16" hasCustomPrompt="1"/>
          </p:nvPr>
        </p:nvSpPr>
        <p:spPr>
          <a:xfrm>
            <a:off x="4287909" y="2464580"/>
            <a:ext cx="2764972" cy="2100089"/>
          </a:xfrm>
        </p:spPr>
        <p:txBody>
          <a:bodyPr anchor="ctr">
            <a:normAutofit/>
          </a:bodyPr>
          <a:lstStyle>
            <a:lvl1pPr algn="ctr">
              <a:spcBef>
                <a:spcPts val="200"/>
              </a:spcBef>
              <a:defRPr sz="1700" b="0" i="0">
                <a:solidFill>
                  <a:schemeClr val="bg1"/>
                </a:solidFill>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Tree>
    <p:extLst>
      <p:ext uri="{BB962C8B-B14F-4D97-AF65-F5344CB8AC3E}">
        <p14:creationId xmlns:p14="http://schemas.microsoft.com/office/powerpoint/2010/main" val="290073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esign_V4">
    <p:spTree>
      <p:nvGrpSpPr>
        <p:cNvPr id="1" name=""/>
        <p:cNvGrpSpPr/>
        <p:nvPr/>
      </p:nvGrpSpPr>
      <p:grpSpPr>
        <a:xfrm>
          <a:off x="0" y="0"/>
          <a:ext cx="0" cy="0"/>
          <a:chOff x="0" y="0"/>
          <a:chExt cx="0" cy="0"/>
        </a:xfrm>
      </p:grpSpPr>
      <p:sp>
        <p:nvSpPr>
          <p:cNvPr id="6" name="Fußzeilenplatzhalter 2">
            <a:extLst>
              <a:ext uri="{FF2B5EF4-FFF2-40B4-BE49-F238E27FC236}">
                <a16:creationId xmlns:a16="http://schemas.microsoft.com/office/drawing/2014/main" id="{36F96059-DCCD-6D10-B4A4-4D61ABD56745}"/>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b="0" i="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p>
        </p:txBody>
      </p:sp>
      <p:grpSp>
        <p:nvGrpSpPr>
          <p:cNvPr id="2" name="Gruppieren 1">
            <a:extLst>
              <a:ext uri="{FF2B5EF4-FFF2-40B4-BE49-F238E27FC236}">
                <a16:creationId xmlns:a16="http://schemas.microsoft.com/office/drawing/2014/main" id="{2034F8C0-C43B-AC4F-46B8-06DFF9E6C2B6}"/>
              </a:ext>
            </a:extLst>
          </p:cNvPr>
          <p:cNvGrpSpPr/>
          <p:nvPr userDrawn="1"/>
        </p:nvGrpSpPr>
        <p:grpSpPr>
          <a:xfrm>
            <a:off x="420687" y="990514"/>
            <a:ext cx="11091198" cy="5191920"/>
            <a:chOff x="1179835" y="1306954"/>
            <a:chExt cx="9149558" cy="4990790"/>
          </a:xfrm>
        </p:grpSpPr>
        <p:sp>
          <p:nvSpPr>
            <p:cNvPr id="5" name="Inhaltsplatzhalter 2">
              <a:extLst>
                <a:ext uri="{FF2B5EF4-FFF2-40B4-BE49-F238E27FC236}">
                  <a16:creationId xmlns:a16="http://schemas.microsoft.com/office/drawing/2014/main" id="{551021FA-FA4B-E861-4D15-37492C2B334E}"/>
                </a:ext>
              </a:extLst>
            </p:cNvPr>
            <p:cNvSpPr txBox="1">
              <a:spLocks/>
            </p:cNvSpPr>
            <p:nvPr/>
          </p:nvSpPr>
          <p:spPr>
            <a:xfrm>
              <a:off x="1179835" y="3236227"/>
              <a:ext cx="2979865" cy="1388838"/>
            </a:xfrm>
            <a:prstGeom prst="rect">
              <a:avLst/>
            </a:prstGeom>
            <a:solidFill>
              <a:schemeClr val="accent2"/>
            </a:solidFill>
          </p:spPr>
          <p:txBody>
            <a:bodyPr vert="horz" lIns="144000" tIns="144000" rIns="144000" bIns="14400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latin typeface="Source Sans Pro" panose="020B0503030403020204" pitchFamily="34" charset="0"/>
                <a:ea typeface="Source Sans Pro" panose="020B0503030403020204" pitchFamily="34" charset="0"/>
              </a:endParaRPr>
            </a:p>
          </p:txBody>
        </p:sp>
        <p:sp>
          <p:nvSpPr>
            <p:cNvPr id="12" name="Inhaltsplatzhalter 2">
              <a:extLst>
                <a:ext uri="{FF2B5EF4-FFF2-40B4-BE49-F238E27FC236}">
                  <a16:creationId xmlns:a16="http://schemas.microsoft.com/office/drawing/2014/main" id="{16741524-6926-0A72-0696-7C782B8787E8}"/>
                </a:ext>
              </a:extLst>
            </p:cNvPr>
            <p:cNvSpPr txBox="1">
              <a:spLocks/>
            </p:cNvSpPr>
            <p:nvPr/>
          </p:nvSpPr>
          <p:spPr>
            <a:xfrm>
              <a:off x="7351951" y="3267241"/>
              <a:ext cx="2977442" cy="1357822"/>
            </a:xfrm>
            <a:prstGeom prst="rect">
              <a:avLst/>
            </a:prstGeom>
            <a:solidFill>
              <a:schemeClr val="accent2"/>
            </a:solidFill>
          </p:spPr>
          <p:txBody>
            <a:bodyPr vert="horz" lIns="144000" tIns="144000" rIns="144000" bIns="14400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latin typeface="Source Sans Pro" panose="020B0503030403020204" pitchFamily="34" charset="0"/>
                <a:ea typeface="Source Sans Pro" panose="020B0503030403020204" pitchFamily="34" charset="0"/>
              </a:endParaRPr>
            </a:p>
          </p:txBody>
        </p:sp>
        <p:cxnSp>
          <p:nvCxnSpPr>
            <p:cNvPr id="13" name="Verbinder: gewinkelt 7">
              <a:extLst>
                <a:ext uri="{FF2B5EF4-FFF2-40B4-BE49-F238E27FC236}">
                  <a16:creationId xmlns:a16="http://schemas.microsoft.com/office/drawing/2014/main" id="{42345FC4-D786-3F4F-E30D-DE67C5D7E149}"/>
                </a:ext>
              </a:extLst>
            </p:cNvPr>
            <p:cNvCxnSpPr>
              <a:cxnSpLocks/>
              <a:stCxn id="16" idx="3"/>
              <a:endCxn id="12" idx="1"/>
            </p:cNvCxnSpPr>
            <p:nvPr/>
          </p:nvCxnSpPr>
          <p:spPr>
            <a:xfrm>
              <a:off x="7239066" y="3816973"/>
              <a:ext cx="112885" cy="129180"/>
            </a:xfrm>
            <a:prstGeom prst="bentConnector3">
              <a:avLst>
                <a:gd name="adj1" fmla="val 50000"/>
              </a:avLst>
            </a:prstGeom>
            <a:ln w="38100">
              <a:solidFill>
                <a:schemeClr val="accent1"/>
              </a:solidFill>
              <a:headEnd type="none" w="lg" len="sm"/>
              <a:tailEnd type="none" w="lg" len="sm"/>
            </a:ln>
          </p:spPr>
          <p:style>
            <a:lnRef idx="1">
              <a:schemeClr val="accent1"/>
            </a:lnRef>
            <a:fillRef idx="0">
              <a:schemeClr val="accent1"/>
            </a:fillRef>
            <a:effectRef idx="0">
              <a:schemeClr val="accent1"/>
            </a:effectRef>
            <a:fontRef idx="minor">
              <a:schemeClr val="tx1"/>
            </a:fontRef>
          </p:style>
        </p:cxnSp>
        <p:sp>
          <p:nvSpPr>
            <p:cNvPr id="14" name="Inhaltsplatzhalter 2">
              <a:extLst>
                <a:ext uri="{FF2B5EF4-FFF2-40B4-BE49-F238E27FC236}">
                  <a16:creationId xmlns:a16="http://schemas.microsoft.com/office/drawing/2014/main" id="{8BB8FD81-652F-FD2B-597E-1D6EED5AFD89}"/>
                </a:ext>
              </a:extLst>
            </p:cNvPr>
            <p:cNvSpPr txBox="1">
              <a:spLocks/>
            </p:cNvSpPr>
            <p:nvPr/>
          </p:nvSpPr>
          <p:spPr>
            <a:xfrm>
              <a:off x="4258375" y="1306954"/>
              <a:ext cx="2983674" cy="1341346"/>
            </a:xfrm>
            <a:prstGeom prst="rect">
              <a:avLst/>
            </a:prstGeom>
            <a:solidFill>
              <a:schemeClr val="accent2"/>
            </a:solidFill>
          </p:spPr>
          <p:txBody>
            <a:bodyPr vert="horz" lIns="144000" tIns="144000" rIns="144000" bIns="14400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latin typeface="Source Sans Pro" panose="020B0503030403020204" pitchFamily="34" charset="0"/>
                <a:ea typeface="Source Sans Pro" panose="020B0503030403020204" pitchFamily="34" charset="0"/>
              </a:endParaRPr>
            </a:p>
          </p:txBody>
        </p:sp>
        <p:sp>
          <p:nvSpPr>
            <p:cNvPr id="15" name="Inhaltsplatzhalter 2">
              <a:extLst>
                <a:ext uri="{FF2B5EF4-FFF2-40B4-BE49-F238E27FC236}">
                  <a16:creationId xmlns:a16="http://schemas.microsoft.com/office/drawing/2014/main" id="{B44439FB-90BD-42DC-6C25-36D472D9C2EA}"/>
                </a:ext>
              </a:extLst>
            </p:cNvPr>
            <p:cNvSpPr txBox="1">
              <a:spLocks/>
            </p:cNvSpPr>
            <p:nvPr/>
          </p:nvSpPr>
          <p:spPr>
            <a:xfrm>
              <a:off x="4261027" y="4953437"/>
              <a:ext cx="2973043" cy="1344307"/>
            </a:xfrm>
            <a:prstGeom prst="rect">
              <a:avLst/>
            </a:prstGeom>
            <a:solidFill>
              <a:schemeClr val="accent2"/>
            </a:solidFill>
          </p:spPr>
          <p:txBody>
            <a:bodyPr vert="horz" lIns="144000" tIns="144000" rIns="144000" bIns="14400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latin typeface="Source Sans Pro" panose="020B0503030403020204" pitchFamily="34" charset="0"/>
                <a:ea typeface="Source Sans Pro" panose="020B0503030403020204" pitchFamily="34" charset="0"/>
              </a:endParaRPr>
            </a:p>
          </p:txBody>
        </p:sp>
        <p:sp>
          <p:nvSpPr>
            <p:cNvPr id="16" name="Inhaltsplatzhalter 2">
              <a:extLst>
                <a:ext uri="{FF2B5EF4-FFF2-40B4-BE49-F238E27FC236}">
                  <a16:creationId xmlns:a16="http://schemas.microsoft.com/office/drawing/2014/main" id="{4C6EE5EB-8BAA-E09E-5DAB-2E8677F0EFF1}"/>
                </a:ext>
              </a:extLst>
            </p:cNvPr>
            <p:cNvSpPr txBox="1">
              <a:spLocks/>
            </p:cNvSpPr>
            <p:nvPr/>
          </p:nvSpPr>
          <p:spPr>
            <a:xfrm>
              <a:off x="4266023" y="2817035"/>
              <a:ext cx="2973043" cy="1999874"/>
            </a:xfrm>
            <a:prstGeom prst="rect">
              <a:avLst/>
            </a:prstGeom>
            <a:solidFill>
              <a:schemeClr val="accent1"/>
            </a:solidFill>
          </p:spPr>
          <p:txBody>
            <a:bodyPr vert="horz" lIns="144000" tIns="144000" rIns="144000" bIns="14400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solidFill>
                  <a:schemeClr val="tx1"/>
                </a:solidFill>
                <a:latin typeface="Source Sans Pro" panose="020B0503030403020204" pitchFamily="34" charset="0"/>
                <a:ea typeface="Source Sans Pro" panose="020B0503030403020204" pitchFamily="34" charset="0"/>
              </a:endParaRPr>
            </a:p>
          </p:txBody>
        </p:sp>
        <p:cxnSp>
          <p:nvCxnSpPr>
            <p:cNvPr id="17" name="Verbinder: gewinkelt 7">
              <a:extLst>
                <a:ext uri="{FF2B5EF4-FFF2-40B4-BE49-F238E27FC236}">
                  <a16:creationId xmlns:a16="http://schemas.microsoft.com/office/drawing/2014/main" id="{EF7A7D2B-75D5-4D93-97DD-B7A49E8DE249}"/>
                </a:ext>
              </a:extLst>
            </p:cNvPr>
            <p:cNvCxnSpPr>
              <a:cxnSpLocks/>
              <a:stCxn id="5" idx="3"/>
              <a:endCxn id="16" idx="1"/>
            </p:cNvCxnSpPr>
            <p:nvPr/>
          </p:nvCxnSpPr>
          <p:spPr>
            <a:xfrm flipV="1">
              <a:off x="4159700" y="3816973"/>
              <a:ext cx="106323" cy="113673"/>
            </a:xfrm>
            <a:prstGeom prst="bentConnector3">
              <a:avLst>
                <a:gd name="adj1" fmla="val 50000"/>
              </a:avLst>
            </a:prstGeom>
            <a:ln w="38100">
              <a:solidFill>
                <a:schemeClr val="accent1"/>
              </a:solidFill>
              <a:headEnd type="none" w="lg" len="sm"/>
              <a:tailEnd type="none" w="lg" len="sm"/>
            </a:ln>
          </p:spPr>
          <p:style>
            <a:lnRef idx="1">
              <a:schemeClr val="accent1"/>
            </a:lnRef>
            <a:fillRef idx="0">
              <a:schemeClr val="accent1"/>
            </a:fillRef>
            <a:effectRef idx="0">
              <a:schemeClr val="accent1"/>
            </a:effectRef>
            <a:fontRef idx="minor">
              <a:schemeClr val="tx1"/>
            </a:fontRef>
          </p:style>
        </p:cxnSp>
        <p:cxnSp>
          <p:nvCxnSpPr>
            <p:cNvPr id="18" name="Verbinder: gewinkelt 7">
              <a:extLst>
                <a:ext uri="{FF2B5EF4-FFF2-40B4-BE49-F238E27FC236}">
                  <a16:creationId xmlns:a16="http://schemas.microsoft.com/office/drawing/2014/main" id="{94653855-6A81-7080-75CA-831AE8F782D5}"/>
                </a:ext>
              </a:extLst>
            </p:cNvPr>
            <p:cNvCxnSpPr>
              <a:cxnSpLocks/>
              <a:stCxn id="14" idx="2"/>
              <a:endCxn id="16" idx="0"/>
            </p:cNvCxnSpPr>
            <p:nvPr/>
          </p:nvCxnSpPr>
          <p:spPr>
            <a:xfrm rot="16200000" flipH="1">
              <a:off x="5667011" y="2731501"/>
              <a:ext cx="168735" cy="2332"/>
            </a:xfrm>
            <a:prstGeom prst="bentConnector3">
              <a:avLst>
                <a:gd name="adj1" fmla="val 50000"/>
              </a:avLst>
            </a:prstGeom>
            <a:ln w="38100">
              <a:solidFill>
                <a:schemeClr val="accent1"/>
              </a:solidFill>
              <a:headEnd type="none" w="lg" len="sm"/>
              <a:tailEnd type="none" w="lg" len="sm"/>
            </a:ln>
          </p:spPr>
          <p:style>
            <a:lnRef idx="1">
              <a:schemeClr val="accent1"/>
            </a:lnRef>
            <a:fillRef idx="0">
              <a:schemeClr val="accent1"/>
            </a:fillRef>
            <a:effectRef idx="0">
              <a:schemeClr val="accent1"/>
            </a:effectRef>
            <a:fontRef idx="minor">
              <a:schemeClr val="tx1"/>
            </a:fontRef>
          </p:style>
        </p:cxnSp>
      </p:grpSp>
      <p:sp>
        <p:nvSpPr>
          <p:cNvPr id="3" name="Textplatzhalter 2">
            <a:extLst>
              <a:ext uri="{FF2B5EF4-FFF2-40B4-BE49-F238E27FC236}">
                <a16:creationId xmlns:a16="http://schemas.microsoft.com/office/drawing/2014/main" id="{9A908E8D-1D32-8D9D-D962-8924433ED50B}"/>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8" name="Textplatzhalter 12">
            <a:extLst>
              <a:ext uri="{FF2B5EF4-FFF2-40B4-BE49-F238E27FC236}">
                <a16:creationId xmlns:a16="http://schemas.microsoft.com/office/drawing/2014/main" id="{1F78B576-A09B-2512-0663-E20765BBA259}"/>
              </a:ext>
            </a:extLst>
          </p:cNvPr>
          <p:cNvSpPr>
            <a:spLocks noGrp="1"/>
          </p:cNvSpPr>
          <p:nvPr>
            <p:ph type="body" sz="quarter" idx="12" hasCustomPrompt="1"/>
          </p:nvPr>
        </p:nvSpPr>
        <p:spPr>
          <a:xfrm>
            <a:off x="4171756" y="985175"/>
            <a:ext cx="3587944" cy="1385753"/>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9" name="Textplatzhalter 12">
            <a:extLst>
              <a:ext uri="{FF2B5EF4-FFF2-40B4-BE49-F238E27FC236}">
                <a16:creationId xmlns:a16="http://schemas.microsoft.com/office/drawing/2014/main" id="{49A99CDF-8D6E-A41A-9556-63A1CCD189F9}"/>
              </a:ext>
            </a:extLst>
          </p:cNvPr>
          <p:cNvSpPr>
            <a:spLocks noGrp="1"/>
          </p:cNvSpPr>
          <p:nvPr>
            <p:ph type="body" sz="quarter" idx="13" hasCustomPrompt="1"/>
          </p:nvPr>
        </p:nvSpPr>
        <p:spPr>
          <a:xfrm>
            <a:off x="437858" y="3000676"/>
            <a:ext cx="3587944" cy="1441669"/>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0" name="Textplatzhalter 12">
            <a:extLst>
              <a:ext uri="{FF2B5EF4-FFF2-40B4-BE49-F238E27FC236}">
                <a16:creationId xmlns:a16="http://schemas.microsoft.com/office/drawing/2014/main" id="{0DE90762-8C13-9AC7-512C-ADB579B18031}"/>
              </a:ext>
            </a:extLst>
          </p:cNvPr>
          <p:cNvSpPr>
            <a:spLocks noGrp="1"/>
          </p:cNvSpPr>
          <p:nvPr>
            <p:ph type="body" sz="quarter" idx="14" hasCustomPrompt="1"/>
          </p:nvPr>
        </p:nvSpPr>
        <p:spPr>
          <a:xfrm>
            <a:off x="4165407" y="4783953"/>
            <a:ext cx="3587944" cy="1385753"/>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1" name="Textplatzhalter 12">
            <a:extLst>
              <a:ext uri="{FF2B5EF4-FFF2-40B4-BE49-F238E27FC236}">
                <a16:creationId xmlns:a16="http://schemas.microsoft.com/office/drawing/2014/main" id="{C4AACB6D-AC5B-3E3B-C69E-78DDEA48B8BC}"/>
              </a:ext>
            </a:extLst>
          </p:cNvPr>
          <p:cNvSpPr>
            <a:spLocks noGrp="1"/>
          </p:cNvSpPr>
          <p:nvPr>
            <p:ph type="body" sz="quarter" idx="15" hasCustomPrompt="1"/>
          </p:nvPr>
        </p:nvSpPr>
        <p:spPr>
          <a:xfrm>
            <a:off x="7908041" y="3036161"/>
            <a:ext cx="3587944" cy="1385753"/>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9" name="Textplatzhalter 12">
            <a:extLst>
              <a:ext uri="{FF2B5EF4-FFF2-40B4-BE49-F238E27FC236}">
                <a16:creationId xmlns:a16="http://schemas.microsoft.com/office/drawing/2014/main" id="{94D37A7F-E421-60CC-98E3-A08BA25E7277}"/>
              </a:ext>
            </a:extLst>
          </p:cNvPr>
          <p:cNvSpPr>
            <a:spLocks noGrp="1"/>
          </p:cNvSpPr>
          <p:nvPr>
            <p:ph type="body" sz="quarter" idx="16" hasCustomPrompt="1"/>
          </p:nvPr>
        </p:nvSpPr>
        <p:spPr>
          <a:xfrm>
            <a:off x="4165407" y="2561453"/>
            <a:ext cx="3587944" cy="2064489"/>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Tree>
    <p:extLst>
      <p:ext uri="{BB962C8B-B14F-4D97-AF65-F5344CB8AC3E}">
        <p14:creationId xmlns:p14="http://schemas.microsoft.com/office/powerpoint/2010/main" val="35759953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_Box_V1">
    <p:spTree>
      <p:nvGrpSpPr>
        <p:cNvPr id="1" name=""/>
        <p:cNvGrpSpPr/>
        <p:nvPr/>
      </p:nvGrpSpPr>
      <p:grpSpPr>
        <a:xfrm>
          <a:off x="0" y="0"/>
          <a:ext cx="0" cy="0"/>
          <a:chOff x="0" y="0"/>
          <a:chExt cx="0" cy="0"/>
        </a:xfrm>
      </p:grpSpPr>
      <p:sp>
        <p:nvSpPr>
          <p:cNvPr id="3" name="Textplatzhalter 1">
            <a:extLst>
              <a:ext uri="{FF2B5EF4-FFF2-40B4-BE49-F238E27FC236}">
                <a16:creationId xmlns:a16="http://schemas.microsoft.com/office/drawing/2014/main" id="{1B5EA52C-9CDF-1E2A-E2D9-692E377FC596}"/>
              </a:ext>
            </a:extLst>
          </p:cNvPr>
          <p:cNvSpPr>
            <a:spLocks noGrp="1"/>
          </p:cNvSpPr>
          <p:nvPr>
            <p:ph type="body" sz="quarter" idx="13" hasCustomPrompt="1"/>
          </p:nvPr>
        </p:nvSpPr>
        <p:spPr>
          <a:xfrm>
            <a:off x="420689" y="6286500"/>
            <a:ext cx="10456862" cy="278758"/>
          </a:xfrm>
          <a:ln>
            <a:solidFill>
              <a:schemeClr val="bg1">
                <a:lumMod val="85000"/>
              </a:schemeClr>
            </a:solidFill>
          </a:ln>
        </p:spPr>
        <p:txBody>
          <a:bodyPr anchor="b"/>
          <a:lstStyle>
            <a:lvl1pPr marL="0" indent="0">
              <a:buNone/>
              <a:defRPr sz="800">
                <a:latin typeface="Source Sans Pro" panose="020B0503030403020204" pitchFamily="34" charset="0"/>
                <a:ea typeface="Source Sans Pro" panose="020B0503030403020204" pitchFamily="34" charset="0"/>
              </a:defRPr>
            </a:lvl1pPr>
          </a:lstStyle>
          <a:p>
            <a:r>
              <a:rPr lang="de-DE" noProof="0"/>
              <a:t>Fußzeile</a:t>
            </a:r>
          </a:p>
        </p:txBody>
      </p:sp>
      <p:sp>
        <p:nvSpPr>
          <p:cNvPr id="4" name="Textplatzhalter 2">
            <a:extLst>
              <a:ext uri="{FF2B5EF4-FFF2-40B4-BE49-F238E27FC236}">
                <a16:creationId xmlns:a16="http://schemas.microsoft.com/office/drawing/2014/main" id="{C10950AD-54BC-E9AE-FA0D-0DBC6FFE3741}"/>
              </a:ext>
            </a:extLst>
          </p:cNvPr>
          <p:cNvSpPr>
            <a:spLocks noGrp="1"/>
          </p:cNvSpPr>
          <p:nvPr>
            <p:ph type="body" sz="quarter" idx="10" hasCustomPrompt="1"/>
          </p:nvPr>
        </p:nvSpPr>
        <p:spPr>
          <a:xfrm>
            <a:off x="420688" y="1020592"/>
            <a:ext cx="11350311" cy="5113508"/>
          </a:xfrm>
          <a:solidFill>
            <a:schemeClr val="accent6"/>
          </a:solidFill>
        </p:spPr>
        <p:txBody>
          <a:bodyPr lIns="180000" anchor="ctr">
            <a:normAutofit/>
          </a:bodyPr>
          <a:lstStyle>
            <a:lvl1pPr marL="0" indent="0">
              <a:spcBef>
                <a:spcPts val="200"/>
              </a:spcBef>
              <a:buNone/>
              <a:defRPr>
                <a:latin typeface="Source Sans Pro" panose="020B0503030403020204" pitchFamily="34" charset="0"/>
                <a:ea typeface="Source Sans Pro" panose="020B0503030403020204" pitchFamily="34" charset="0"/>
              </a:defRPr>
            </a:lvl1pPr>
          </a:lstStyle>
          <a:p>
            <a:pPr algn="ctr"/>
            <a:r>
              <a:rPr lang="de-DE" noProof="0"/>
              <a:t>Inhalt</a:t>
            </a:r>
          </a:p>
        </p:txBody>
      </p:sp>
      <p:sp>
        <p:nvSpPr>
          <p:cNvPr id="2" name="Textplatzhalter 2">
            <a:extLst>
              <a:ext uri="{FF2B5EF4-FFF2-40B4-BE49-F238E27FC236}">
                <a16:creationId xmlns:a16="http://schemas.microsoft.com/office/drawing/2014/main" id="{51CC6A30-1A7E-593D-464A-6750D41314F0}"/>
              </a:ext>
            </a:extLst>
          </p:cNvPr>
          <p:cNvSpPr>
            <a:spLocks noGrp="1"/>
          </p:cNvSpPr>
          <p:nvPr>
            <p:ph type="body" sz="quarter" idx="14"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3275241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_Box_V2">
    <p:spTree>
      <p:nvGrpSpPr>
        <p:cNvPr id="1" name=""/>
        <p:cNvGrpSpPr/>
        <p:nvPr/>
      </p:nvGrpSpPr>
      <p:grpSpPr>
        <a:xfrm>
          <a:off x="0" y="0"/>
          <a:ext cx="0" cy="0"/>
          <a:chOff x="0" y="0"/>
          <a:chExt cx="0" cy="0"/>
        </a:xfrm>
      </p:grpSpPr>
      <p:sp>
        <p:nvSpPr>
          <p:cNvPr id="3" name="Textplatzhalter 1">
            <a:extLst>
              <a:ext uri="{FF2B5EF4-FFF2-40B4-BE49-F238E27FC236}">
                <a16:creationId xmlns:a16="http://schemas.microsoft.com/office/drawing/2014/main" id="{1B5EA52C-9CDF-1E2A-E2D9-692E377FC596}"/>
              </a:ext>
            </a:extLst>
          </p:cNvPr>
          <p:cNvSpPr>
            <a:spLocks noGrp="1"/>
          </p:cNvSpPr>
          <p:nvPr>
            <p:ph type="body" sz="quarter" idx="13" hasCustomPrompt="1"/>
          </p:nvPr>
        </p:nvSpPr>
        <p:spPr>
          <a:xfrm>
            <a:off x="420689" y="6286500"/>
            <a:ext cx="10456862" cy="278758"/>
          </a:xfrm>
          <a:ln>
            <a:solidFill>
              <a:schemeClr val="bg1">
                <a:lumMod val="85000"/>
              </a:schemeClr>
            </a:solidFill>
          </a:ln>
        </p:spPr>
        <p:txBody>
          <a:bodyPr anchor="b"/>
          <a:lstStyle>
            <a:lvl1pPr marL="0" indent="0">
              <a:buNone/>
              <a:defRPr sz="800">
                <a:latin typeface="Source Sans Pro" panose="020B0503030403020204" pitchFamily="34" charset="0"/>
                <a:ea typeface="Source Sans Pro" panose="020B0503030403020204" pitchFamily="34" charset="0"/>
              </a:defRPr>
            </a:lvl1pPr>
          </a:lstStyle>
          <a:p>
            <a:r>
              <a:rPr lang="de-DE"/>
              <a:t>Fußzeile</a:t>
            </a:r>
          </a:p>
        </p:txBody>
      </p:sp>
      <p:sp>
        <p:nvSpPr>
          <p:cNvPr id="2" name="Textplatzhalter 2">
            <a:extLst>
              <a:ext uri="{FF2B5EF4-FFF2-40B4-BE49-F238E27FC236}">
                <a16:creationId xmlns:a16="http://schemas.microsoft.com/office/drawing/2014/main" id="{6F415AC6-5200-0480-79AF-8AB86D2B11C1}"/>
              </a:ext>
            </a:extLst>
          </p:cNvPr>
          <p:cNvSpPr>
            <a:spLocks noGrp="1"/>
          </p:cNvSpPr>
          <p:nvPr>
            <p:ph type="body" sz="quarter" idx="10" hasCustomPrompt="1"/>
          </p:nvPr>
        </p:nvSpPr>
        <p:spPr>
          <a:xfrm>
            <a:off x="421002" y="1020592"/>
            <a:ext cx="5504953" cy="5113508"/>
          </a:xfrm>
          <a:solidFill>
            <a:schemeClr val="accent6"/>
          </a:solidFill>
        </p:spPr>
        <p:txBody>
          <a:bodyPr lIns="180000" anchor="ctr">
            <a:normAutofit/>
          </a:bodyPr>
          <a:lstStyle>
            <a:lvl1pPr marL="0" indent="0">
              <a:spcBef>
                <a:spcPts val="200"/>
              </a:spcBef>
              <a:buNone/>
              <a:defRPr>
                <a:latin typeface="Source Sans Pro" panose="020B0503030403020204" pitchFamily="34" charset="0"/>
                <a:ea typeface="Source Sans Pro" panose="020B0503030403020204" pitchFamily="34" charset="0"/>
              </a:defRPr>
            </a:lvl1pPr>
          </a:lstStyle>
          <a:p>
            <a:pPr algn="ctr"/>
            <a:r>
              <a:rPr lang="de-DE" noProof="0"/>
              <a:t>Inhalt</a:t>
            </a:r>
          </a:p>
        </p:txBody>
      </p:sp>
      <p:sp>
        <p:nvSpPr>
          <p:cNvPr id="5" name="Textplatzhalter 4">
            <a:extLst>
              <a:ext uri="{FF2B5EF4-FFF2-40B4-BE49-F238E27FC236}">
                <a16:creationId xmlns:a16="http://schemas.microsoft.com/office/drawing/2014/main" id="{9ADC859E-3082-9578-C640-1D12CEFC48B4}"/>
              </a:ext>
            </a:extLst>
          </p:cNvPr>
          <p:cNvSpPr>
            <a:spLocks noGrp="1"/>
          </p:cNvSpPr>
          <p:nvPr>
            <p:ph type="body" sz="quarter" idx="14" hasCustomPrompt="1"/>
          </p:nvPr>
        </p:nvSpPr>
        <p:spPr>
          <a:xfrm>
            <a:off x="6266045" y="1020592"/>
            <a:ext cx="5504953" cy="5113508"/>
          </a:xfrm>
          <a:solidFill>
            <a:schemeClr val="accent6"/>
          </a:solidFill>
        </p:spPr>
        <p:txBody>
          <a:bodyPr lIns="180000" anchor="ctr">
            <a:normAutofit/>
          </a:bodyPr>
          <a:lstStyle>
            <a:lvl1pPr marL="0" indent="0">
              <a:spcBef>
                <a:spcPts val="200"/>
              </a:spcBef>
              <a:buNone/>
              <a:defRPr>
                <a:latin typeface="Source Sans Pro" panose="020B0503030403020204" pitchFamily="34" charset="0"/>
                <a:ea typeface="Source Sans Pro" panose="020B0503030403020204" pitchFamily="34" charset="0"/>
              </a:defRPr>
            </a:lvl1pPr>
          </a:lstStyle>
          <a:p>
            <a:pPr algn="ctr"/>
            <a:r>
              <a:rPr lang="de-DE" noProof="0"/>
              <a:t>Inhalt</a:t>
            </a:r>
          </a:p>
        </p:txBody>
      </p:sp>
      <p:sp>
        <p:nvSpPr>
          <p:cNvPr id="4" name="Textplatzhalter 2">
            <a:extLst>
              <a:ext uri="{FF2B5EF4-FFF2-40B4-BE49-F238E27FC236}">
                <a16:creationId xmlns:a16="http://schemas.microsoft.com/office/drawing/2014/main" id="{FE35FEE7-E5AC-05E3-C53C-4767C4D46A9C}"/>
              </a:ext>
            </a:extLst>
          </p:cNvPr>
          <p:cNvSpPr>
            <a:spLocks noGrp="1"/>
          </p:cNvSpPr>
          <p:nvPr>
            <p:ph type="body" sz="quarter" idx="15"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13270051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ext_Balken_V2">
    <p:spTree>
      <p:nvGrpSpPr>
        <p:cNvPr id="1" name=""/>
        <p:cNvGrpSpPr/>
        <p:nvPr/>
      </p:nvGrpSpPr>
      <p:grpSpPr>
        <a:xfrm>
          <a:off x="0" y="0"/>
          <a:ext cx="0" cy="0"/>
          <a:chOff x="0" y="0"/>
          <a:chExt cx="0" cy="0"/>
        </a:xfrm>
      </p:grpSpPr>
      <p:sp>
        <p:nvSpPr>
          <p:cNvPr id="21" name="Titel 5">
            <a:extLst>
              <a:ext uri="{FF2B5EF4-FFF2-40B4-BE49-F238E27FC236}">
                <a16:creationId xmlns:a16="http://schemas.microsoft.com/office/drawing/2014/main" id="{795C60EC-EFCA-8D5B-EDD8-C5A9FF072305}"/>
              </a:ext>
            </a:extLst>
          </p:cNvPr>
          <p:cNvSpPr txBox="1">
            <a:spLocks/>
          </p:cNvSpPr>
          <p:nvPr userDrawn="1"/>
        </p:nvSpPr>
        <p:spPr>
          <a:xfrm>
            <a:off x="420790" y="337550"/>
            <a:ext cx="11350209" cy="388800"/>
          </a:xfrm>
          <a:prstGeom prst="rect">
            <a:avLst/>
          </a:prstGeom>
          <a:noFill/>
          <a:ln>
            <a:noFill/>
          </a:ln>
        </p:spPr>
        <p:txBody>
          <a:bodyPr lIns="0" tIns="0" rIns="0" bIns="0" anchor="ctr"/>
          <a:lstStyle>
            <a:lvl1pPr algn="l" defTabSz="914400" rtl="0" eaLnBrk="1" latinLnBrk="0" hangingPunct="1">
              <a:lnSpc>
                <a:spcPct val="90000"/>
              </a:lnSpc>
              <a:spcBef>
                <a:spcPct val="0"/>
              </a:spcBef>
              <a:buNone/>
              <a:defRPr lang="de-DE" sz="3000" kern="1200" cap="all" spc="-20" baseline="0" smtClean="0">
                <a:solidFill>
                  <a:schemeClr val="tx1"/>
                </a:solidFill>
                <a:latin typeface="Source Sans Pro Bold" panose="020B0703030503020204" pitchFamily="34" charset="0"/>
                <a:ea typeface="+mj-ea"/>
                <a:cs typeface="+mj-cs"/>
              </a:defRPr>
            </a:lvl1pPr>
          </a:lstStyle>
          <a:p>
            <a:pPr marL="0" marR="0" indent="0" algn="l" defTabSz="914400" rtl="0" eaLnBrk="1" fontAlgn="auto" latinLnBrk="0" hangingPunct="1">
              <a:lnSpc>
                <a:spcPct val="100000"/>
              </a:lnSpc>
              <a:spcBef>
                <a:spcPct val="0"/>
              </a:spcBef>
              <a:spcAft>
                <a:spcPts val="0"/>
              </a:spcAft>
              <a:buClrTx/>
              <a:buSzTx/>
              <a:buFontTx/>
              <a:buNone/>
              <a:tabLst/>
              <a:defRPr/>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j-ea"/>
                <a:cs typeface="+mj-cs"/>
              </a:rPr>
              <a:t>Schriftfarbe in Kombination mit Hintergrundfarbe</a:t>
            </a:r>
            <a:endParaRPr lang="de-DE" sz="1400">
              <a:solidFill>
                <a:srgbClr val="E62D41"/>
              </a:solidFill>
            </a:endParaRPr>
          </a:p>
        </p:txBody>
      </p:sp>
      <p:sp>
        <p:nvSpPr>
          <p:cNvPr id="2" name="Freihandform 1">
            <a:extLst>
              <a:ext uri="{FF2B5EF4-FFF2-40B4-BE49-F238E27FC236}">
                <a16:creationId xmlns:a16="http://schemas.microsoft.com/office/drawing/2014/main" id="{F934E13F-EB6A-87B4-08F8-2CEF2550B200}"/>
              </a:ext>
            </a:extLst>
          </p:cNvPr>
          <p:cNvSpPr/>
          <p:nvPr userDrawn="1"/>
        </p:nvSpPr>
        <p:spPr>
          <a:xfrm>
            <a:off x="420688" y="744256"/>
            <a:ext cx="11215630" cy="849637"/>
          </a:xfrm>
          <a:custGeom>
            <a:avLst/>
            <a:gdLst>
              <a:gd name="connsiteX0" fmla="*/ 0 w 10103944"/>
              <a:gd name="connsiteY0" fmla="*/ 0 h 475722"/>
              <a:gd name="connsiteX1" fmla="*/ 10103944 w 10103944"/>
              <a:gd name="connsiteY1" fmla="*/ 0 h 475722"/>
              <a:gd name="connsiteX2" fmla="*/ 10103944 w 10103944"/>
              <a:gd name="connsiteY2" fmla="*/ 475722 h 475722"/>
              <a:gd name="connsiteX3" fmla="*/ 0 w 10103944"/>
              <a:gd name="connsiteY3" fmla="*/ 475722 h 475722"/>
              <a:gd name="connsiteX4" fmla="*/ 0 w 10103944"/>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3944" h="475722">
                <a:moveTo>
                  <a:pt x="0" y="0"/>
                </a:moveTo>
                <a:lnTo>
                  <a:pt x="10103944" y="0"/>
                </a:lnTo>
                <a:lnTo>
                  <a:pt x="10103944" y="475722"/>
                </a:lnTo>
                <a:lnTo>
                  <a:pt x="0" y="475722"/>
                </a:lnTo>
                <a:lnTo>
                  <a:pt x="0" y="0"/>
                </a:lnTo>
                <a:close/>
              </a:path>
            </a:pathLst>
          </a:custGeom>
          <a:solidFill>
            <a:schemeClr val="accent3"/>
          </a:solidFill>
          <a:ln>
            <a:no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77605" tIns="58420" rIns="58420" bIns="58420" numCol="1" spcCol="1270" anchor="ctr" anchorCtr="0">
            <a:noAutofit/>
          </a:bodyPr>
          <a:lstStyle/>
          <a:p>
            <a:pPr>
              <a:lnSpc>
                <a:spcPct val="120000"/>
              </a:lnSpc>
              <a:spcBef>
                <a:spcPts val="200"/>
              </a:spcBef>
            </a:pPr>
            <a:r>
              <a:rPr lang="de-DE" sz="1700" b="1" cap="all" err="1">
                <a:solidFill>
                  <a:schemeClr val="tx2"/>
                </a:solidFill>
                <a:latin typeface="Source Sans Pro" panose="020B0503030403020204" pitchFamily="34" charset="0"/>
                <a:ea typeface="Source Sans Pro" panose="020B0503030403020204" pitchFamily="34" charset="0"/>
              </a:rPr>
              <a:t>Ea</a:t>
            </a:r>
            <a:r>
              <a:rPr lang="de-DE" sz="1700" b="1" cap="all">
                <a:solidFill>
                  <a:schemeClr val="tx2"/>
                </a:solidFill>
                <a:latin typeface="Source Sans Pro" panose="020B0503030403020204" pitchFamily="34" charset="0"/>
                <a:ea typeface="Source Sans Pro" panose="020B0503030403020204" pitchFamily="34" charset="0"/>
              </a:rPr>
              <a:t> tempo </a:t>
            </a:r>
            <a:r>
              <a:rPr lang="de-DE" sz="1700" b="1" cap="all" err="1">
                <a:solidFill>
                  <a:schemeClr val="tx2"/>
                </a:solidFill>
                <a:latin typeface="Source Sans Pro" panose="020B0503030403020204" pitchFamily="34" charset="0"/>
                <a:ea typeface="Source Sans Pro" panose="020B0503030403020204" pitchFamily="34" charset="0"/>
              </a:rPr>
              <a:t>porit</a:t>
            </a:r>
            <a:r>
              <a:rPr lang="de-DE" sz="1700" b="1" cap="all">
                <a:solidFill>
                  <a:schemeClr val="tx2"/>
                </a:solidFill>
                <a:latin typeface="Source Sans Pro" panose="020B0503030403020204" pitchFamily="34" charset="0"/>
                <a:ea typeface="Source Sans Pro" panose="020B0503030403020204" pitchFamily="34" charset="0"/>
              </a:rPr>
              <a:t> </a:t>
            </a:r>
            <a:br>
              <a:rPr lang="de-DE" sz="1700">
                <a:latin typeface="Source Sans Pro" panose="020B0503030403020204" pitchFamily="34" charset="0"/>
                <a:ea typeface="Source Sans Pro" panose="020B0503030403020204" pitchFamily="34" charset="0"/>
              </a:rPr>
            </a:br>
            <a:r>
              <a:rPr lang="de-DE" sz="1700">
                <a:solidFill>
                  <a:schemeClr val="tx1"/>
                </a:solidFill>
                <a:latin typeface="Source Sans Pro" panose="020B0503030403020204" pitchFamily="34" charset="0"/>
                <a:ea typeface="Source Sans Pro" panose="020B0503030403020204" pitchFamily="34" charset="0"/>
              </a:rPr>
              <a:t>et </a:t>
            </a:r>
            <a:r>
              <a:rPr lang="de-DE" sz="1700" err="1">
                <a:solidFill>
                  <a:schemeClr val="tx1"/>
                </a:solidFill>
                <a:latin typeface="Source Sans Pro" panose="020B0503030403020204" pitchFamily="34" charset="0"/>
                <a:ea typeface="Source Sans Pro" panose="020B0503030403020204" pitchFamily="34" charset="0"/>
              </a:rPr>
              <a:t>eumquo</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id</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que</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plit</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quistrum</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iduci</a:t>
            </a: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5" name="Freihandform 4">
            <a:extLst>
              <a:ext uri="{FF2B5EF4-FFF2-40B4-BE49-F238E27FC236}">
                <a16:creationId xmlns:a16="http://schemas.microsoft.com/office/drawing/2014/main" id="{0737BCF9-D98C-F03F-86D2-53BE49A2857C}"/>
              </a:ext>
            </a:extLst>
          </p:cNvPr>
          <p:cNvSpPr/>
          <p:nvPr userDrawn="1"/>
        </p:nvSpPr>
        <p:spPr>
          <a:xfrm>
            <a:off x="420689" y="1714355"/>
            <a:ext cx="11221728" cy="849637"/>
          </a:xfrm>
          <a:custGeom>
            <a:avLst/>
            <a:gdLst>
              <a:gd name="connsiteX0" fmla="*/ 0 w 9763055"/>
              <a:gd name="connsiteY0" fmla="*/ 0 h 475722"/>
              <a:gd name="connsiteX1" fmla="*/ 9763055 w 9763055"/>
              <a:gd name="connsiteY1" fmla="*/ 0 h 475722"/>
              <a:gd name="connsiteX2" fmla="*/ 9763055 w 9763055"/>
              <a:gd name="connsiteY2" fmla="*/ 475722 h 475722"/>
              <a:gd name="connsiteX3" fmla="*/ 0 w 9763055"/>
              <a:gd name="connsiteY3" fmla="*/ 475722 h 475722"/>
              <a:gd name="connsiteX4" fmla="*/ 0 w 9763055"/>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3055" h="475722">
                <a:moveTo>
                  <a:pt x="0" y="0"/>
                </a:moveTo>
                <a:lnTo>
                  <a:pt x="9763055" y="0"/>
                </a:lnTo>
                <a:lnTo>
                  <a:pt x="9763055" y="475722"/>
                </a:lnTo>
                <a:lnTo>
                  <a:pt x="0" y="475722"/>
                </a:lnTo>
                <a:lnTo>
                  <a:pt x="0" y="0"/>
                </a:lnTo>
                <a:close/>
              </a:path>
            </a:pathLst>
          </a:custGeom>
          <a:solidFill>
            <a:schemeClr val="accent2"/>
          </a:solidFill>
          <a:ln>
            <a:noFill/>
          </a:ln>
        </p:spPr>
        <p:style>
          <a:lnRef idx="2">
            <a:scrgbClr r="0" g="0" b="0"/>
          </a:lnRef>
          <a:fillRef idx="1">
            <a:schemeClr val="accent5">
              <a:hueOff val="210382"/>
              <a:satOff val="-10001"/>
              <a:lumOff val="-2696"/>
              <a:alphaOff val="0"/>
            </a:schemeClr>
          </a:fillRef>
          <a:effectRef idx="0">
            <a:schemeClr val="accent5">
              <a:hueOff val="210382"/>
              <a:satOff val="-10001"/>
              <a:lumOff val="-2696"/>
              <a:alphaOff val="0"/>
            </a:schemeClr>
          </a:effectRef>
          <a:fontRef idx="minor">
            <a:schemeClr val="lt1"/>
          </a:fontRef>
        </p:style>
        <p:txBody>
          <a:bodyPr spcFirstLastPara="0" vert="horz" wrap="square" lIns="377605" tIns="58420" rIns="58420" bIns="58420" numCol="1" spcCol="1270" anchor="ctr" anchorCtr="0">
            <a:noAutofit/>
          </a:bodyPr>
          <a:lstStyle/>
          <a:p>
            <a:pPr>
              <a:lnSpc>
                <a:spcPct val="120000"/>
              </a:lnSpc>
              <a:spcBef>
                <a:spcPts val="200"/>
              </a:spcBef>
            </a:pPr>
            <a:r>
              <a:rPr lang="de-DE" sz="1700" b="1" cap="all" err="1">
                <a:solidFill>
                  <a:schemeClr val="tx2"/>
                </a:solidFill>
                <a:latin typeface="Source Sans Pro" panose="020B0503030403020204" pitchFamily="34" charset="0"/>
                <a:ea typeface="Source Sans Pro" panose="020B0503030403020204" pitchFamily="34" charset="0"/>
              </a:rPr>
              <a:t>Ea</a:t>
            </a:r>
            <a:r>
              <a:rPr lang="de-DE" sz="1700" b="1" cap="all">
                <a:solidFill>
                  <a:schemeClr val="tx2"/>
                </a:solidFill>
                <a:latin typeface="Source Sans Pro" panose="020B0503030403020204" pitchFamily="34" charset="0"/>
                <a:ea typeface="Source Sans Pro" panose="020B0503030403020204" pitchFamily="34" charset="0"/>
              </a:rPr>
              <a:t> tempo </a:t>
            </a:r>
            <a:r>
              <a:rPr lang="de-DE" sz="1700" b="1" cap="all" err="1">
                <a:solidFill>
                  <a:schemeClr val="tx2"/>
                </a:solidFill>
                <a:latin typeface="Source Sans Pro" panose="020B0503030403020204" pitchFamily="34" charset="0"/>
                <a:ea typeface="Source Sans Pro" panose="020B0503030403020204" pitchFamily="34" charset="0"/>
              </a:rPr>
              <a:t>porit</a:t>
            </a:r>
            <a:r>
              <a:rPr lang="de-DE" sz="1700" b="1" cap="all">
                <a:solidFill>
                  <a:schemeClr val="tx2"/>
                </a:solidFill>
                <a:latin typeface="Source Sans Pro" panose="020B0503030403020204" pitchFamily="34" charset="0"/>
                <a:ea typeface="Source Sans Pro" panose="020B0503030403020204" pitchFamily="34" charset="0"/>
              </a:rPr>
              <a:t> </a:t>
            </a:r>
            <a:br>
              <a:rPr lang="de-DE" sz="1700">
                <a:latin typeface="Source Sans Pro" panose="020B0503030403020204" pitchFamily="34" charset="0"/>
                <a:ea typeface="Source Sans Pro" panose="020B0503030403020204" pitchFamily="34" charset="0"/>
              </a:rPr>
            </a:br>
            <a:r>
              <a:rPr lang="de-DE" sz="1700">
                <a:solidFill>
                  <a:schemeClr val="tx1"/>
                </a:solidFill>
                <a:latin typeface="Source Sans Pro" panose="020B0503030403020204" pitchFamily="34" charset="0"/>
                <a:ea typeface="Source Sans Pro" panose="020B0503030403020204" pitchFamily="34" charset="0"/>
              </a:rPr>
              <a:t>et </a:t>
            </a:r>
            <a:r>
              <a:rPr lang="de-DE" sz="1700" err="1">
                <a:solidFill>
                  <a:schemeClr val="tx1"/>
                </a:solidFill>
                <a:latin typeface="Source Sans Pro" panose="020B0503030403020204" pitchFamily="34" charset="0"/>
                <a:ea typeface="Source Sans Pro" panose="020B0503030403020204" pitchFamily="34" charset="0"/>
              </a:rPr>
              <a:t>eumquo</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id</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que</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plit</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quistrum</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iduci</a:t>
            </a: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10" name="Freihandform 9">
            <a:extLst>
              <a:ext uri="{FF2B5EF4-FFF2-40B4-BE49-F238E27FC236}">
                <a16:creationId xmlns:a16="http://schemas.microsoft.com/office/drawing/2014/main" id="{E36C601E-FD62-1DD7-99A3-0E33A0637726}"/>
              </a:ext>
            </a:extLst>
          </p:cNvPr>
          <p:cNvSpPr/>
          <p:nvPr userDrawn="1"/>
        </p:nvSpPr>
        <p:spPr>
          <a:xfrm>
            <a:off x="414591" y="2688045"/>
            <a:ext cx="11221728" cy="849636"/>
          </a:xfrm>
          <a:custGeom>
            <a:avLst/>
            <a:gdLst>
              <a:gd name="connsiteX0" fmla="*/ 0 w 9658430"/>
              <a:gd name="connsiteY0" fmla="*/ 0 h 475722"/>
              <a:gd name="connsiteX1" fmla="*/ 9658430 w 9658430"/>
              <a:gd name="connsiteY1" fmla="*/ 0 h 475722"/>
              <a:gd name="connsiteX2" fmla="*/ 9658430 w 9658430"/>
              <a:gd name="connsiteY2" fmla="*/ 475722 h 475722"/>
              <a:gd name="connsiteX3" fmla="*/ 0 w 9658430"/>
              <a:gd name="connsiteY3" fmla="*/ 475722 h 475722"/>
              <a:gd name="connsiteX4" fmla="*/ 0 w 9658430"/>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8430" h="475722">
                <a:moveTo>
                  <a:pt x="0" y="0"/>
                </a:moveTo>
                <a:lnTo>
                  <a:pt x="9658430" y="0"/>
                </a:lnTo>
                <a:lnTo>
                  <a:pt x="9658430" y="475722"/>
                </a:lnTo>
                <a:lnTo>
                  <a:pt x="0" y="475722"/>
                </a:lnTo>
                <a:lnTo>
                  <a:pt x="0" y="0"/>
                </a:lnTo>
                <a:close/>
              </a:path>
            </a:pathLst>
          </a:custGeom>
          <a:solidFill>
            <a:schemeClr val="accent1"/>
          </a:solidFill>
          <a:ln>
            <a:noFill/>
          </a:ln>
        </p:spPr>
        <p:style>
          <a:lnRef idx="2">
            <a:scrgbClr r="0" g="0" b="0"/>
          </a:lnRef>
          <a:fillRef idx="1">
            <a:schemeClr val="accent5">
              <a:hueOff val="420764"/>
              <a:satOff val="-20002"/>
              <a:lumOff val="-5392"/>
              <a:alphaOff val="0"/>
            </a:schemeClr>
          </a:fillRef>
          <a:effectRef idx="0">
            <a:schemeClr val="accent5">
              <a:hueOff val="420764"/>
              <a:satOff val="-20002"/>
              <a:lumOff val="-5392"/>
              <a:alphaOff val="0"/>
            </a:schemeClr>
          </a:effectRef>
          <a:fontRef idx="minor">
            <a:schemeClr val="lt1"/>
          </a:fontRef>
        </p:style>
        <p:txBody>
          <a:bodyPr spcFirstLastPara="0" vert="horz" wrap="square" lIns="377605" tIns="58420" rIns="58420" bIns="58420" numCol="1" spcCol="1270" anchor="ctr" anchorCtr="0">
            <a:noAutofit/>
          </a:bodyPr>
          <a:lstStyle/>
          <a:p>
            <a:pPr>
              <a:lnSpc>
                <a:spcPct val="120000"/>
              </a:lnSpc>
              <a:spcBef>
                <a:spcPts val="200"/>
              </a:spcBef>
            </a:pPr>
            <a:r>
              <a:rPr lang="de-DE" sz="1700" b="1" cap="all" err="1">
                <a:solidFill>
                  <a:schemeClr val="tx2"/>
                </a:solidFill>
                <a:latin typeface="Source Sans Pro" panose="020B0503030403020204" pitchFamily="34" charset="0"/>
                <a:ea typeface="Source Sans Pro" panose="020B0503030403020204" pitchFamily="34" charset="0"/>
              </a:rPr>
              <a:t>Ea</a:t>
            </a:r>
            <a:r>
              <a:rPr lang="de-DE" sz="1700" b="1" cap="all">
                <a:solidFill>
                  <a:schemeClr val="tx2"/>
                </a:solidFill>
                <a:latin typeface="Source Sans Pro" panose="020B0503030403020204" pitchFamily="34" charset="0"/>
                <a:ea typeface="Source Sans Pro" panose="020B0503030403020204" pitchFamily="34" charset="0"/>
              </a:rPr>
              <a:t> tempo </a:t>
            </a:r>
            <a:r>
              <a:rPr lang="de-DE" sz="1700" b="1" cap="all" err="1">
                <a:solidFill>
                  <a:schemeClr val="tx2"/>
                </a:solidFill>
                <a:latin typeface="Source Sans Pro" panose="020B0503030403020204" pitchFamily="34" charset="0"/>
                <a:ea typeface="Source Sans Pro" panose="020B0503030403020204" pitchFamily="34" charset="0"/>
              </a:rPr>
              <a:t>porit</a:t>
            </a:r>
            <a:r>
              <a:rPr lang="de-DE" sz="1700" b="1" cap="all">
                <a:solidFill>
                  <a:schemeClr val="tx2"/>
                </a:solidFill>
                <a:latin typeface="Source Sans Pro" panose="020B0503030403020204" pitchFamily="34" charset="0"/>
                <a:ea typeface="Source Sans Pro" panose="020B0503030403020204" pitchFamily="34" charset="0"/>
              </a:rPr>
              <a:t> </a:t>
            </a:r>
            <a:br>
              <a:rPr lang="de-DE" sz="1700">
                <a:latin typeface="Source Sans Pro" panose="020B0503030403020204" pitchFamily="34" charset="0"/>
                <a:ea typeface="Source Sans Pro" panose="020B0503030403020204" pitchFamily="34" charset="0"/>
              </a:rPr>
            </a:br>
            <a:r>
              <a:rPr lang="de-DE" sz="1700">
                <a:solidFill>
                  <a:schemeClr val="tx1"/>
                </a:solidFill>
                <a:latin typeface="Source Sans Pro" panose="020B0503030403020204" pitchFamily="34" charset="0"/>
                <a:ea typeface="Source Sans Pro" panose="020B0503030403020204" pitchFamily="34" charset="0"/>
              </a:rPr>
              <a:t>et </a:t>
            </a:r>
            <a:r>
              <a:rPr lang="de-DE" sz="1700" err="1">
                <a:solidFill>
                  <a:schemeClr val="tx1"/>
                </a:solidFill>
                <a:latin typeface="Source Sans Pro" panose="020B0503030403020204" pitchFamily="34" charset="0"/>
                <a:ea typeface="Source Sans Pro" panose="020B0503030403020204" pitchFamily="34" charset="0"/>
              </a:rPr>
              <a:t>eumquo</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id</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que</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plit</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quistrum</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iduci</a:t>
            </a: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11" name="Freihandform 10">
            <a:extLst>
              <a:ext uri="{FF2B5EF4-FFF2-40B4-BE49-F238E27FC236}">
                <a16:creationId xmlns:a16="http://schemas.microsoft.com/office/drawing/2014/main" id="{0C9BF588-EF9A-862E-F334-DA881FD9912E}"/>
              </a:ext>
            </a:extLst>
          </p:cNvPr>
          <p:cNvSpPr/>
          <p:nvPr userDrawn="1"/>
        </p:nvSpPr>
        <p:spPr>
          <a:xfrm>
            <a:off x="414591" y="3666023"/>
            <a:ext cx="11221727" cy="849636"/>
          </a:xfrm>
          <a:custGeom>
            <a:avLst/>
            <a:gdLst>
              <a:gd name="connsiteX0" fmla="*/ 0 w 9763055"/>
              <a:gd name="connsiteY0" fmla="*/ 0 h 475722"/>
              <a:gd name="connsiteX1" fmla="*/ 9763055 w 9763055"/>
              <a:gd name="connsiteY1" fmla="*/ 0 h 475722"/>
              <a:gd name="connsiteX2" fmla="*/ 9763055 w 9763055"/>
              <a:gd name="connsiteY2" fmla="*/ 475722 h 475722"/>
              <a:gd name="connsiteX3" fmla="*/ 0 w 9763055"/>
              <a:gd name="connsiteY3" fmla="*/ 475722 h 475722"/>
              <a:gd name="connsiteX4" fmla="*/ 0 w 9763055"/>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3055" h="475722">
                <a:moveTo>
                  <a:pt x="0" y="0"/>
                </a:moveTo>
                <a:lnTo>
                  <a:pt x="9763055" y="0"/>
                </a:lnTo>
                <a:lnTo>
                  <a:pt x="9763055" y="475722"/>
                </a:lnTo>
                <a:lnTo>
                  <a:pt x="0" y="475722"/>
                </a:lnTo>
                <a:lnTo>
                  <a:pt x="0" y="0"/>
                </a:lnTo>
                <a:close/>
              </a:path>
            </a:pathLst>
          </a:custGeom>
          <a:solidFill>
            <a:schemeClr val="accent6"/>
          </a:solidFill>
          <a:ln>
            <a:noFill/>
          </a:ln>
        </p:spPr>
        <p:style>
          <a:lnRef idx="2">
            <a:scrgbClr r="0" g="0" b="0"/>
          </a:lnRef>
          <a:fillRef idx="1">
            <a:schemeClr val="accent5">
              <a:hueOff val="631145"/>
              <a:satOff val="-30004"/>
              <a:lumOff val="-8088"/>
              <a:alphaOff val="0"/>
            </a:schemeClr>
          </a:fillRef>
          <a:effectRef idx="0">
            <a:schemeClr val="accent5">
              <a:hueOff val="631145"/>
              <a:satOff val="-30004"/>
              <a:lumOff val="-8088"/>
              <a:alphaOff val="0"/>
            </a:schemeClr>
          </a:effectRef>
          <a:fontRef idx="minor">
            <a:schemeClr val="lt1"/>
          </a:fontRef>
        </p:style>
        <p:txBody>
          <a:bodyPr spcFirstLastPara="0" vert="horz" wrap="square" lIns="377605" tIns="58420" rIns="58420" bIns="58420" numCol="1" spcCol="1270" anchor="ctr" anchorCtr="0">
            <a:noAutofit/>
          </a:bodyPr>
          <a:lstStyle/>
          <a:p>
            <a:pPr>
              <a:lnSpc>
                <a:spcPct val="120000"/>
              </a:lnSpc>
              <a:spcBef>
                <a:spcPts val="200"/>
              </a:spcBef>
            </a:pPr>
            <a:r>
              <a:rPr lang="de-DE" sz="1700" b="1" cap="all" err="1">
                <a:solidFill>
                  <a:schemeClr val="tx2"/>
                </a:solidFill>
                <a:latin typeface="Source Sans Pro" panose="020B0503030403020204" pitchFamily="34" charset="0"/>
                <a:ea typeface="Source Sans Pro" panose="020B0503030403020204" pitchFamily="34" charset="0"/>
              </a:rPr>
              <a:t>Ea</a:t>
            </a:r>
            <a:r>
              <a:rPr lang="de-DE" sz="1700" b="1" cap="all">
                <a:solidFill>
                  <a:schemeClr val="tx2"/>
                </a:solidFill>
                <a:latin typeface="Source Sans Pro" panose="020B0503030403020204" pitchFamily="34" charset="0"/>
                <a:ea typeface="Source Sans Pro" panose="020B0503030403020204" pitchFamily="34" charset="0"/>
              </a:rPr>
              <a:t> tempo </a:t>
            </a:r>
            <a:r>
              <a:rPr lang="de-DE" sz="1700" b="1" cap="all" err="1">
                <a:solidFill>
                  <a:schemeClr val="tx2"/>
                </a:solidFill>
                <a:latin typeface="Source Sans Pro" panose="020B0503030403020204" pitchFamily="34" charset="0"/>
                <a:ea typeface="Source Sans Pro" panose="020B0503030403020204" pitchFamily="34" charset="0"/>
              </a:rPr>
              <a:t>porit</a:t>
            </a:r>
            <a:r>
              <a:rPr lang="de-DE" sz="1700" b="1" cap="all">
                <a:solidFill>
                  <a:schemeClr val="tx2"/>
                </a:solidFill>
                <a:latin typeface="Source Sans Pro" panose="020B0503030403020204" pitchFamily="34" charset="0"/>
                <a:ea typeface="Source Sans Pro" panose="020B0503030403020204" pitchFamily="34" charset="0"/>
              </a:rPr>
              <a:t> </a:t>
            </a:r>
            <a:br>
              <a:rPr lang="de-DE" sz="1700">
                <a:latin typeface="Source Sans Pro" panose="020B0503030403020204" pitchFamily="34" charset="0"/>
                <a:ea typeface="Source Sans Pro" panose="020B0503030403020204" pitchFamily="34" charset="0"/>
              </a:rPr>
            </a:br>
            <a:r>
              <a:rPr lang="de-DE" sz="1700">
                <a:solidFill>
                  <a:schemeClr val="tx1"/>
                </a:solidFill>
                <a:latin typeface="Source Sans Pro" panose="020B0503030403020204" pitchFamily="34" charset="0"/>
                <a:ea typeface="Source Sans Pro" panose="020B0503030403020204" pitchFamily="34" charset="0"/>
              </a:rPr>
              <a:t>et </a:t>
            </a:r>
            <a:r>
              <a:rPr lang="de-DE" sz="1700" err="1">
                <a:solidFill>
                  <a:schemeClr val="tx1"/>
                </a:solidFill>
                <a:latin typeface="Source Sans Pro" panose="020B0503030403020204" pitchFamily="34" charset="0"/>
                <a:ea typeface="Source Sans Pro" panose="020B0503030403020204" pitchFamily="34" charset="0"/>
              </a:rPr>
              <a:t>eumquo</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id</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que</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plit</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quistrum</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iduci</a:t>
            </a: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18" name="Freihandform 17">
            <a:extLst>
              <a:ext uri="{FF2B5EF4-FFF2-40B4-BE49-F238E27FC236}">
                <a16:creationId xmlns:a16="http://schemas.microsoft.com/office/drawing/2014/main" id="{B1802F6F-41B8-D312-35EE-F3255A6B2A57}"/>
              </a:ext>
            </a:extLst>
          </p:cNvPr>
          <p:cNvSpPr/>
          <p:nvPr userDrawn="1"/>
        </p:nvSpPr>
        <p:spPr>
          <a:xfrm>
            <a:off x="414591" y="4640943"/>
            <a:ext cx="11221727" cy="849637"/>
          </a:xfrm>
          <a:custGeom>
            <a:avLst/>
            <a:gdLst>
              <a:gd name="connsiteX0" fmla="*/ 0 w 10103944"/>
              <a:gd name="connsiteY0" fmla="*/ 0 h 475722"/>
              <a:gd name="connsiteX1" fmla="*/ 10103944 w 10103944"/>
              <a:gd name="connsiteY1" fmla="*/ 0 h 475722"/>
              <a:gd name="connsiteX2" fmla="*/ 10103944 w 10103944"/>
              <a:gd name="connsiteY2" fmla="*/ 475722 h 475722"/>
              <a:gd name="connsiteX3" fmla="*/ 0 w 10103944"/>
              <a:gd name="connsiteY3" fmla="*/ 475722 h 475722"/>
              <a:gd name="connsiteX4" fmla="*/ 0 w 10103944"/>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3944" h="475722">
                <a:moveTo>
                  <a:pt x="0" y="0"/>
                </a:moveTo>
                <a:lnTo>
                  <a:pt x="10103944" y="0"/>
                </a:lnTo>
                <a:lnTo>
                  <a:pt x="10103944" y="475722"/>
                </a:lnTo>
                <a:lnTo>
                  <a:pt x="0" y="475722"/>
                </a:lnTo>
                <a:lnTo>
                  <a:pt x="0" y="0"/>
                </a:lnTo>
                <a:close/>
              </a:path>
            </a:pathLst>
          </a:custGeom>
          <a:solidFill>
            <a:schemeClr val="accent5"/>
          </a:solidFill>
          <a:ln>
            <a:noFill/>
          </a:ln>
        </p:spPr>
        <p:style>
          <a:lnRef idx="2">
            <a:scrgbClr r="0" g="0" b="0"/>
          </a:lnRef>
          <a:fillRef idx="1">
            <a:schemeClr val="accent5">
              <a:hueOff val="841527"/>
              <a:satOff val="-40005"/>
              <a:lumOff val="-10784"/>
              <a:alphaOff val="0"/>
            </a:schemeClr>
          </a:fillRef>
          <a:effectRef idx="0">
            <a:schemeClr val="accent5">
              <a:hueOff val="841527"/>
              <a:satOff val="-40005"/>
              <a:lumOff val="-10784"/>
              <a:alphaOff val="0"/>
            </a:schemeClr>
          </a:effectRef>
          <a:fontRef idx="minor">
            <a:schemeClr val="lt1"/>
          </a:fontRef>
        </p:style>
        <p:txBody>
          <a:bodyPr spcFirstLastPara="0" vert="horz" wrap="square" lIns="377605" tIns="58420" rIns="58420" bIns="58420" numCol="1" spcCol="1270" anchor="ctr" anchorCtr="0">
            <a:noAutofit/>
          </a:bodyPr>
          <a:lstStyle/>
          <a:p>
            <a:pPr>
              <a:lnSpc>
                <a:spcPct val="120000"/>
              </a:lnSpc>
              <a:spcBef>
                <a:spcPts val="200"/>
              </a:spcBef>
            </a:pPr>
            <a:r>
              <a:rPr lang="de-DE" sz="1700" b="1" cap="all" err="1">
                <a:solidFill>
                  <a:schemeClr val="bg1"/>
                </a:solidFill>
                <a:latin typeface="Source Sans Pro" panose="020B0503030403020204" pitchFamily="34" charset="0"/>
                <a:ea typeface="Source Sans Pro" panose="020B0503030403020204" pitchFamily="34" charset="0"/>
              </a:rPr>
              <a:t>Ea</a:t>
            </a:r>
            <a:r>
              <a:rPr lang="de-DE" sz="1700" b="1" cap="all">
                <a:solidFill>
                  <a:schemeClr val="bg1"/>
                </a:solidFill>
                <a:latin typeface="Source Sans Pro" panose="020B0503030403020204" pitchFamily="34" charset="0"/>
                <a:ea typeface="Source Sans Pro" panose="020B0503030403020204" pitchFamily="34" charset="0"/>
              </a:rPr>
              <a:t> tempo </a:t>
            </a:r>
            <a:r>
              <a:rPr lang="de-DE" sz="1700" b="1" cap="all" err="1">
                <a:solidFill>
                  <a:schemeClr val="bg1"/>
                </a:solidFill>
                <a:latin typeface="Source Sans Pro" panose="020B0503030403020204" pitchFamily="34" charset="0"/>
                <a:ea typeface="Source Sans Pro" panose="020B0503030403020204" pitchFamily="34" charset="0"/>
              </a:rPr>
              <a:t>porit</a:t>
            </a:r>
            <a:r>
              <a:rPr lang="de-DE" sz="1700" b="1" cap="all">
                <a:solidFill>
                  <a:schemeClr val="bg1"/>
                </a:solidFill>
                <a:latin typeface="Source Sans Pro" panose="020B0503030403020204" pitchFamily="34" charset="0"/>
                <a:ea typeface="Source Sans Pro" panose="020B0503030403020204" pitchFamily="34" charset="0"/>
              </a:rPr>
              <a:t> </a:t>
            </a:r>
            <a:br>
              <a:rPr lang="de-DE" sz="1700">
                <a:solidFill>
                  <a:schemeClr val="bg1"/>
                </a:solidFill>
                <a:latin typeface="Source Sans Pro" panose="020B0503030403020204" pitchFamily="34" charset="0"/>
                <a:ea typeface="Source Sans Pro" panose="020B0503030403020204" pitchFamily="34" charset="0"/>
              </a:rPr>
            </a:br>
            <a:r>
              <a:rPr lang="de-DE" sz="1700">
                <a:solidFill>
                  <a:schemeClr val="bg1"/>
                </a:solidFill>
                <a:latin typeface="Source Sans Pro" panose="020B0503030403020204" pitchFamily="34" charset="0"/>
                <a:ea typeface="Source Sans Pro" panose="020B0503030403020204" pitchFamily="34" charset="0"/>
              </a:rPr>
              <a:t>et </a:t>
            </a:r>
            <a:r>
              <a:rPr lang="de-DE" sz="1700" err="1">
                <a:solidFill>
                  <a:schemeClr val="bg1"/>
                </a:solidFill>
                <a:latin typeface="Source Sans Pro" panose="020B0503030403020204" pitchFamily="34" charset="0"/>
                <a:ea typeface="Source Sans Pro" panose="020B0503030403020204" pitchFamily="34" charset="0"/>
              </a:rPr>
              <a:t>eumquo</a:t>
            </a:r>
            <a:r>
              <a:rPr lang="de-DE" sz="1700">
                <a:solidFill>
                  <a:schemeClr val="bg1"/>
                </a:solidFill>
                <a:latin typeface="Source Sans Pro" panose="020B0503030403020204" pitchFamily="34" charset="0"/>
                <a:ea typeface="Source Sans Pro" panose="020B0503030403020204" pitchFamily="34" charset="0"/>
              </a:rPr>
              <a:t> </a:t>
            </a:r>
            <a:r>
              <a:rPr lang="de-DE" sz="1700" err="1">
                <a:solidFill>
                  <a:schemeClr val="bg1"/>
                </a:solidFill>
                <a:latin typeface="Source Sans Pro" panose="020B0503030403020204" pitchFamily="34" charset="0"/>
                <a:ea typeface="Source Sans Pro" panose="020B0503030403020204" pitchFamily="34" charset="0"/>
              </a:rPr>
              <a:t>id</a:t>
            </a:r>
            <a:r>
              <a:rPr lang="de-DE" sz="1700">
                <a:solidFill>
                  <a:schemeClr val="bg1"/>
                </a:solidFill>
                <a:latin typeface="Source Sans Pro" panose="020B0503030403020204" pitchFamily="34" charset="0"/>
                <a:ea typeface="Source Sans Pro" panose="020B0503030403020204" pitchFamily="34" charset="0"/>
              </a:rPr>
              <a:t> </a:t>
            </a:r>
            <a:r>
              <a:rPr lang="de-DE" sz="1700" err="1">
                <a:solidFill>
                  <a:schemeClr val="bg1"/>
                </a:solidFill>
                <a:latin typeface="Source Sans Pro" panose="020B0503030403020204" pitchFamily="34" charset="0"/>
                <a:ea typeface="Source Sans Pro" panose="020B0503030403020204" pitchFamily="34" charset="0"/>
              </a:rPr>
              <a:t>que</a:t>
            </a:r>
            <a:r>
              <a:rPr lang="de-DE" sz="1700">
                <a:solidFill>
                  <a:schemeClr val="bg1"/>
                </a:solidFill>
                <a:latin typeface="Source Sans Pro" panose="020B0503030403020204" pitchFamily="34" charset="0"/>
                <a:ea typeface="Source Sans Pro" panose="020B0503030403020204" pitchFamily="34" charset="0"/>
              </a:rPr>
              <a:t> </a:t>
            </a:r>
            <a:r>
              <a:rPr lang="de-DE" sz="1700" err="1">
                <a:solidFill>
                  <a:schemeClr val="bg1"/>
                </a:solidFill>
                <a:latin typeface="Source Sans Pro" panose="020B0503030403020204" pitchFamily="34" charset="0"/>
                <a:ea typeface="Source Sans Pro" panose="020B0503030403020204" pitchFamily="34" charset="0"/>
              </a:rPr>
              <a:t>plit</a:t>
            </a:r>
            <a:r>
              <a:rPr lang="de-DE" sz="1700">
                <a:solidFill>
                  <a:schemeClr val="bg1"/>
                </a:solidFill>
                <a:latin typeface="Source Sans Pro" panose="020B0503030403020204" pitchFamily="34" charset="0"/>
                <a:ea typeface="Source Sans Pro" panose="020B0503030403020204" pitchFamily="34" charset="0"/>
              </a:rPr>
              <a:t> </a:t>
            </a:r>
            <a:r>
              <a:rPr lang="de-DE" sz="1700" err="1">
                <a:solidFill>
                  <a:schemeClr val="bg1"/>
                </a:solidFill>
                <a:latin typeface="Source Sans Pro" panose="020B0503030403020204" pitchFamily="34" charset="0"/>
                <a:ea typeface="Source Sans Pro" panose="020B0503030403020204" pitchFamily="34" charset="0"/>
              </a:rPr>
              <a:t>quistrum</a:t>
            </a:r>
            <a:r>
              <a:rPr lang="de-DE" sz="1700">
                <a:solidFill>
                  <a:schemeClr val="bg1"/>
                </a:solidFill>
                <a:latin typeface="Source Sans Pro" panose="020B0503030403020204" pitchFamily="34" charset="0"/>
                <a:ea typeface="Source Sans Pro" panose="020B0503030403020204" pitchFamily="34" charset="0"/>
              </a:rPr>
              <a:t> </a:t>
            </a:r>
            <a:r>
              <a:rPr lang="de-DE" sz="1700" err="1">
                <a:solidFill>
                  <a:schemeClr val="bg1"/>
                </a:solidFill>
                <a:latin typeface="Source Sans Pro" panose="020B0503030403020204" pitchFamily="34" charset="0"/>
                <a:ea typeface="Source Sans Pro" panose="020B0503030403020204" pitchFamily="34" charset="0"/>
              </a:rPr>
              <a:t>iduci</a:t>
            </a:r>
            <a:endParaRPr lang="de-DE" sz="1700" b="1">
              <a:solidFill>
                <a:schemeClr val="bg1"/>
              </a:solidFill>
              <a:latin typeface="Source Sans Pro" panose="020B0503030403020204" pitchFamily="34" charset="0"/>
              <a:ea typeface="Source Sans Pro" panose="020B0503030403020204" pitchFamily="34" charset="0"/>
            </a:endParaRPr>
          </a:p>
        </p:txBody>
      </p:sp>
      <p:sp>
        <p:nvSpPr>
          <p:cNvPr id="3" name="Freihandform 2">
            <a:extLst>
              <a:ext uri="{FF2B5EF4-FFF2-40B4-BE49-F238E27FC236}">
                <a16:creationId xmlns:a16="http://schemas.microsoft.com/office/drawing/2014/main" id="{16B7A2E5-9F32-202F-D72C-A3707A4B136C}"/>
              </a:ext>
            </a:extLst>
          </p:cNvPr>
          <p:cNvSpPr/>
          <p:nvPr userDrawn="1"/>
        </p:nvSpPr>
        <p:spPr>
          <a:xfrm>
            <a:off x="414590" y="5615864"/>
            <a:ext cx="11221727" cy="849637"/>
          </a:xfrm>
          <a:custGeom>
            <a:avLst/>
            <a:gdLst>
              <a:gd name="connsiteX0" fmla="*/ 0 w 10103944"/>
              <a:gd name="connsiteY0" fmla="*/ 0 h 475722"/>
              <a:gd name="connsiteX1" fmla="*/ 10103944 w 10103944"/>
              <a:gd name="connsiteY1" fmla="*/ 0 h 475722"/>
              <a:gd name="connsiteX2" fmla="*/ 10103944 w 10103944"/>
              <a:gd name="connsiteY2" fmla="*/ 475722 h 475722"/>
              <a:gd name="connsiteX3" fmla="*/ 0 w 10103944"/>
              <a:gd name="connsiteY3" fmla="*/ 475722 h 475722"/>
              <a:gd name="connsiteX4" fmla="*/ 0 w 10103944"/>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3944" h="475722">
                <a:moveTo>
                  <a:pt x="0" y="0"/>
                </a:moveTo>
                <a:lnTo>
                  <a:pt x="10103944" y="0"/>
                </a:lnTo>
                <a:lnTo>
                  <a:pt x="10103944" y="475722"/>
                </a:lnTo>
                <a:lnTo>
                  <a:pt x="0" y="475722"/>
                </a:lnTo>
                <a:lnTo>
                  <a:pt x="0" y="0"/>
                </a:lnTo>
                <a:close/>
              </a:path>
            </a:pathLst>
          </a:custGeom>
          <a:solidFill>
            <a:schemeClr val="accent4"/>
          </a:solidFill>
          <a:ln>
            <a:noFill/>
          </a:ln>
        </p:spPr>
        <p:style>
          <a:lnRef idx="2">
            <a:scrgbClr r="0" g="0" b="0"/>
          </a:lnRef>
          <a:fillRef idx="1">
            <a:schemeClr val="accent5">
              <a:hueOff val="841527"/>
              <a:satOff val="-40005"/>
              <a:lumOff val="-10784"/>
              <a:alphaOff val="0"/>
            </a:schemeClr>
          </a:fillRef>
          <a:effectRef idx="0">
            <a:schemeClr val="accent5">
              <a:hueOff val="841527"/>
              <a:satOff val="-40005"/>
              <a:lumOff val="-10784"/>
              <a:alphaOff val="0"/>
            </a:schemeClr>
          </a:effectRef>
          <a:fontRef idx="minor">
            <a:schemeClr val="lt1"/>
          </a:fontRef>
        </p:style>
        <p:txBody>
          <a:bodyPr spcFirstLastPara="0" vert="horz" wrap="square" lIns="377605" tIns="58420" rIns="58420" bIns="58420" numCol="1" spcCol="1270" anchor="ctr" anchorCtr="0">
            <a:noAutofit/>
          </a:bodyPr>
          <a:lstStyle/>
          <a:p>
            <a:pPr>
              <a:lnSpc>
                <a:spcPct val="120000"/>
              </a:lnSpc>
              <a:spcBef>
                <a:spcPts val="200"/>
              </a:spcBef>
            </a:pPr>
            <a:r>
              <a:rPr lang="de-DE" sz="1700" b="1" cap="all" err="1">
                <a:solidFill>
                  <a:schemeClr val="bg1"/>
                </a:solidFill>
                <a:latin typeface="Source Sans Pro" panose="020B0503030403020204" pitchFamily="34" charset="0"/>
                <a:ea typeface="Source Sans Pro" panose="020B0503030403020204" pitchFamily="34" charset="0"/>
              </a:rPr>
              <a:t>Ea</a:t>
            </a:r>
            <a:r>
              <a:rPr lang="de-DE" sz="1700" b="1" cap="all">
                <a:solidFill>
                  <a:schemeClr val="bg1"/>
                </a:solidFill>
                <a:latin typeface="Source Sans Pro" panose="020B0503030403020204" pitchFamily="34" charset="0"/>
                <a:ea typeface="Source Sans Pro" panose="020B0503030403020204" pitchFamily="34" charset="0"/>
              </a:rPr>
              <a:t> tempo </a:t>
            </a:r>
            <a:r>
              <a:rPr lang="de-DE" sz="1700" b="1" cap="all" err="1">
                <a:solidFill>
                  <a:schemeClr val="bg1"/>
                </a:solidFill>
                <a:latin typeface="Source Sans Pro" panose="020B0503030403020204" pitchFamily="34" charset="0"/>
                <a:ea typeface="Source Sans Pro" panose="020B0503030403020204" pitchFamily="34" charset="0"/>
              </a:rPr>
              <a:t>porit</a:t>
            </a:r>
            <a:r>
              <a:rPr lang="de-DE" sz="1700" b="1" cap="all">
                <a:solidFill>
                  <a:schemeClr val="bg1"/>
                </a:solidFill>
                <a:latin typeface="Source Sans Pro" panose="020B0503030403020204" pitchFamily="34" charset="0"/>
                <a:ea typeface="Source Sans Pro" panose="020B0503030403020204" pitchFamily="34" charset="0"/>
              </a:rPr>
              <a:t> </a:t>
            </a:r>
            <a:br>
              <a:rPr lang="de-DE" sz="1700">
                <a:solidFill>
                  <a:schemeClr val="bg1"/>
                </a:solidFill>
                <a:latin typeface="Source Sans Pro" panose="020B0503030403020204" pitchFamily="34" charset="0"/>
                <a:ea typeface="Source Sans Pro" panose="020B0503030403020204" pitchFamily="34" charset="0"/>
              </a:rPr>
            </a:br>
            <a:r>
              <a:rPr lang="de-DE" sz="1700">
                <a:solidFill>
                  <a:schemeClr val="bg1"/>
                </a:solidFill>
                <a:latin typeface="Source Sans Pro" panose="020B0503030403020204" pitchFamily="34" charset="0"/>
                <a:ea typeface="Source Sans Pro" panose="020B0503030403020204" pitchFamily="34" charset="0"/>
              </a:rPr>
              <a:t>et </a:t>
            </a:r>
            <a:r>
              <a:rPr lang="de-DE" sz="1700" err="1">
                <a:solidFill>
                  <a:schemeClr val="bg1"/>
                </a:solidFill>
                <a:latin typeface="Source Sans Pro" panose="020B0503030403020204" pitchFamily="34" charset="0"/>
                <a:ea typeface="Source Sans Pro" panose="020B0503030403020204" pitchFamily="34" charset="0"/>
              </a:rPr>
              <a:t>eumquo</a:t>
            </a:r>
            <a:r>
              <a:rPr lang="de-DE" sz="1700">
                <a:solidFill>
                  <a:schemeClr val="bg1"/>
                </a:solidFill>
                <a:latin typeface="Source Sans Pro" panose="020B0503030403020204" pitchFamily="34" charset="0"/>
                <a:ea typeface="Source Sans Pro" panose="020B0503030403020204" pitchFamily="34" charset="0"/>
              </a:rPr>
              <a:t> </a:t>
            </a:r>
            <a:r>
              <a:rPr lang="de-DE" sz="1700" err="1">
                <a:solidFill>
                  <a:schemeClr val="bg1"/>
                </a:solidFill>
                <a:latin typeface="Source Sans Pro" panose="020B0503030403020204" pitchFamily="34" charset="0"/>
                <a:ea typeface="Source Sans Pro" panose="020B0503030403020204" pitchFamily="34" charset="0"/>
              </a:rPr>
              <a:t>id</a:t>
            </a:r>
            <a:r>
              <a:rPr lang="de-DE" sz="1700">
                <a:solidFill>
                  <a:schemeClr val="bg1"/>
                </a:solidFill>
                <a:latin typeface="Source Sans Pro" panose="020B0503030403020204" pitchFamily="34" charset="0"/>
                <a:ea typeface="Source Sans Pro" panose="020B0503030403020204" pitchFamily="34" charset="0"/>
              </a:rPr>
              <a:t> </a:t>
            </a:r>
            <a:r>
              <a:rPr lang="de-DE" sz="1700" err="1">
                <a:solidFill>
                  <a:schemeClr val="bg1"/>
                </a:solidFill>
                <a:latin typeface="Source Sans Pro" panose="020B0503030403020204" pitchFamily="34" charset="0"/>
                <a:ea typeface="Source Sans Pro" panose="020B0503030403020204" pitchFamily="34" charset="0"/>
              </a:rPr>
              <a:t>que</a:t>
            </a:r>
            <a:r>
              <a:rPr lang="de-DE" sz="1700">
                <a:solidFill>
                  <a:schemeClr val="bg1"/>
                </a:solidFill>
                <a:latin typeface="Source Sans Pro" panose="020B0503030403020204" pitchFamily="34" charset="0"/>
                <a:ea typeface="Source Sans Pro" panose="020B0503030403020204" pitchFamily="34" charset="0"/>
              </a:rPr>
              <a:t> </a:t>
            </a:r>
            <a:r>
              <a:rPr lang="de-DE" sz="1700" err="1">
                <a:solidFill>
                  <a:schemeClr val="bg1"/>
                </a:solidFill>
                <a:latin typeface="Source Sans Pro" panose="020B0503030403020204" pitchFamily="34" charset="0"/>
                <a:ea typeface="Source Sans Pro" panose="020B0503030403020204" pitchFamily="34" charset="0"/>
              </a:rPr>
              <a:t>plit</a:t>
            </a:r>
            <a:r>
              <a:rPr lang="de-DE" sz="1700">
                <a:solidFill>
                  <a:schemeClr val="bg1"/>
                </a:solidFill>
                <a:latin typeface="Source Sans Pro" panose="020B0503030403020204" pitchFamily="34" charset="0"/>
                <a:ea typeface="Source Sans Pro" panose="020B0503030403020204" pitchFamily="34" charset="0"/>
              </a:rPr>
              <a:t> </a:t>
            </a:r>
            <a:r>
              <a:rPr lang="de-DE" sz="1700" err="1">
                <a:solidFill>
                  <a:schemeClr val="bg1"/>
                </a:solidFill>
                <a:latin typeface="Source Sans Pro" panose="020B0503030403020204" pitchFamily="34" charset="0"/>
                <a:ea typeface="Source Sans Pro" panose="020B0503030403020204" pitchFamily="34" charset="0"/>
              </a:rPr>
              <a:t>quistrum</a:t>
            </a:r>
            <a:r>
              <a:rPr lang="de-DE" sz="1700">
                <a:solidFill>
                  <a:schemeClr val="bg1"/>
                </a:solidFill>
                <a:latin typeface="Source Sans Pro" panose="020B0503030403020204" pitchFamily="34" charset="0"/>
                <a:ea typeface="Source Sans Pro" panose="020B0503030403020204" pitchFamily="34" charset="0"/>
              </a:rPr>
              <a:t> </a:t>
            </a:r>
            <a:r>
              <a:rPr lang="de-DE" sz="1700" err="1">
                <a:solidFill>
                  <a:schemeClr val="bg1"/>
                </a:solidFill>
                <a:latin typeface="Source Sans Pro" panose="020B0503030403020204" pitchFamily="34" charset="0"/>
                <a:ea typeface="Source Sans Pro" panose="020B0503030403020204" pitchFamily="34" charset="0"/>
              </a:rPr>
              <a:t>iduci</a:t>
            </a:r>
            <a:endParaRPr lang="de-DE" sz="1700">
              <a:solidFill>
                <a:schemeClr val="bg1"/>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64495559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ext_two_Objects">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en-US"/>
              <a:t>Source text: Author’s surname (YYYY, p. 123).</a:t>
            </a:r>
            <a:br>
              <a:rPr lang="en-US"/>
            </a:br>
            <a:r>
              <a:rPr lang="en-US"/>
              <a:t>Source figure: Author’s surname (YYYY).</a:t>
            </a:r>
          </a:p>
        </p:txBody>
      </p:sp>
      <p:sp>
        <p:nvSpPr>
          <p:cNvPr id="27" name="Textplatzhalter 2">
            <a:extLst>
              <a:ext uri="{FF2B5EF4-FFF2-40B4-BE49-F238E27FC236}">
                <a16:creationId xmlns:a16="http://schemas.microsoft.com/office/drawing/2014/main" id="{6BFFB536-738C-FB9D-6890-BE93C7EEA5D4}"/>
              </a:ext>
            </a:extLst>
          </p:cNvPr>
          <p:cNvSpPr>
            <a:spLocks noGrp="1"/>
          </p:cNvSpPr>
          <p:nvPr>
            <p:ph type="body" sz="quarter" idx="17" hasCustomPrompt="1"/>
          </p:nvPr>
        </p:nvSpPr>
        <p:spPr>
          <a:xfrm>
            <a:off x="420689" y="1020592"/>
            <a:ext cx="7638754" cy="5113337"/>
          </a:xfrm>
        </p:spPr>
        <p:txBody>
          <a:bodyPr/>
          <a:lstStyle>
            <a:lvl1pPr marL="457200" indent="-457200">
              <a:spcBef>
                <a:spcPts val="200"/>
              </a:spcBef>
              <a:buClr>
                <a:schemeClr val="accent5"/>
              </a:buClr>
              <a:buFont typeface="Symbol" pitchFamily="2" charset="2"/>
              <a:buChar char="-"/>
              <a:defRPr>
                <a:latin typeface="Source Sans Pro" panose="020B0503030403020204" pitchFamily="34" charset="0"/>
                <a:ea typeface="Source Sans Pro" panose="020B0503030403020204" pitchFamily="34" charset="0"/>
              </a:defRPr>
            </a:lvl1pPr>
          </a:lstStyle>
          <a:p>
            <a:pPr lvl="0"/>
            <a:r>
              <a:rPr lang="en-US" noProof="0"/>
              <a:t>List or continuous text </a:t>
            </a:r>
            <a:r>
              <a:rPr lang="en-US" sz="3200" b="0" i="0" noProof="0">
                <a:latin typeface="Source Sans Pro" panose="020B0503030403020204" pitchFamily="34" charset="0"/>
                <a:ea typeface="Source Sans Pro" panose="020B0503030403020204" pitchFamily="34" charset="0"/>
              </a:rPr>
              <a:t>Source Sans Pro Regular, 24-32 pt.; </a:t>
            </a:r>
            <a:r>
              <a:rPr lang="en-US" b="1" noProof="0"/>
              <a:t>Highlights</a:t>
            </a:r>
            <a:r>
              <a:rPr lang="en-US" sz="3200" b="1" i="0" noProof="0">
                <a:latin typeface="Source Sans Pro" panose="020B0503030403020204" pitchFamily="34" charset="0"/>
                <a:ea typeface="Source Sans Pro" panose="020B0503030403020204" pitchFamily="34" charset="0"/>
              </a:rPr>
              <a:t> Source Sans Pro Bold, 24-32 pt.</a:t>
            </a:r>
          </a:p>
        </p:txBody>
      </p:sp>
      <p:sp>
        <p:nvSpPr>
          <p:cNvPr id="28" name="Inhaltsplatzhalter 5">
            <a:extLst>
              <a:ext uri="{FF2B5EF4-FFF2-40B4-BE49-F238E27FC236}">
                <a16:creationId xmlns:a16="http://schemas.microsoft.com/office/drawing/2014/main" id="{6DD2515F-823D-B9C5-0127-569F3FDCC7C3}"/>
              </a:ext>
            </a:extLst>
          </p:cNvPr>
          <p:cNvSpPr>
            <a:spLocks noGrp="1"/>
          </p:cNvSpPr>
          <p:nvPr>
            <p:ph sz="quarter" idx="21" hasCustomPrompt="1"/>
          </p:nvPr>
        </p:nvSpPr>
        <p:spPr>
          <a:xfrm>
            <a:off x="8384757" y="1363436"/>
            <a:ext cx="3386138" cy="2065393"/>
          </a:xfrm>
        </p:spPr>
        <p:txBody>
          <a:bodyPr/>
          <a:lstStyle>
            <a:lvl1pPr marL="0" indent="0">
              <a:buNone/>
              <a:defRPr>
                <a:latin typeface="Source Sans Pro" panose="020B0503030403020204" pitchFamily="34" charset="0"/>
                <a:ea typeface="Source Sans Pro" panose="020B0503030403020204" pitchFamily="34" charset="0"/>
              </a:defRPr>
            </a:lvl1pPr>
          </a:lstStyle>
          <a:p>
            <a:r>
              <a:rPr lang="en-US" noProof="0"/>
              <a:t>Add object</a:t>
            </a:r>
          </a:p>
        </p:txBody>
      </p:sp>
      <p:sp>
        <p:nvSpPr>
          <p:cNvPr id="29" name="Textplatzhalter 8">
            <a:extLst>
              <a:ext uri="{FF2B5EF4-FFF2-40B4-BE49-F238E27FC236}">
                <a16:creationId xmlns:a16="http://schemas.microsoft.com/office/drawing/2014/main" id="{7B6B3BEA-CAE6-E795-B307-D0B7FF5C7B13}"/>
              </a:ext>
            </a:extLst>
          </p:cNvPr>
          <p:cNvSpPr>
            <a:spLocks noGrp="1"/>
          </p:cNvSpPr>
          <p:nvPr>
            <p:ph type="body" sz="quarter" idx="22" hasCustomPrompt="1"/>
          </p:nvPr>
        </p:nvSpPr>
        <p:spPr>
          <a:xfrm>
            <a:off x="8384757" y="1020592"/>
            <a:ext cx="3386138" cy="275945"/>
          </a:xfrm>
        </p:spPr>
        <p:txBody>
          <a:bodyPr/>
          <a:lstStyle>
            <a:lvl1pPr marL="0" indent="0">
              <a:spcBef>
                <a:spcPts val="200"/>
              </a:spcBef>
              <a:buNone/>
              <a:defRPr sz="800">
                <a:latin typeface="Source Sans Pro" panose="020B0503030403020204" pitchFamily="34" charset="0"/>
                <a:ea typeface="Source Sans Pro" panose="020B0503030403020204" pitchFamily="34" charset="0"/>
              </a:defRPr>
            </a:lvl1pPr>
          </a:lstStyle>
          <a:p>
            <a:r>
              <a:rPr lang="en-US" noProof="0"/>
              <a:t>Example Fig.: Lorem Ipsum </a:t>
            </a:r>
          </a:p>
        </p:txBody>
      </p:sp>
      <p:sp>
        <p:nvSpPr>
          <p:cNvPr id="30" name="Inhaltsplatzhalter 9">
            <a:extLst>
              <a:ext uri="{FF2B5EF4-FFF2-40B4-BE49-F238E27FC236}">
                <a16:creationId xmlns:a16="http://schemas.microsoft.com/office/drawing/2014/main" id="{823ED5C8-267C-F15D-5CB8-A09D07ACD0D1}"/>
              </a:ext>
            </a:extLst>
          </p:cNvPr>
          <p:cNvSpPr>
            <a:spLocks noGrp="1"/>
          </p:cNvSpPr>
          <p:nvPr>
            <p:ph sz="quarter" idx="23" hasCustomPrompt="1"/>
          </p:nvPr>
        </p:nvSpPr>
        <p:spPr>
          <a:xfrm>
            <a:off x="8384757" y="4068707"/>
            <a:ext cx="3386138" cy="2065393"/>
          </a:xfrm>
        </p:spPr>
        <p:txBody>
          <a:bodyPr/>
          <a:lstStyle>
            <a:lvl1pPr marL="0" indent="0">
              <a:buNone/>
              <a:defRPr>
                <a:latin typeface="Source Sans Pro" panose="020B0503030403020204" pitchFamily="34" charset="0"/>
                <a:ea typeface="Source Sans Pro" panose="020B0503030403020204" pitchFamily="34" charset="0"/>
              </a:defRPr>
            </a:lvl1pPr>
          </a:lstStyle>
          <a:p>
            <a:r>
              <a:rPr lang="en-US" noProof="0"/>
              <a:t>Add object</a:t>
            </a:r>
          </a:p>
        </p:txBody>
      </p:sp>
      <p:sp>
        <p:nvSpPr>
          <p:cNvPr id="31" name="Textplatzhalter 10">
            <a:extLst>
              <a:ext uri="{FF2B5EF4-FFF2-40B4-BE49-F238E27FC236}">
                <a16:creationId xmlns:a16="http://schemas.microsoft.com/office/drawing/2014/main" id="{2F837B84-8C2C-853F-0A5B-CB7701E4956A}"/>
              </a:ext>
            </a:extLst>
          </p:cNvPr>
          <p:cNvSpPr>
            <a:spLocks noGrp="1"/>
          </p:cNvSpPr>
          <p:nvPr>
            <p:ph type="body" sz="quarter" idx="24" hasCustomPrompt="1"/>
          </p:nvPr>
        </p:nvSpPr>
        <p:spPr>
          <a:xfrm>
            <a:off x="8384757" y="3725863"/>
            <a:ext cx="3386138" cy="275945"/>
          </a:xfrm>
          <a:ln>
            <a:noFill/>
          </a:ln>
        </p:spPr>
        <p:txBody>
          <a:bodyPr vert="horz" lIns="0" tIns="0" rIns="0" bIns="0" rtlCol="0">
            <a:noAutofit/>
          </a:bodyPr>
          <a:lstStyle>
            <a:lvl1pPr>
              <a:spcBef>
                <a:spcPts val="200"/>
              </a:spcBef>
              <a:defRPr lang="en-US" sz="800" dirty="0">
                <a:latin typeface="Source Sans Pro" panose="020B0503030403020204" pitchFamily="34" charset="0"/>
                <a:ea typeface="Source Sans Pro" panose="020B0503030403020204" pitchFamily="34" charset="0"/>
              </a:defRPr>
            </a:lvl1pPr>
          </a:lstStyle>
          <a:p>
            <a:r>
              <a:rPr lang="en-US" noProof="0"/>
              <a:t>Example Fig.: Lorem Ipsum </a:t>
            </a:r>
          </a:p>
        </p:txBody>
      </p:sp>
      <p:sp>
        <p:nvSpPr>
          <p:cNvPr id="2" name="Textplatzhalter 2">
            <a:extLst>
              <a:ext uri="{FF2B5EF4-FFF2-40B4-BE49-F238E27FC236}">
                <a16:creationId xmlns:a16="http://schemas.microsoft.com/office/drawing/2014/main" id="{0B379B73-8A55-04C2-552F-2589C049E929}"/>
              </a:ext>
            </a:extLst>
          </p:cNvPr>
          <p:cNvSpPr>
            <a:spLocks noGrp="1" noRot="1" noMove="1" noResize="1" noEditPoints="1" noAdjustHandles="1" noChangeArrowheads="1" noChangeShapeType="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en-US"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Title always in capitals</a:t>
            </a:r>
            <a:endParaRPr kumimoji="0" lang="en-US"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37008738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ußzeilenplatzhalter 2">
            <a:extLst>
              <a:ext uri="{FF2B5EF4-FFF2-40B4-BE49-F238E27FC236}">
                <a16:creationId xmlns:a16="http://schemas.microsoft.com/office/drawing/2014/main" id="{254730E7-D1FB-06FC-1DE9-9630E18BC6FB}"/>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lnSpc>
                <a:spcPct val="120000"/>
              </a:lnSpc>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p>
        </p:txBody>
      </p:sp>
      <p:sp>
        <p:nvSpPr>
          <p:cNvPr id="9" name="Textplatzhalter 7">
            <a:extLst>
              <a:ext uri="{FF2B5EF4-FFF2-40B4-BE49-F238E27FC236}">
                <a16:creationId xmlns:a16="http://schemas.microsoft.com/office/drawing/2014/main" id="{0B707E78-B684-7038-3EDA-0DF038E0DCDA}"/>
              </a:ext>
            </a:extLst>
          </p:cNvPr>
          <p:cNvSpPr>
            <a:spLocks noGrp="1"/>
          </p:cNvSpPr>
          <p:nvPr>
            <p:ph type="body" idx="1"/>
          </p:nvPr>
        </p:nvSpPr>
        <p:spPr>
          <a:xfrm>
            <a:off x="420688" y="1018141"/>
            <a:ext cx="11350208" cy="5112141"/>
          </a:xfrm>
          <a:prstGeom prst="rect">
            <a:avLst/>
          </a:prstGeom>
          <a:ln>
            <a:noFill/>
          </a:ln>
        </p:spPr>
        <p:txBody>
          <a:bodyPr vert="horz" lIns="0" tIns="0" rIns="0" bIns="0" rtlCol="0">
            <a:noAutofit/>
          </a:bodyPr>
          <a:lstStyle/>
          <a:p>
            <a:pPr marL="457200" indent="-457200">
              <a:lnSpc>
                <a:spcPct val="120000"/>
              </a:lnSpc>
              <a:spcBef>
                <a:spcPts val="0"/>
              </a:spcBef>
              <a:buClr>
                <a:schemeClr val="accent5"/>
              </a:buClr>
              <a:buFont typeface="Symbol" pitchFamily="2" charset="2"/>
              <a:buChar char="-"/>
            </a:pPr>
            <a:r>
              <a:rPr lang="de-DE" b="0" i="0" noProof="0">
                <a:latin typeface="Source Sans Pro" panose="020B0503030403020204" pitchFamily="34" charset="0"/>
                <a:ea typeface="Source Sans Pro" panose="020B0503030403020204" pitchFamily="34" charset="0"/>
              </a:rPr>
              <a:t>Erste Ebene, Aufzählung, Source Sans Pro Regular, 32 </a:t>
            </a:r>
            <a:r>
              <a:rPr lang="de-DE" b="0" i="0" noProof="0" err="1">
                <a:latin typeface="Source Sans Pro" panose="020B0503030403020204" pitchFamily="34" charset="0"/>
                <a:ea typeface="Source Sans Pro" panose="020B0503030403020204" pitchFamily="34" charset="0"/>
              </a:rPr>
              <a:t>pt</a:t>
            </a:r>
            <a:r>
              <a:rPr lang="de-DE" b="0" i="0" noProof="0">
                <a:latin typeface="Source Sans Pro" panose="020B0503030403020204" pitchFamily="34" charset="0"/>
                <a:ea typeface="Source Sans Pro" panose="020B0503030403020204" pitchFamily="34" charset="0"/>
              </a:rPr>
              <a:t>.</a:t>
            </a:r>
          </a:p>
          <a:p>
            <a:pPr marL="638175" lvl="1" indent="-457200">
              <a:buClr>
                <a:schemeClr val="accent5"/>
              </a:buClr>
              <a:buFont typeface="Symbol" pitchFamily="2" charset="2"/>
              <a:buChar char="-"/>
            </a:pPr>
            <a:r>
              <a:rPr lang="de-DE" i="0" noProof="0">
                <a:latin typeface="Source Sans Pro" panose="020B0503030403020204" pitchFamily="34" charset="0"/>
                <a:ea typeface="Source Sans Pro" panose="020B0503030403020204" pitchFamily="34" charset="0"/>
              </a:rPr>
              <a:t>Zweite Ebene, Source Sans Pro Regular, 28 </a:t>
            </a:r>
            <a:r>
              <a:rPr lang="de-DE" i="0" noProof="0" err="1">
                <a:latin typeface="Source Sans Pro" panose="020B0503030403020204" pitchFamily="34" charset="0"/>
                <a:ea typeface="Source Sans Pro" panose="020B0503030403020204" pitchFamily="34" charset="0"/>
              </a:rPr>
              <a:t>pt</a:t>
            </a:r>
            <a:r>
              <a:rPr lang="de-DE" i="0" noProof="0">
                <a:latin typeface="Source Sans Pro" panose="020B0503030403020204" pitchFamily="34" charset="0"/>
                <a:ea typeface="Source Sans Pro" panose="020B0503030403020204" pitchFamily="34" charset="0"/>
              </a:rPr>
              <a:t>. </a:t>
            </a:r>
          </a:p>
          <a:p>
            <a:pPr marL="819150" lvl="2" indent="-457200">
              <a:buClr>
                <a:schemeClr val="accent5"/>
              </a:buClr>
              <a:buFont typeface="Symbol" pitchFamily="2" charset="2"/>
              <a:buChar char="-"/>
            </a:pPr>
            <a:r>
              <a:rPr lang="de-DE" noProof="0">
                <a:latin typeface="Source Sans Pro" panose="020B0503030403020204" pitchFamily="34" charset="0"/>
                <a:ea typeface="Source Sans Pro" panose="020B0503030403020204" pitchFamily="34" charset="0"/>
              </a:rPr>
              <a:t>Dritte Ebene, Source Sans Pro Regular, 24 </a:t>
            </a:r>
            <a:r>
              <a:rPr lang="de-DE"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a:t>
            </a:r>
          </a:p>
          <a:p>
            <a:pPr marL="1000125" lvl="3" indent="-457200">
              <a:buClr>
                <a:schemeClr val="accent5"/>
              </a:buClr>
              <a:buFont typeface="Symbol" pitchFamily="2" charset="2"/>
              <a:buChar char="-"/>
            </a:pPr>
            <a:r>
              <a:rPr lang="de-DE" noProof="0">
                <a:latin typeface="Source Sans Pro" panose="020B0503030403020204" pitchFamily="34" charset="0"/>
                <a:ea typeface="Source Sans Pro" panose="020B0503030403020204" pitchFamily="34" charset="0"/>
              </a:rPr>
              <a:t>Vierte Ebene, Source Sans Pro Regular, 20 </a:t>
            </a:r>
            <a:r>
              <a:rPr lang="de-DE"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a:t>
            </a:r>
          </a:p>
          <a:p>
            <a:pPr marL="457200" indent="-457200">
              <a:lnSpc>
                <a:spcPct val="120000"/>
              </a:lnSpc>
              <a:spcBef>
                <a:spcPts val="0"/>
              </a:spcBef>
              <a:buFont typeface="Symbol" pitchFamily="2" charset="2"/>
              <a:buChar char="-"/>
            </a:pPr>
            <a:endParaRPr lang="de-DE" i="0" noProof="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757824559"/>
      </p:ext>
    </p:extLst>
  </p:cSld>
  <p:clrMap bg1="lt1" tx1="dk1" bg2="lt2" tx2="dk2" accent1="accent1" accent2="accent2" accent3="accent3" accent4="accent4" accent5="accent5" accent6="accent6" hlink="hlink" folHlink="folHlink"/>
  <p:sldLayoutIdLst>
    <p:sldLayoutId id="2147483649" r:id="rId1"/>
    <p:sldLayoutId id="2147483862" r:id="rId2"/>
    <p:sldLayoutId id="2147483870" r:id="rId3"/>
    <p:sldLayoutId id="2147483863" r:id="rId4"/>
    <p:sldLayoutId id="2147483864" r:id="rId5"/>
    <p:sldLayoutId id="2147483866" r:id="rId6"/>
    <p:sldLayoutId id="2147483865" r:id="rId7"/>
    <p:sldLayoutId id="2147483815" r:id="rId8"/>
    <p:sldLayoutId id="2147483878" r:id="rId9"/>
    <p:sldLayoutId id="2147483814" r:id="rId10"/>
    <p:sldLayoutId id="2147483873" r:id="rId11"/>
    <p:sldLayoutId id="2147483811" r:id="rId12"/>
    <p:sldLayoutId id="2147483871" r:id="rId13"/>
    <p:sldLayoutId id="2147483875" r:id="rId14"/>
    <p:sldLayoutId id="2147483876" r:id="rId15"/>
    <p:sldLayoutId id="2147483879" r:id="rId16"/>
    <p:sldLayoutId id="2147483877" r:id="rId17"/>
    <p:sldLayoutId id="2147483880" r:id="rId18"/>
    <p:sldLayoutId id="2147483881" r:id="rId19"/>
    <p:sldLayoutId id="2147483872" r:id="rId20"/>
    <p:sldLayoutId id="2147483869" r:id="rId21"/>
    <p:sldLayoutId id="2147483812" r:id="rId22"/>
    <p:sldLayoutId id="2147483868" r:id="rId23"/>
    <p:sldLayoutId id="2147483809" r:id="rId24"/>
    <p:sldLayoutId id="2147483810" r:id="rId25"/>
    <p:sldLayoutId id="2147483761" r:id="rId26"/>
    <p:sldLayoutId id="2147483808" r:id="rId27"/>
    <p:sldLayoutId id="2147483749" r:id="rId28"/>
    <p:sldLayoutId id="2147483748" r:id="rId29"/>
    <p:sldLayoutId id="2147483750" r:id="rId30"/>
    <p:sldLayoutId id="2147483746" r:id="rId31"/>
    <p:sldLayoutId id="2147483745" r:id="rId32"/>
    <p:sldLayoutId id="2147483751" r:id="rId33"/>
    <p:sldLayoutId id="2147483743" r:id="rId34"/>
    <p:sldLayoutId id="2147483755" r:id="rId35"/>
    <p:sldLayoutId id="2147483756" r:id="rId36"/>
    <p:sldLayoutId id="2147483867" r:id="rId37"/>
    <p:sldLayoutId id="2147483882" r:id="rId38"/>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Clr>
          <a:schemeClr val="accent5"/>
        </a:buClr>
        <a:buFontTx/>
        <a:buNone/>
        <a:defRPr sz="3200" kern="1200">
          <a:solidFill>
            <a:schemeClr val="tx1"/>
          </a:solidFill>
          <a:latin typeface="+mn-lt"/>
          <a:ea typeface="+mn-ea"/>
          <a:cs typeface="+mn-cs"/>
        </a:defRPr>
      </a:lvl1pPr>
      <a:lvl2pPr marL="180975" indent="0" algn="l" defTabSz="914400" rtl="0" eaLnBrk="1" latinLnBrk="0" hangingPunct="1">
        <a:lnSpc>
          <a:spcPct val="120000"/>
        </a:lnSpc>
        <a:spcBef>
          <a:spcPts val="200"/>
        </a:spcBef>
        <a:buClr>
          <a:schemeClr val="accent5"/>
        </a:buClr>
        <a:buFontTx/>
        <a:buNone/>
        <a:defRPr sz="2800" b="0" i="0" kern="1200">
          <a:solidFill>
            <a:schemeClr val="tx1"/>
          </a:solidFill>
          <a:latin typeface="Source Sans Pro" panose="020B0503030403020204" pitchFamily="34" charset="0"/>
          <a:ea typeface="Source Sans Pro" panose="020B0503030403020204" pitchFamily="34" charset="0"/>
          <a:cs typeface="+mn-cs"/>
        </a:defRPr>
      </a:lvl2pPr>
      <a:lvl3pPr marL="361950" indent="0" algn="l" defTabSz="914400" rtl="0" eaLnBrk="1" latinLnBrk="0" hangingPunct="1">
        <a:lnSpc>
          <a:spcPct val="120000"/>
        </a:lnSpc>
        <a:spcBef>
          <a:spcPts val="200"/>
        </a:spcBef>
        <a:buClr>
          <a:schemeClr val="accent5"/>
        </a:buClr>
        <a:buFontTx/>
        <a:buNone/>
        <a:defRPr sz="2400" kern="1200">
          <a:solidFill>
            <a:schemeClr val="tx1"/>
          </a:solidFill>
          <a:latin typeface="+mn-lt"/>
          <a:ea typeface="+mn-ea"/>
          <a:cs typeface="+mn-cs"/>
        </a:defRPr>
      </a:lvl3pPr>
      <a:lvl4pPr marL="1000800" indent="0" algn="l" defTabSz="914400" rtl="0" eaLnBrk="1" latinLnBrk="0" hangingPunct="1">
        <a:lnSpc>
          <a:spcPct val="120000"/>
        </a:lnSpc>
        <a:spcBef>
          <a:spcPts val="200"/>
        </a:spcBef>
        <a:buClr>
          <a:schemeClr val="accent5"/>
        </a:buClr>
        <a:buFontTx/>
        <a:buNone/>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image" Target="../media/image3.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ext Placeholder 6"/>
          <p:cNvSpPr>
            <a:spLocks noGrp="1"/>
          </p:cNvSpPr>
          <p:nvPr>
            <p:ph type="body" idx="10" sz="quarter"/>
          </p:nvPr>
        </p:nvSpPr>
        <p:spPr/>
        <p:txBody>
          <a:bodyPr/>
          <a:lstStyle/>
          <a:p>
            <a:r>
              <a:t>OLAP storage models</a:t>
            </a:r>
          </a:p>
        </p:txBody>
      </p:sp>
      <p:sp>
        <p:nvSpPr>
          <p:cNvPr id="8" name="TextBox 7"/>
          <p:cNvSpPr txBox="1"/>
          <p:nvPr/>
        </p:nvSpPr>
        <p:spPr>
          <a:xfrm>
            <a:off x="420624" y="6309360"/>
            <a:ext cx="10460736" cy="256032"/>
          </a:xfrm>
          <a:prstGeom prst="rect">
            <a:avLst/>
          </a:prstGeom>
          <a:noFill/>
        </p:spPr>
        <p:txBody>
          <a:bodyPr wrap="square" lIns="0" rIns="0" tIns="0" bIns="0">
            <a:spAutoFit/>
          </a:bodyPr>
          <a:lstStyle/>
          <a:p>
            <a:pPr algn="l"/>
            <a:r>
              <a:rPr sz="800" b="0" i="0">
                <a:solidFill>
                  <a:srgbClr val="1D1D1F"/>
                </a:solidFill>
                <a:latin typeface="Source Sans Pro"/>
              </a:rPr>
              <a:t>Source Cartoon: Drozdzynski, 2025.</a:t>
            </a:r>
          </a:p>
        </p:txBody>
      </p:sp>
      <p:sp>
        <p:nvSpPr>
          <p:cNvPr id="9" name="Rounded Rectangle 8"/>
          <p:cNvSpPr/>
          <p:nvPr/>
        </p:nvSpPr>
        <p:spPr>
          <a:xfrm>
            <a:off x="640080" y="877824"/>
            <a:ext cx="10451592" cy="512064"/>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2400" b="0" i="0">
                <a:solidFill>
                  <a:srgbClr val="FFFFFF"/>
                </a:solidFill>
                <a:latin typeface="Source Sans Pro"/>
              </a:rPr>
              <a:t>Same warehouse, same question – very different response times</a:t>
            </a:r>
          </a:p>
        </p:txBody>
      </p:sp>
      <p:sp>
        <p:nvSpPr>
          <p:cNvPr id="10" name="Oval Callout 9"/>
          <p:cNvSpPr/>
          <p:nvPr/>
        </p:nvSpPr>
        <p:spPr>
          <a:xfrm>
            <a:off x="1874519" y="1627632"/>
            <a:ext cx="3794760" cy="2057400"/>
          </a:xfrm>
          <a:prstGeom prst="wedgeEllipseCallout">
            <a:avLst>
              <a:gd name="adj1" fmla="val -55000"/>
              <a:gd name="adj2" fmla="val 75000"/>
            </a:avLst>
          </a:prstGeom>
          <a:solidFill>
            <a:srgbClr val="FFFFFF"/>
          </a:solidFill>
          <a:ln w="12700">
            <a:solidFill>
              <a:srgbClr val="8A8A8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400" b="0" i="0">
                <a:solidFill>
                  <a:srgbClr val="1D1D1F"/>
                </a:solidFill>
                <a:latin typeface="Source Sans Pro"/>
              </a:rPr>
              <a:t>The monthly revenue chart opens instantly. Drilling into single receipts takes half a minute. Same data – why?</a:t>
            </a:r>
          </a:p>
        </p:txBody>
      </p:sp>
      <p:pic>
        <p:nvPicPr>
          <p:cNvPr id="11" name="Picture 10" descr="sofia.jpeg"/>
          <p:cNvPicPr>
            <a:picLocks noChangeAspect="1"/>
          </p:cNvPicPr>
          <p:nvPr/>
        </p:nvPicPr>
        <p:blipFill>
          <a:blip r:embed="rId2"/>
          <a:stretch>
            <a:fillRect/>
          </a:stretch>
        </p:blipFill>
        <p:spPr>
          <a:xfrm>
            <a:off x="777240" y="3657600"/>
            <a:ext cx="1213198" cy="2240280"/>
          </a:xfrm>
          <a:prstGeom prst="rect">
            <a:avLst/>
          </a:prstGeom>
        </p:spPr>
      </p:pic>
      <p:sp>
        <p:nvSpPr>
          <p:cNvPr id="12" name="Rounded Rectangle 11"/>
          <p:cNvSpPr/>
          <p:nvPr/>
        </p:nvSpPr>
        <p:spPr>
          <a:xfrm>
            <a:off x="6035040" y="1645920"/>
            <a:ext cx="5733288" cy="411480"/>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1700" b="0" i="0">
                <a:solidFill>
                  <a:srgbClr val="FFFFFF"/>
                </a:solidFill>
                <a:latin typeface="Source Sans Pro"/>
              </a:rPr>
              <a:t>What Sofia’s BI team has to serve</a:t>
            </a:r>
          </a:p>
        </p:txBody>
      </p:sp>
      <p:sp>
        <p:nvSpPr>
          <p:cNvPr id="13" name="TextBox 12"/>
          <p:cNvSpPr txBox="1"/>
          <p:nvPr/>
        </p:nvSpPr>
        <p:spPr>
          <a:xfrm>
            <a:off x="6035040" y="2212848"/>
            <a:ext cx="5733288" cy="2103120"/>
          </a:xfrm>
          <a:prstGeom prst="rect">
            <a:avLst/>
          </a:prstGeom>
          <a:noFill/>
        </p:spPr>
        <p:txBody>
          <a:bodyPr wrap="square" lIns="0" rIns="0" tIns="0" bIns="0">
            <a:spAutoFit/>
          </a:bodyPr>
          <a:lstStyle/>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Five years of receipt lines from two coffee houses and the bike</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Management asks aggregated questions: revenue per house, month and product group</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Analysts ask detail questions: which receipt, which hour, which barista</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One star schema can answer both – but not at the same speed</a:t>
            </a:r>
          </a:p>
        </p:txBody>
      </p:sp>
      <p:sp>
        <p:nvSpPr>
          <p:cNvPr id="14" name="Rounded Rectangle 13"/>
          <p:cNvSpPr/>
          <p:nvPr/>
        </p:nvSpPr>
        <p:spPr>
          <a:xfrm>
            <a:off x="6035040" y="4663440"/>
            <a:ext cx="5733288" cy="1188720"/>
          </a:xfrm>
          <a:prstGeom prst="roundRect">
            <a:avLst/>
          </a:prstGeom>
          <a:solidFill>
            <a:srgbClr val="FF9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r>
              <a:rPr sz="1500" b="1" i="0">
                <a:solidFill>
                  <a:srgbClr val="FFFFFF"/>
                </a:solidFill>
                <a:latin typeface="Source Sans Pro"/>
              </a:rPr>
              <a:t>The storage question:  </a:t>
            </a:r>
            <a:r>
              <a:rPr sz="1500" b="0" i="0">
                <a:solidFill>
                  <a:srgbClr val="FFFFFF"/>
                </a:solidFill>
                <a:latin typeface="Source Sans Pro"/>
              </a:rPr>
              <a:t>MOLAP, ROLAP and HOLAP do not change what you may ask – they decide where the aggregates physically live.</a:t>
            </a:r>
          </a:p>
        </p:txBody>
      </p:sp>
      <p:sp>
        <p:nvSpPr>
          <p:cNvPr id="15" name="TextBox 14"/>
          <p:cNvSpPr txBox="1"/>
          <p:nvPr/>
        </p:nvSpPr>
        <p:spPr>
          <a:xfrm>
            <a:off x="6035040" y="5925312"/>
            <a:ext cx="5733288" cy="256032"/>
          </a:xfrm>
          <a:prstGeom prst="rect">
            <a:avLst/>
          </a:prstGeom>
          <a:noFill/>
        </p:spPr>
        <p:txBody>
          <a:bodyPr wrap="square" lIns="0" rIns="0" tIns="0" bIns="0">
            <a:spAutoFit/>
          </a:bodyPr>
          <a:lstStyle/>
          <a:p>
            <a:pPr algn="l"/>
            <a:r>
              <a:rPr sz="1100" b="0" i="1">
                <a:solidFill>
                  <a:srgbClr val="8A8A89"/>
                </a:solidFill>
                <a:latin typeface="Source Sans Pro"/>
              </a:rPr>
              <a:t>M = multidimensional · R = relational · H = hybrid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ext Placeholder 6"/>
          <p:cNvSpPr>
            <a:spLocks noGrp="1"/>
          </p:cNvSpPr>
          <p:nvPr>
            <p:ph type="body" idx="10" sz="quarter"/>
          </p:nvPr>
        </p:nvSpPr>
        <p:spPr/>
        <p:txBody>
          <a:bodyPr/>
          <a:lstStyle/>
          <a:p>
            <a:r>
              <a:t>OLAP storage models</a:t>
            </a:r>
          </a:p>
        </p:txBody>
      </p:sp>
      <p:sp>
        <p:nvSpPr>
          <p:cNvPr id="8" name="Rounded Rectangle 7"/>
          <p:cNvSpPr/>
          <p:nvPr/>
        </p:nvSpPr>
        <p:spPr>
          <a:xfrm>
            <a:off x="640080" y="877824"/>
            <a:ext cx="10451592" cy="512064"/>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2400" b="0" i="0">
                <a:solidFill>
                  <a:srgbClr val="FFFFFF"/>
                </a:solidFill>
                <a:latin typeface="Source Sans Pro"/>
              </a:rPr>
              <a:t>MOLAP – aggregates pre-computed in a multidimensional cube</a:t>
            </a:r>
          </a:p>
        </p:txBody>
      </p:sp>
      <p:sp>
        <p:nvSpPr>
          <p:cNvPr id="9" name="Cube 8"/>
          <p:cNvSpPr/>
          <p:nvPr/>
        </p:nvSpPr>
        <p:spPr>
          <a:xfrm>
            <a:off x="1920240" y="1664208"/>
            <a:ext cx="2103120" cy="1417320"/>
          </a:xfrm>
          <a:prstGeom prst="cube">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212848"/>
            <a:ext cx="1097280" cy="274320"/>
          </a:xfrm>
          <a:prstGeom prst="rect">
            <a:avLst/>
          </a:prstGeom>
          <a:noFill/>
        </p:spPr>
        <p:txBody>
          <a:bodyPr wrap="square" lIns="0" rIns="0" tIns="0" bIns="0">
            <a:spAutoFit/>
          </a:bodyPr>
          <a:lstStyle/>
          <a:p>
            <a:pPr algn="r"/>
            <a:r>
              <a:rPr sz="1300" b="1" i="0">
                <a:solidFill>
                  <a:srgbClr val="166980"/>
                </a:solidFill>
                <a:latin typeface="Source Sans Pro"/>
              </a:rPr>
              <a:t>Time</a:t>
            </a:r>
          </a:p>
        </p:txBody>
      </p:sp>
      <p:sp>
        <p:nvSpPr>
          <p:cNvPr id="11" name="TextBox 10"/>
          <p:cNvSpPr txBox="1"/>
          <p:nvPr/>
        </p:nvSpPr>
        <p:spPr>
          <a:xfrm>
            <a:off x="4206240" y="1783080"/>
            <a:ext cx="1280160" cy="274320"/>
          </a:xfrm>
          <a:prstGeom prst="rect">
            <a:avLst/>
          </a:prstGeom>
          <a:noFill/>
        </p:spPr>
        <p:txBody>
          <a:bodyPr wrap="square" lIns="0" rIns="0" tIns="0" bIns="0">
            <a:spAutoFit/>
          </a:bodyPr>
          <a:lstStyle/>
          <a:p>
            <a:pPr algn="l"/>
            <a:r>
              <a:rPr sz="1300" b="1" i="0">
                <a:solidFill>
                  <a:srgbClr val="166980"/>
                </a:solidFill>
                <a:latin typeface="Source Sans Pro"/>
              </a:rPr>
              <a:t>Outlet</a:t>
            </a:r>
          </a:p>
        </p:txBody>
      </p:sp>
      <p:sp>
        <p:nvSpPr>
          <p:cNvPr id="12" name="TextBox 11"/>
          <p:cNvSpPr txBox="1"/>
          <p:nvPr/>
        </p:nvSpPr>
        <p:spPr>
          <a:xfrm>
            <a:off x="4206240" y="2761488"/>
            <a:ext cx="1280160" cy="274320"/>
          </a:xfrm>
          <a:prstGeom prst="rect">
            <a:avLst/>
          </a:prstGeom>
          <a:noFill/>
        </p:spPr>
        <p:txBody>
          <a:bodyPr wrap="square" lIns="0" rIns="0" tIns="0" bIns="0">
            <a:spAutoFit/>
          </a:bodyPr>
          <a:lstStyle/>
          <a:p>
            <a:pPr algn="l"/>
            <a:r>
              <a:rPr sz="1300" b="1" i="0">
                <a:solidFill>
                  <a:srgbClr val="166980"/>
                </a:solidFill>
                <a:latin typeface="Source Sans Pro"/>
              </a:rPr>
              <a:t>Product</a:t>
            </a:r>
          </a:p>
        </p:txBody>
      </p:sp>
      <p:sp>
        <p:nvSpPr>
          <p:cNvPr id="13" name="TextBox 12"/>
          <p:cNvSpPr txBox="1"/>
          <p:nvPr/>
        </p:nvSpPr>
        <p:spPr>
          <a:xfrm>
            <a:off x="640080" y="3310128"/>
            <a:ext cx="5367528" cy="274320"/>
          </a:xfrm>
          <a:prstGeom prst="rect">
            <a:avLst/>
          </a:prstGeom>
          <a:noFill/>
        </p:spPr>
        <p:txBody>
          <a:bodyPr wrap="square" lIns="0" rIns="0" tIns="0" bIns="0">
            <a:spAutoFit/>
          </a:bodyPr>
          <a:lstStyle/>
          <a:p>
            <a:pPr algn="ctr"/>
            <a:r>
              <a:rPr sz="1200" b="0" i="1">
                <a:solidFill>
                  <a:srgbClr val="8A8A89"/>
                </a:solidFill>
                <a:latin typeface="Source Sans Pro"/>
              </a:rPr>
              <a:t>One stored value per cell – filled at processing time</a:t>
            </a:r>
          </a:p>
        </p:txBody>
      </p:sp>
      <p:sp>
        <p:nvSpPr>
          <p:cNvPr id="14" name="Rounded Rectangle 13"/>
          <p:cNvSpPr/>
          <p:nvPr/>
        </p:nvSpPr>
        <p:spPr>
          <a:xfrm>
            <a:off x="6400800" y="1645920"/>
            <a:ext cx="5367528" cy="384048"/>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1600" b="0" i="0">
                <a:solidFill>
                  <a:srgbClr val="FFFFFF"/>
                </a:solidFill>
                <a:latin typeface="Source Sans Pro"/>
              </a:rPr>
              <a:t>How it works</a:t>
            </a:r>
          </a:p>
        </p:txBody>
      </p:sp>
      <p:sp>
        <p:nvSpPr>
          <p:cNvPr id="15" name="TextBox 14"/>
          <p:cNvSpPr txBox="1"/>
          <p:nvPr/>
        </p:nvSpPr>
        <p:spPr>
          <a:xfrm>
            <a:off x="6400800" y="2167128"/>
            <a:ext cx="5367528" cy="1463040"/>
          </a:xfrm>
          <a:prstGeom prst="rect">
            <a:avLst/>
          </a:prstGeom>
          <a:noFill/>
        </p:spPr>
        <p:txBody>
          <a:bodyPr wrap="square" lIns="0" rIns="0" tIns="0" bIns="0">
            <a:spAutoFit/>
          </a:bodyPr>
          <a:lstStyle/>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Facts and aggregates are copied into a proprietary multidimensional store</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Sums for every combination of hierarchy levels are calculated in advance</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Queries read a cell instead of scanning and grouping rows</a:t>
            </a:r>
          </a:p>
        </p:txBody>
      </p:sp>
      <p:sp>
        <p:nvSpPr>
          <p:cNvPr id="16" name="Rounded Rectangle 15"/>
          <p:cNvSpPr/>
          <p:nvPr/>
        </p:nvSpPr>
        <p:spPr>
          <a:xfrm>
            <a:off x="640080" y="4069080"/>
            <a:ext cx="5367528" cy="384048"/>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1600" b="0" i="0">
                <a:solidFill>
                  <a:srgbClr val="FFFFFF"/>
                </a:solidFill>
                <a:latin typeface="Source Sans Pro"/>
              </a:rPr>
              <a:t>Advantages</a:t>
            </a:r>
          </a:p>
        </p:txBody>
      </p:sp>
      <p:sp>
        <p:nvSpPr>
          <p:cNvPr id="17" name="TextBox 16"/>
          <p:cNvSpPr txBox="1"/>
          <p:nvPr/>
        </p:nvSpPr>
        <p:spPr>
          <a:xfrm>
            <a:off x="640080" y="4590288"/>
            <a:ext cx="5367528" cy="1554480"/>
          </a:xfrm>
          <a:prstGeom prst="rect">
            <a:avLst/>
          </a:prstGeom>
          <a:noFill/>
        </p:spPr>
        <p:txBody>
          <a:bodyPr wrap="square" lIns="0" rIns="0" tIns="0" bIns="0">
            <a:spAutoFit/>
          </a:bodyPr>
          <a:lstStyle/>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Fastest response on aggregated questions – no joins, no GROUP BY at run time</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Compact storage and strong compression for dense data</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Hierarchies, time intelligence and complex calculations are native to the engine</a:t>
            </a:r>
          </a:p>
        </p:txBody>
      </p:sp>
      <p:sp>
        <p:nvSpPr>
          <p:cNvPr id="18" name="Rounded Rectangle 17"/>
          <p:cNvSpPr/>
          <p:nvPr/>
        </p:nvSpPr>
        <p:spPr>
          <a:xfrm>
            <a:off x="6400800" y="4069080"/>
            <a:ext cx="5367528" cy="384048"/>
          </a:xfrm>
          <a:prstGeom prst="roundRect">
            <a:avLst/>
          </a:prstGeom>
          <a:solidFill>
            <a:srgbClr val="FF9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1600" b="0" i="0">
                <a:solidFill>
                  <a:srgbClr val="FFFFFF"/>
                </a:solidFill>
                <a:latin typeface="Source Sans Pro"/>
              </a:rPr>
              <a:t>Limitations</a:t>
            </a:r>
          </a:p>
        </p:txBody>
      </p:sp>
      <p:sp>
        <p:nvSpPr>
          <p:cNvPr id="19" name="TextBox 18"/>
          <p:cNvSpPr txBox="1"/>
          <p:nvPr/>
        </p:nvSpPr>
        <p:spPr>
          <a:xfrm>
            <a:off x="6400800" y="4590288"/>
            <a:ext cx="5367528" cy="1554480"/>
          </a:xfrm>
          <a:prstGeom prst="rect">
            <a:avLst/>
          </a:prstGeom>
          <a:noFill/>
        </p:spPr>
        <p:txBody>
          <a:bodyPr wrap="square" lIns="0" rIns="0" tIns="0" bIns="0">
            <a:spAutoFit/>
          </a:bodyPr>
          <a:lstStyle/>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The cube must be processed – numbers are only as fresh as the last load</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Sparse dimensions cause data explosion: many cells, few of them filled</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Drill-through to a single receipt needs an extra path to the source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ext Placeholder 6"/>
          <p:cNvSpPr>
            <a:spLocks noGrp="1"/>
          </p:cNvSpPr>
          <p:nvPr>
            <p:ph type="body" idx="10" sz="quarter"/>
          </p:nvPr>
        </p:nvSpPr>
        <p:spPr/>
        <p:txBody>
          <a:bodyPr/>
          <a:lstStyle/>
          <a:p>
            <a:r>
              <a:t>OLAP storage models</a:t>
            </a:r>
          </a:p>
        </p:txBody>
      </p:sp>
      <p:sp>
        <p:nvSpPr>
          <p:cNvPr id="8" name="Rounded Rectangle 7"/>
          <p:cNvSpPr/>
          <p:nvPr/>
        </p:nvSpPr>
        <p:spPr>
          <a:xfrm>
            <a:off x="640080" y="877824"/>
            <a:ext cx="10451592" cy="512064"/>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2400" b="0" i="0">
                <a:solidFill>
                  <a:srgbClr val="FFFFFF"/>
                </a:solidFill>
                <a:latin typeface="Source Sans Pro"/>
              </a:rPr>
              <a:t>ROLAP – the data stays relational, SQL does the work</a:t>
            </a:r>
          </a:p>
        </p:txBody>
      </p:sp>
      <p:cxnSp>
        <p:nvCxnSpPr>
          <p:cNvPr id="9" name="Connector 8"/>
          <p:cNvCxnSpPr/>
          <p:nvPr/>
        </p:nvCxnSpPr>
        <p:spPr>
          <a:xfrm>
            <a:off x="1508760" y="1856232"/>
            <a:ext cx="1097280" cy="246888"/>
          </a:xfrm>
          <a:prstGeom prst="line">
            <a:avLst/>
          </a:prstGeom>
          <a:ln w="12700">
            <a:solidFill>
              <a:srgbClr val="209CB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434840" y="1856232"/>
            <a:ext cx="777239" cy="246888"/>
          </a:xfrm>
          <a:prstGeom prst="line">
            <a:avLst/>
          </a:prstGeom>
          <a:ln w="12700">
            <a:solidFill>
              <a:srgbClr val="209CB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508760" y="2606040"/>
            <a:ext cx="1097280" cy="329184"/>
          </a:xfrm>
          <a:prstGeom prst="line">
            <a:avLst/>
          </a:prstGeom>
          <a:ln w="12700">
            <a:solidFill>
              <a:srgbClr val="209CB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4434840" y="2606040"/>
            <a:ext cx="777239" cy="329184"/>
          </a:xfrm>
          <a:prstGeom prst="line">
            <a:avLst/>
          </a:prstGeom>
          <a:ln w="12700">
            <a:solidFill>
              <a:srgbClr val="209CBD"/>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31520" y="1664208"/>
            <a:ext cx="1554480" cy="384048"/>
          </a:xfrm>
          <a:prstGeom prst="rect">
            <a:avLst/>
          </a:prstGeom>
          <a:solidFill>
            <a:srgbClr val="E3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0" i="0">
                <a:solidFill>
                  <a:srgbClr val="166980"/>
                </a:solidFill>
                <a:latin typeface="Courier New"/>
              </a:rPr>
              <a:t>DIM_DATE</a:t>
            </a:r>
          </a:p>
        </p:txBody>
      </p:sp>
      <p:sp>
        <p:nvSpPr>
          <p:cNvPr id="14" name="Rectangle 13"/>
          <p:cNvSpPr/>
          <p:nvPr/>
        </p:nvSpPr>
        <p:spPr>
          <a:xfrm>
            <a:off x="4434840" y="1664208"/>
            <a:ext cx="1554480" cy="384048"/>
          </a:xfrm>
          <a:prstGeom prst="rect">
            <a:avLst/>
          </a:prstGeom>
          <a:solidFill>
            <a:srgbClr val="E3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0" i="0">
                <a:solidFill>
                  <a:srgbClr val="166980"/>
                </a:solidFill>
                <a:latin typeface="Courier New"/>
              </a:rPr>
              <a:t>DIM_PRODUCT</a:t>
            </a:r>
          </a:p>
        </p:txBody>
      </p:sp>
      <p:sp>
        <p:nvSpPr>
          <p:cNvPr id="15" name="Rectangle 14"/>
          <p:cNvSpPr/>
          <p:nvPr/>
        </p:nvSpPr>
        <p:spPr>
          <a:xfrm>
            <a:off x="731520" y="2743200"/>
            <a:ext cx="1554480" cy="384048"/>
          </a:xfrm>
          <a:prstGeom prst="rect">
            <a:avLst/>
          </a:prstGeom>
          <a:solidFill>
            <a:srgbClr val="E3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0" i="0">
                <a:solidFill>
                  <a:srgbClr val="166980"/>
                </a:solidFill>
                <a:latin typeface="Courier New"/>
              </a:rPr>
              <a:t>DIM_OUTLET</a:t>
            </a:r>
          </a:p>
        </p:txBody>
      </p:sp>
      <p:sp>
        <p:nvSpPr>
          <p:cNvPr id="16" name="Rectangle 15"/>
          <p:cNvSpPr/>
          <p:nvPr/>
        </p:nvSpPr>
        <p:spPr>
          <a:xfrm>
            <a:off x="4434840" y="2743200"/>
            <a:ext cx="1554480" cy="384048"/>
          </a:xfrm>
          <a:prstGeom prst="rect">
            <a:avLst/>
          </a:prstGeom>
          <a:solidFill>
            <a:srgbClr val="E3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0" i="0">
                <a:solidFill>
                  <a:srgbClr val="166980"/>
                </a:solidFill>
                <a:latin typeface="Courier New"/>
              </a:rPr>
              <a:t>DIM_EMPLOYEE</a:t>
            </a:r>
          </a:p>
        </p:txBody>
      </p:sp>
      <p:sp>
        <p:nvSpPr>
          <p:cNvPr id="17" name="Rectangle 16"/>
          <p:cNvSpPr/>
          <p:nvPr/>
        </p:nvSpPr>
        <p:spPr>
          <a:xfrm>
            <a:off x="2606040" y="2103120"/>
            <a:ext cx="1828800" cy="502920"/>
          </a:xfrm>
          <a:prstGeom prst="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200" b="0" i="0">
                <a:solidFill>
                  <a:srgbClr val="FFFFFF"/>
                </a:solidFill>
                <a:latin typeface="Courier New"/>
              </a:rPr>
              <a:t>FACT_SALES</a:t>
            </a:r>
          </a:p>
        </p:txBody>
      </p:sp>
      <p:sp>
        <p:nvSpPr>
          <p:cNvPr id="18" name="TextBox 17"/>
          <p:cNvSpPr txBox="1"/>
          <p:nvPr/>
        </p:nvSpPr>
        <p:spPr>
          <a:xfrm>
            <a:off x="640080" y="3310128"/>
            <a:ext cx="5367528" cy="274320"/>
          </a:xfrm>
          <a:prstGeom prst="rect">
            <a:avLst/>
          </a:prstGeom>
          <a:noFill/>
        </p:spPr>
        <p:txBody>
          <a:bodyPr wrap="square" lIns="0" rIns="0" tIns="0" bIns="0">
            <a:spAutoFit/>
          </a:bodyPr>
          <a:lstStyle/>
          <a:p>
            <a:pPr algn="ctr"/>
            <a:r>
              <a:rPr sz="1200" b="0" i="1">
                <a:solidFill>
                  <a:srgbClr val="8A8A89"/>
                </a:solidFill>
                <a:latin typeface="Source Sans Pro"/>
              </a:rPr>
              <a:t>Star schema in the warehouse – sums are computed on demand</a:t>
            </a:r>
          </a:p>
        </p:txBody>
      </p:sp>
      <p:sp>
        <p:nvSpPr>
          <p:cNvPr id="19" name="Rounded Rectangle 18"/>
          <p:cNvSpPr/>
          <p:nvPr/>
        </p:nvSpPr>
        <p:spPr>
          <a:xfrm>
            <a:off x="6400800" y="1645920"/>
            <a:ext cx="5367528" cy="384048"/>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1600" b="0" i="0">
                <a:solidFill>
                  <a:srgbClr val="FFFFFF"/>
                </a:solidFill>
                <a:latin typeface="Source Sans Pro"/>
              </a:rPr>
              <a:t>How it works</a:t>
            </a:r>
          </a:p>
        </p:txBody>
      </p:sp>
      <p:sp>
        <p:nvSpPr>
          <p:cNvPr id="20" name="TextBox 19"/>
          <p:cNvSpPr txBox="1"/>
          <p:nvPr/>
        </p:nvSpPr>
        <p:spPr>
          <a:xfrm>
            <a:off x="6400800" y="2167128"/>
            <a:ext cx="5367528" cy="1463040"/>
          </a:xfrm>
          <a:prstGeom prst="rect">
            <a:avLst/>
          </a:prstGeom>
          <a:noFill/>
        </p:spPr>
        <p:txBody>
          <a:bodyPr wrap="square" lIns="0" rIns="0" tIns="0" bIns="0">
            <a:spAutoFit/>
          </a:bodyPr>
          <a:lstStyle/>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Facts and dimensions stay in the relational warehouse, no second copy</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Every OLAP operation is translated into a SQL statement at run time</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Speed is bought with indexes, materialised views and aggregate tables</a:t>
            </a:r>
          </a:p>
        </p:txBody>
      </p:sp>
      <p:sp>
        <p:nvSpPr>
          <p:cNvPr id="21" name="Rounded Rectangle 20"/>
          <p:cNvSpPr/>
          <p:nvPr/>
        </p:nvSpPr>
        <p:spPr>
          <a:xfrm>
            <a:off x="640080" y="4069080"/>
            <a:ext cx="5367528" cy="384048"/>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1600" b="0" i="0">
                <a:solidFill>
                  <a:srgbClr val="FFFFFF"/>
                </a:solidFill>
                <a:latin typeface="Source Sans Pro"/>
              </a:rPr>
              <a:t>Advantages</a:t>
            </a:r>
          </a:p>
        </p:txBody>
      </p:sp>
      <p:sp>
        <p:nvSpPr>
          <p:cNvPr id="22" name="TextBox 21"/>
          <p:cNvSpPr txBox="1"/>
          <p:nvPr/>
        </p:nvSpPr>
        <p:spPr>
          <a:xfrm>
            <a:off x="640080" y="4590288"/>
            <a:ext cx="5367528" cy="1554480"/>
          </a:xfrm>
          <a:prstGeom prst="rect">
            <a:avLst/>
          </a:prstGeom>
          <a:noFill/>
        </p:spPr>
        <p:txBody>
          <a:bodyPr wrap="square" lIns="0" rIns="0" tIns="0" bIns="0">
            <a:spAutoFit/>
          </a:bodyPr>
          <a:lstStyle/>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Scales to very large volumes – the limit is the database, not the cube</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No processing step: analyses see the warehouse as it currently stands</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Detail level is always available, and RDBMS security and backup apply</a:t>
            </a:r>
          </a:p>
        </p:txBody>
      </p:sp>
      <p:sp>
        <p:nvSpPr>
          <p:cNvPr id="23" name="Rounded Rectangle 22"/>
          <p:cNvSpPr/>
          <p:nvPr/>
        </p:nvSpPr>
        <p:spPr>
          <a:xfrm>
            <a:off x="6400800" y="4069080"/>
            <a:ext cx="5367528" cy="384048"/>
          </a:xfrm>
          <a:prstGeom prst="roundRect">
            <a:avLst/>
          </a:prstGeom>
          <a:solidFill>
            <a:srgbClr val="FF9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1600" b="0" i="0">
                <a:solidFill>
                  <a:srgbClr val="FFFFFF"/>
                </a:solidFill>
                <a:latin typeface="Source Sans Pro"/>
              </a:rPr>
              <a:t>Limitations</a:t>
            </a:r>
          </a:p>
        </p:txBody>
      </p:sp>
      <p:sp>
        <p:nvSpPr>
          <p:cNvPr id="24" name="TextBox 23"/>
          <p:cNvSpPr txBox="1"/>
          <p:nvPr/>
        </p:nvSpPr>
        <p:spPr>
          <a:xfrm>
            <a:off x="6400800" y="4590288"/>
            <a:ext cx="5367528" cy="1554480"/>
          </a:xfrm>
          <a:prstGeom prst="rect">
            <a:avLst/>
          </a:prstGeom>
          <a:noFill/>
        </p:spPr>
        <p:txBody>
          <a:bodyPr wrap="square" lIns="0" rIns="0" tIns="0" bIns="0">
            <a:spAutoFit/>
          </a:bodyPr>
          <a:lstStyle/>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Slower on aggregated queries: joins and grouping run for every request</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Heavy analytical load competes with the rest of the warehouse</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Tuning effort shifts to the DBA – and aggregate tables must be maintained too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ext Placeholder 6"/>
          <p:cNvSpPr>
            <a:spLocks noGrp="1"/>
          </p:cNvSpPr>
          <p:nvPr>
            <p:ph type="body" idx="10" sz="quarter"/>
          </p:nvPr>
        </p:nvSpPr>
        <p:spPr/>
        <p:txBody>
          <a:bodyPr/>
          <a:lstStyle/>
          <a:p>
            <a:r>
              <a:t>OLAP storage models</a:t>
            </a:r>
          </a:p>
        </p:txBody>
      </p:sp>
      <p:sp>
        <p:nvSpPr>
          <p:cNvPr id="8" name="Rounded Rectangle 7"/>
          <p:cNvSpPr/>
          <p:nvPr/>
        </p:nvSpPr>
        <p:spPr>
          <a:xfrm>
            <a:off x="640080" y="877824"/>
            <a:ext cx="10451592" cy="512064"/>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2400" b="0" i="0">
                <a:solidFill>
                  <a:srgbClr val="FFFFFF"/>
                </a:solidFill>
                <a:latin typeface="Source Sans Pro"/>
              </a:rPr>
              <a:t>HOLAP – aggregates in the cube, detail in the star schema</a:t>
            </a:r>
          </a:p>
        </p:txBody>
      </p:sp>
      <p:sp>
        <p:nvSpPr>
          <p:cNvPr id="9" name="Rounded Rectangle 8"/>
          <p:cNvSpPr/>
          <p:nvPr/>
        </p:nvSpPr>
        <p:spPr>
          <a:xfrm>
            <a:off x="731520" y="1691640"/>
            <a:ext cx="4617720" cy="502920"/>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300" b="0" i="0">
                <a:solidFill>
                  <a:srgbClr val="FFFFFF"/>
                </a:solidFill>
                <a:latin typeface="Source Sans Pro"/>
              </a:rPr>
              <a:t>Pre-computed aggregates  →  multidimensional store</a:t>
            </a:r>
          </a:p>
        </p:txBody>
      </p:sp>
      <p:sp>
        <p:nvSpPr>
          <p:cNvPr id="10" name="Up-Down Arrow 9"/>
          <p:cNvSpPr/>
          <p:nvPr/>
        </p:nvSpPr>
        <p:spPr>
          <a:xfrm>
            <a:off x="2788920" y="2313432"/>
            <a:ext cx="502920" cy="566928"/>
          </a:xfrm>
          <a:prstGeom prst="upDownArrow">
            <a:avLst/>
          </a:prstGeom>
          <a:solidFill>
            <a:srgbClr val="FF9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9000" y="2487168"/>
            <a:ext cx="1920240" cy="274320"/>
          </a:xfrm>
          <a:prstGeom prst="rect">
            <a:avLst/>
          </a:prstGeom>
          <a:noFill/>
        </p:spPr>
        <p:txBody>
          <a:bodyPr wrap="square" lIns="0" rIns="0" tIns="0" bIns="0">
            <a:spAutoFit/>
          </a:bodyPr>
          <a:lstStyle/>
          <a:p>
            <a:pPr algn="l"/>
            <a:r>
              <a:rPr sz="1200" b="1" i="0">
                <a:solidFill>
                  <a:srgbClr val="FF922B"/>
                </a:solidFill>
                <a:latin typeface="Source Sans Pro"/>
              </a:rPr>
              <a:t>drill-through</a:t>
            </a:r>
          </a:p>
        </p:txBody>
      </p:sp>
      <p:sp>
        <p:nvSpPr>
          <p:cNvPr id="12" name="Rounded Rectangle 11"/>
          <p:cNvSpPr/>
          <p:nvPr/>
        </p:nvSpPr>
        <p:spPr>
          <a:xfrm>
            <a:off x="731520" y="2999232"/>
            <a:ext cx="4617720" cy="502920"/>
          </a:xfrm>
          <a:prstGeom prst="roundRect">
            <a:avLst/>
          </a:prstGeom>
          <a:solidFill>
            <a:srgbClr val="E3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300" b="0" i="0">
                <a:solidFill>
                  <a:srgbClr val="166980"/>
                </a:solidFill>
                <a:latin typeface="Source Sans Pro"/>
              </a:rPr>
              <a:t>Detail rows  →  relational fact table</a:t>
            </a:r>
          </a:p>
        </p:txBody>
      </p:sp>
      <p:sp>
        <p:nvSpPr>
          <p:cNvPr id="13" name="TextBox 12"/>
          <p:cNvSpPr txBox="1"/>
          <p:nvPr/>
        </p:nvSpPr>
        <p:spPr>
          <a:xfrm>
            <a:off x="640080" y="3639312"/>
            <a:ext cx="5367528" cy="274320"/>
          </a:xfrm>
          <a:prstGeom prst="rect">
            <a:avLst/>
          </a:prstGeom>
          <a:noFill/>
        </p:spPr>
        <p:txBody>
          <a:bodyPr wrap="square" lIns="0" rIns="0" tIns="0" bIns="0">
            <a:spAutoFit/>
          </a:bodyPr>
          <a:lstStyle/>
          <a:p>
            <a:pPr algn="ctr"/>
            <a:r>
              <a:rPr sz="1200" b="0" i="1">
                <a:solidFill>
                  <a:srgbClr val="8A8A89"/>
                </a:solidFill>
                <a:latin typeface="Source Sans Pro"/>
              </a:rPr>
              <a:t>Two layers, one model – the query decides which one is read</a:t>
            </a:r>
          </a:p>
        </p:txBody>
      </p:sp>
      <p:sp>
        <p:nvSpPr>
          <p:cNvPr id="14" name="Rounded Rectangle 13"/>
          <p:cNvSpPr/>
          <p:nvPr/>
        </p:nvSpPr>
        <p:spPr>
          <a:xfrm>
            <a:off x="6400800" y="1645920"/>
            <a:ext cx="5367528" cy="384048"/>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1600" b="0" i="0">
                <a:solidFill>
                  <a:srgbClr val="FFFFFF"/>
                </a:solidFill>
                <a:latin typeface="Source Sans Pro"/>
              </a:rPr>
              <a:t>How it works</a:t>
            </a:r>
          </a:p>
        </p:txBody>
      </p:sp>
      <p:sp>
        <p:nvSpPr>
          <p:cNvPr id="15" name="TextBox 14"/>
          <p:cNvSpPr txBox="1"/>
          <p:nvPr/>
        </p:nvSpPr>
        <p:spPr>
          <a:xfrm>
            <a:off x="6400800" y="2167128"/>
            <a:ext cx="5367528" cy="1463040"/>
          </a:xfrm>
          <a:prstGeom prst="rect">
            <a:avLst/>
          </a:prstGeom>
          <a:noFill/>
        </p:spPr>
        <p:txBody>
          <a:bodyPr wrap="square" lIns="0" rIns="0" tIns="0" bIns="0">
            <a:spAutoFit/>
          </a:bodyPr>
          <a:lstStyle/>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Only the aggregated levels are materialised in the multidimensional store</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Detail rows are left in the relational fact table and never duplicated</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The engine routes each query to the layer that can answer it</a:t>
            </a:r>
          </a:p>
        </p:txBody>
      </p:sp>
      <p:sp>
        <p:nvSpPr>
          <p:cNvPr id="16" name="Rounded Rectangle 15"/>
          <p:cNvSpPr/>
          <p:nvPr/>
        </p:nvSpPr>
        <p:spPr>
          <a:xfrm>
            <a:off x="640080" y="4069080"/>
            <a:ext cx="5367528" cy="384048"/>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1600" b="0" i="0">
                <a:solidFill>
                  <a:srgbClr val="FFFFFF"/>
                </a:solidFill>
                <a:latin typeface="Source Sans Pro"/>
              </a:rPr>
              <a:t>Advantages</a:t>
            </a:r>
          </a:p>
        </p:txBody>
      </p:sp>
      <p:sp>
        <p:nvSpPr>
          <p:cNvPr id="17" name="TextBox 16"/>
          <p:cNvSpPr txBox="1"/>
          <p:nvPr/>
        </p:nvSpPr>
        <p:spPr>
          <a:xfrm>
            <a:off x="640080" y="4590288"/>
            <a:ext cx="5367528" cy="1554480"/>
          </a:xfrm>
          <a:prstGeom prst="rect">
            <a:avLst/>
          </a:prstGeom>
          <a:noFill/>
        </p:spPr>
        <p:txBody>
          <a:bodyPr wrap="square" lIns="0" rIns="0" tIns="0" bIns="0">
            <a:spAutoFit/>
          </a:bodyPr>
          <a:lstStyle/>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MOLAP speed on the cockpit figures, ROLAP reach down to a single receipt</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Much smaller cube and shorter processing window than full MOLAP</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Storage is not duplicated for the detail level</a:t>
            </a:r>
          </a:p>
        </p:txBody>
      </p:sp>
      <p:sp>
        <p:nvSpPr>
          <p:cNvPr id="18" name="Rounded Rectangle 17"/>
          <p:cNvSpPr/>
          <p:nvPr/>
        </p:nvSpPr>
        <p:spPr>
          <a:xfrm>
            <a:off x="6400800" y="4069080"/>
            <a:ext cx="5367528" cy="384048"/>
          </a:xfrm>
          <a:prstGeom prst="roundRect">
            <a:avLst/>
          </a:prstGeom>
          <a:solidFill>
            <a:srgbClr val="FF9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1600" b="0" i="0">
                <a:solidFill>
                  <a:srgbClr val="FFFFFF"/>
                </a:solidFill>
                <a:latin typeface="Source Sans Pro"/>
              </a:rPr>
              <a:t>Limitations</a:t>
            </a:r>
          </a:p>
        </p:txBody>
      </p:sp>
      <p:sp>
        <p:nvSpPr>
          <p:cNvPr id="19" name="TextBox 18"/>
          <p:cNvSpPr txBox="1"/>
          <p:nvPr/>
        </p:nvSpPr>
        <p:spPr>
          <a:xfrm>
            <a:off x="6400800" y="4590288"/>
            <a:ext cx="5367528" cy="1554480"/>
          </a:xfrm>
          <a:prstGeom prst="rect">
            <a:avLst/>
          </a:prstGeom>
          <a:noFill/>
        </p:spPr>
        <p:txBody>
          <a:bodyPr wrap="square" lIns="0" rIns="0" tIns="0" bIns="0">
            <a:spAutoFit/>
          </a:bodyPr>
          <a:lstStyle/>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Performance becomes uneven – fast until a query slips into the detail layer</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Two storage layers to design, tune, monitor and keep consistent</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Which levels to pre-aggregate is a design decision that has to be revisited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ext Placeholder 6"/>
          <p:cNvSpPr>
            <a:spLocks noGrp="1"/>
          </p:cNvSpPr>
          <p:nvPr>
            <p:ph type="body" idx="10" sz="quarter"/>
          </p:nvPr>
        </p:nvSpPr>
        <p:spPr/>
        <p:txBody>
          <a:bodyPr/>
          <a:lstStyle/>
          <a:p>
            <a:r>
              <a:t>OLAP storage models</a:t>
            </a:r>
          </a:p>
        </p:txBody>
      </p:sp>
      <p:sp>
        <p:nvSpPr>
          <p:cNvPr id="8" name="Rounded Rectangle 7"/>
          <p:cNvSpPr/>
          <p:nvPr/>
        </p:nvSpPr>
        <p:spPr>
          <a:xfrm>
            <a:off x="640080" y="877824"/>
            <a:ext cx="10451592" cy="512064"/>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2400" b="0" i="0">
                <a:solidFill>
                  <a:srgbClr val="FFFFFF"/>
                </a:solidFill>
                <a:latin typeface="Source Sans Pro"/>
              </a:rPr>
              <a:t>Choosing a storage model for Sofia’s Coffee World</a:t>
            </a:r>
          </a:p>
        </p:txBody>
      </p:sp>
      <p:graphicFrame>
        <p:nvGraphicFramePr>
          <p:cNvPr id="9" name="Table 8"/>
          <p:cNvGraphicFramePr>
            <a:graphicFrameLocks noGrp="1"/>
          </p:cNvGraphicFramePr>
          <p:nvPr/>
        </p:nvGraphicFramePr>
        <p:xfrm>
          <a:off x="640080" y="1600200"/>
          <a:ext cx="10881360" cy="3063240"/>
        </p:xfrm>
        <a:graphic>
          <a:graphicData uri="http://schemas.openxmlformats.org/drawingml/2006/table">
            <a:tbl>
              <a:tblPr>
                <a:tableStyleId>{5C22544A-7EE6-4342-B048-85BDC9FD1C3A}</a:tableStyleId>
              </a:tblPr>
              <a:tblGrid>
                <a:gridCol w="2377440"/>
                <a:gridCol w="2834640"/>
                <a:gridCol w="2834640"/>
                <a:gridCol w="2834640"/>
              </a:tblGrid>
              <a:tr h="411480">
                <a:tc>
                  <a:txBody>
                    <a:bodyPr wrap="square"/>
                    <a:lstStyle/>
                    <a:p>
                      <a:r>
                        <a:rPr sz="1200" b="1" i="0">
                          <a:solidFill>
                            <a:srgbClr val="FFFFFF"/>
                          </a:solidFill>
                          <a:latin typeface="Source Sans Pro"/>
                        </a:rPr>
                        <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MOLAP</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ROLAP</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HOLAP</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r h="530352">
                <a:tc>
                  <a:txBody>
                    <a:bodyPr wrap="square"/>
                    <a:lstStyle/>
                    <a:p>
                      <a:r>
                        <a:rPr sz="1300" b="0" i="0">
                          <a:solidFill>
                            <a:srgbClr val="1D1D1F"/>
                          </a:solidFill>
                          <a:latin typeface="Source Sans Pro"/>
                        </a:rPr>
                        <a:t>Where aggregates live</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Pre-computed
in the cube</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Computed by SQL
at query time</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Pre-computed; detail
stays relational</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r h="530352">
                <a:tc>
                  <a:txBody>
                    <a:bodyPr wrap="square"/>
                    <a:lstStyle/>
                    <a:p>
                      <a:r>
                        <a:rPr sz="1300" b="0" i="0">
                          <a:solidFill>
                            <a:srgbClr val="1D1D1F"/>
                          </a:solidFill>
                          <a:latin typeface="Source Sans Pro"/>
                        </a:rPr>
                        <a:t>Query speed</a:t>
                      </a:r>
                    </a:p>
                  </a:txBody>
                  <a:tcPr marL="73152" marR="54864" marT="27432" marB="27432" anchor="ctr">
                    <a:solidFill>
                      <a:srgbClr val="F2F2F2"/>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Fastest on
aggregated questions</a:t>
                      </a:r>
                    </a:p>
                  </a:txBody>
                  <a:tcPr marL="73152" marR="54864" marT="27432" marB="27432" anchor="ctr">
                    <a:solidFill>
                      <a:srgbClr val="F2F2F2"/>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Depends on indexes and
aggregate tables</a:t>
                      </a:r>
                    </a:p>
                  </a:txBody>
                  <a:tcPr marL="73152" marR="54864" marT="27432" marB="27432" anchor="ctr">
                    <a:solidFill>
                      <a:srgbClr val="F2F2F2"/>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Fast on aggregates,
slower on detail</a:t>
                      </a:r>
                    </a:p>
                  </a:txBody>
                  <a:tcPr marL="73152" marR="54864" marT="27432" marB="27432" anchor="ctr">
                    <a:solidFill>
                      <a:srgbClr val="F2F2F2"/>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r h="530352">
                <a:tc>
                  <a:txBody>
                    <a:bodyPr wrap="square"/>
                    <a:lstStyle/>
                    <a:p>
                      <a:r>
                        <a:rPr sz="1300" b="0" i="0">
                          <a:solidFill>
                            <a:srgbClr val="1D1D1F"/>
                          </a:solidFill>
                          <a:latin typeface="Source Sans Pro"/>
                        </a:rPr>
                        <a:t>Data volume</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Limited – cubes grow
large and sparse</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Scales with the
database</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Small cube plus
full detail</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r h="530352">
                <a:tc>
                  <a:txBody>
                    <a:bodyPr wrap="square"/>
                    <a:lstStyle/>
                    <a:p>
                      <a:r>
                        <a:rPr sz="1300" b="0" i="0">
                          <a:solidFill>
                            <a:srgbClr val="1D1D1F"/>
                          </a:solidFill>
                          <a:latin typeface="Source Sans Pro"/>
                        </a:rPr>
                        <a:t>Data freshness</a:t>
                      </a:r>
                    </a:p>
                  </a:txBody>
                  <a:tcPr marL="73152" marR="54864" marT="27432" marB="27432" anchor="ctr">
                    <a:solidFill>
                      <a:srgbClr val="F2F2F2"/>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As of the last
cube processing</a:t>
                      </a:r>
                    </a:p>
                  </a:txBody>
                  <a:tcPr marL="73152" marR="54864" marT="27432" marB="27432" anchor="ctr">
                    <a:solidFill>
                      <a:srgbClr val="F2F2F2"/>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Always current</a:t>
                      </a:r>
                    </a:p>
                  </a:txBody>
                  <a:tcPr marL="73152" marR="54864" marT="27432" marB="27432" anchor="ctr">
                    <a:solidFill>
                      <a:srgbClr val="F2F2F2"/>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Current in detail,
processed on aggregates</a:t>
                      </a:r>
                    </a:p>
                  </a:txBody>
                  <a:tcPr marL="73152" marR="54864" marT="27432" marB="27432" anchor="ctr">
                    <a:solidFill>
                      <a:srgbClr val="F2F2F2"/>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r h="530352">
                <a:tc>
                  <a:txBody>
                    <a:bodyPr wrap="square"/>
                    <a:lstStyle/>
                    <a:p>
                      <a:r>
                        <a:rPr sz="1300" b="0" i="0">
                          <a:solidFill>
                            <a:srgbClr val="1D1D1F"/>
                          </a:solidFill>
                          <a:latin typeface="Source Sans Pro"/>
                        </a:rPr>
                        <a:t>Typical use at Sofia’s</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Monthly management
cockpit</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Ad-hoc analysis on
five years of receipts</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Cockpit KPIs with
drill-down to a receipt</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bl>
          </a:graphicData>
        </a:graphic>
      </p:graphicFrame>
      <p:sp>
        <p:nvSpPr>
          <p:cNvPr id="10" name="Rounded Rectangle 9"/>
          <p:cNvSpPr/>
          <p:nvPr/>
        </p:nvSpPr>
        <p:spPr>
          <a:xfrm>
            <a:off x="640080" y="4892040"/>
            <a:ext cx="10881360" cy="804672"/>
          </a:xfrm>
          <a:prstGeom prst="roundRect">
            <a:avLst/>
          </a:prstGeom>
          <a:solidFill>
            <a:srgbClr val="FF9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r>
              <a:rPr sz="1500" b="1" i="0">
                <a:solidFill>
                  <a:srgbClr val="FFFFFF"/>
                </a:solidFill>
                <a:latin typeface="Source Sans Pro"/>
              </a:rPr>
              <a:t>Hint to go:  </a:t>
            </a:r>
            <a:r>
              <a:rPr sz="1500" b="0" i="0">
                <a:solidFill>
                  <a:srgbClr val="FFFFFF"/>
                </a:solidFill>
                <a:latin typeface="Source Sans Pro"/>
              </a:rPr>
              <a:t>you meet all three again in Power BI – Import mode behaves like MOLAP, DirectQuery like ROLAP, and a composite model like HOLAP.</a:t>
            </a:r>
          </a:p>
        </p:txBody>
      </p:sp>
      <p:sp>
        <p:nvSpPr>
          <p:cNvPr id="11" name="TextBox 10"/>
          <p:cNvSpPr txBox="1"/>
          <p:nvPr/>
        </p:nvSpPr>
        <p:spPr>
          <a:xfrm>
            <a:off x="640080" y="5897880"/>
            <a:ext cx="10881360" cy="274320"/>
          </a:xfrm>
          <a:prstGeom prst="rect">
            <a:avLst/>
          </a:prstGeom>
          <a:noFill/>
        </p:spPr>
        <p:txBody>
          <a:bodyPr wrap="square" lIns="0" rIns="0" tIns="0" bIns="0">
            <a:spAutoFit/>
          </a:bodyPr>
          <a:lstStyle/>
          <a:p>
            <a:pPr algn="l"/>
            <a:r>
              <a:rPr sz="1100" b="0" i="1">
                <a:solidFill>
                  <a:srgbClr val="8A8A89"/>
                </a:solidFill>
                <a:latin typeface="Source Sans Pro"/>
              </a:rPr>
              <a:t>The classic terms describe storage modes, not products – every vendor markets them under its own name.</a:t>
            </a:r>
          </a:p>
        </p:txBody>
      </p:sp>
    </p:spTree>
  </p:cSld>
  <p:clrMapOvr>
    <a:masterClrMapping/>
  </p:clrMapOvr>
</p:sld>
</file>

<file path=ppt/theme/theme1.xml><?xml version="1.0" encoding="utf-8"?>
<a:theme xmlns:a="http://schemas.openxmlformats.org/drawingml/2006/main" name="Office">
  <a:themeElements>
    <a:clrScheme name="IU Farbschema">
      <a:dk1>
        <a:srgbClr val="1D1D1F"/>
      </a:dk1>
      <a:lt1>
        <a:srgbClr val="FFFFFF"/>
      </a:lt1>
      <a:dk2>
        <a:srgbClr val="1D1D1F"/>
      </a:dk2>
      <a:lt2>
        <a:srgbClr val="FFFFFF"/>
      </a:lt2>
      <a:accent1>
        <a:srgbClr val="FF922B"/>
      </a:accent1>
      <a:accent2>
        <a:srgbClr val="FFC895"/>
      </a:accent2>
      <a:accent3>
        <a:srgbClr val="F0E0C3"/>
      </a:accent3>
      <a:accent4>
        <a:srgbClr val="8A8A89"/>
      </a:accent4>
      <a:accent5>
        <a:srgbClr val="209CBD"/>
      </a:accent5>
      <a:accent6>
        <a:srgbClr val="8ECEDE"/>
      </a:accent6>
      <a:hlink>
        <a:srgbClr val="209DBD"/>
      </a:hlink>
      <a:folHlink>
        <a:srgbClr val="8FCED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spcFirstLastPara="0" vert="horz" wrap="square" lIns="377605" tIns="58420" rIns="58420" bIns="58420" numCol="1" spcCol="1270" anchor="ctr" anchorCtr="0">
        <a:noAutofit/>
      </a:bodyPr>
      <a:lstStyle>
        <a:defPPr algn="l">
          <a:spcBef>
            <a:spcPts val="1800"/>
          </a:spcBef>
          <a:defRPr sz="1700" b="1" cap="all" dirty="0" err="1">
            <a:solidFill>
              <a:schemeClr val="tx2"/>
            </a:solidFill>
            <a:latin typeface="Source Sans Pro" panose="020B0503030403020204" pitchFamily="34" charset="0"/>
            <a:ea typeface="Source Sans Pro" panose="020B0503030403020204" pitchFamily="34" charset="0"/>
          </a:defRPr>
        </a:defPPr>
      </a:lstStyle>
      <a: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a:style>
    </a:spDef>
    <a:txDef>
      <a:spPr>
        <a:noFill/>
      </a:spPr>
      <a:bodyPr vert="horz" lIns="0" tIns="0" rIns="0" bIns="0" rtlCol="0" anchor="ctr">
        <a:noAutofit/>
      </a:bodyPr>
      <a:lstStyle>
        <a:defPPr marL="0" indent="0" algn="l">
          <a:buFont typeface="Arial" panose="020B0604020202020204" pitchFamily="34" charset="0"/>
          <a:buNone/>
          <a:defRPr b="1" i="0" dirty="0">
            <a:latin typeface="Source Sans Pro" panose="020B0503030403020204" pitchFamily="34" charset="0"/>
            <a:ea typeface="Source Sans Pro" panose="020B0503030403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ac965c23-999d-4808-acb0-d6780086cbcb" xsi:nil="true"/>
    <lcf76f155ced4ddcb4097134ff3c332f xmlns="f31a922d-b949-4941-a880-943a2c6de98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3B2DDE2DB8A4642A510525C0FA9F68C" ma:contentTypeVersion="12" ma:contentTypeDescription="Create a new document." ma:contentTypeScope="" ma:versionID="5a92325731b8c0affaf699bf410d3d48">
  <xsd:schema xmlns:xsd="http://www.w3.org/2001/XMLSchema" xmlns:xs="http://www.w3.org/2001/XMLSchema" xmlns:p="http://schemas.microsoft.com/office/2006/metadata/properties" xmlns:ns2="f31a922d-b949-4941-a880-943a2c6de98a" xmlns:ns3="ac965c23-999d-4808-acb0-d6780086cbcb" targetNamespace="http://schemas.microsoft.com/office/2006/metadata/properties" ma:root="true" ma:fieldsID="b80b5ac18e66adf0e96c785bba573de0" ns2:_="" ns3:_="">
    <xsd:import namespace="f31a922d-b949-4941-a880-943a2c6de98a"/>
    <xsd:import namespace="ac965c23-999d-4808-acb0-d6780086cbc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1a922d-b949-4941-a880-943a2c6de9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9e705d6-38b3-4b97-b0df-0b3ae6773d96"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c965c23-999d-4808-acb0-d6780086cbcb"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c9fb964f-b4be-499f-b23e-c2a5fda232ba}" ma:internalName="TaxCatchAll" ma:showField="CatchAllData" ma:web="ac965c23-999d-4808-acb0-d6780086cbc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BBA08BA-29CB-4D06-B0CD-F5E89E0E868F}">
  <ds:schemaRefs>
    <ds:schemaRef ds:uri="http://purl.org/dc/terms/"/>
    <ds:schemaRef ds:uri="http://www.w3.org/XML/1998/namespace"/>
    <ds:schemaRef ds:uri="http://purl.org/dc/elements/1.1/"/>
    <ds:schemaRef ds:uri="http://schemas.microsoft.com/office/2006/documentManagement/types"/>
    <ds:schemaRef ds:uri="http://schemas.microsoft.com/office/2006/metadata/properties"/>
    <ds:schemaRef ds:uri="http://purl.org/dc/dcmitype/"/>
    <ds:schemaRef ds:uri="http://schemas.microsoft.com/office/infopath/2007/PartnerControls"/>
    <ds:schemaRef ds:uri="http://schemas.openxmlformats.org/package/2006/metadata/core-properties"/>
    <ds:schemaRef ds:uri="2672c6e4-e160-4f60-aec9-cd71c27f91a6"/>
    <ds:schemaRef ds:uri="ac965c23-999d-4808-acb0-d6780086cbcb"/>
    <ds:schemaRef ds:uri="f31a922d-b949-4941-a880-943a2c6de98a"/>
  </ds:schemaRefs>
</ds:datastoreItem>
</file>

<file path=customXml/itemProps2.xml><?xml version="1.0" encoding="utf-8"?>
<ds:datastoreItem xmlns:ds="http://schemas.openxmlformats.org/officeDocument/2006/customXml" ds:itemID="{9C89FB27-0B6A-43EF-84AF-6EA87D522903}">
  <ds:schemaRefs>
    <ds:schemaRef ds:uri="http://schemas.microsoft.com/sharepoint/v3/contenttype/forms"/>
  </ds:schemaRefs>
</ds:datastoreItem>
</file>

<file path=customXml/itemProps3.xml><?xml version="1.0" encoding="utf-8"?>
<ds:datastoreItem xmlns:ds="http://schemas.openxmlformats.org/officeDocument/2006/customXml" ds:itemID="{7E7FE9E9-62E6-44B9-A43F-498C57BD14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1a922d-b949-4941-a880-943a2c6de98a"/>
    <ds:schemaRef ds:uri="ac965c23-999d-4808-acb0-d6780086cbc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431</Words>
  <Application>Microsoft Office PowerPoint</Application>
  <PresentationFormat>Breitbild</PresentationFormat>
  <Paragraphs>90</Paragraphs>
  <Slides>9</Slides>
  <Notes>9</Notes>
  <HiddenSlides>1</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9</vt:i4>
      </vt:variant>
    </vt:vector>
  </HeadingPairs>
  <TitlesOfParts>
    <vt:vector size="15" baseType="lpstr">
      <vt:lpstr>Arial</vt:lpstr>
      <vt:lpstr>Calibri</vt:lpstr>
      <vt:lpstr>Source Sans Pro</vt:lpstr>
      <vt:lpstr>Source Sans Pro Bold</vt:lpstr>
      <vt:lpstr>Symbol</vt:lpstr>
      <vt:lpstr>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Laakmann, Julia</dc:creator>
  <cp:lastModifiedBy>Drozdzynski, Maik, Prof. Dr. rer. pol.</cp:lastModifiedBy>
  <cp:revision>1</cp:revision>
  <dcterms:created xsi:type="dcterms:W3CDTF">2023-03-02T18:43:38Z</dcterms:created>
  <dcterms:modified xsi:type="dcterms:W3CDTF">2026-05-27T12:49:49Z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0x010100D3B2DDE2DB8A4642A510525C0FA9F68C</vt:lpwstr>
  </property>
  <property fmtid="{D5CDD505-2E9C-101B-9397-08002B2CF9AE}" pid="3" name="MediaServiceImageTags">
    <vt:lpwstr/>
  </property>
</Properties>
</file>