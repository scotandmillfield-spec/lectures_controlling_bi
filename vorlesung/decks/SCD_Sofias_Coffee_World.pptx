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256" r:id="rId13"/>
    <p:sldId id="257" r:id="rId12"/>
    <p:sldId id="258" r:id="rId11"/>
    <p:sldId id="259" r:id="rId10"/>
    <p:sldId id="260" r:id="rId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ktion 1 done" id="{60488DB6-416B-4A1C-936C-E030EA6E2F82}">
          <p14:sldIdLst>
            <p14:sldId id="420"/>
            <p14:sldId id="453"/>
          </p14:sldIdLst>
        </p14:section>
        <p14:section name="SC 102 rec." id="{A4254EF1-7791-4E87-92F9-CE767012DA09}">
          <p14:sldIdLst>
            <p14:sldId id="2147476622"/>
          </p14:sldIdLst>
        </p14:section>
        <p14:section name="SC 103 rec." id="{AE9346DC-2D9A-426C-B2EC-ED0E19E4DE66}">
          <p14:sldIdLst>
            <p14:sldId id="717"/>
            <p14:sldId id="721"/>
            <p14:sldId id="2147476617"/>
            <p14:sldId id="2147476618"/>
          </p14:sldIdLst>
        </p14:section>
        <p14:section name="SC 104 rec." id="{0ECFF9DA-8BDE-48D1-AFAE-9F2A8313BE7D}">
          <p14:sldIdLst>
            <p14:sldId id="718"/>
            <p14:sldId id="720"/>
          </p14:sldIdLst>
        </p14:section>
        <p14:section name="SC 105 rec." id="{66CDDE0D-C45C-41C7-836E-AB941A3E6E6C}">
          <p14:sldIdLst/>
        </p14:section>
        <p14:section name="------------------" id="{EC18608B-A2C0-4BA2-9D78-04340AA4199F}">
          <p14:sldIdLst/>
        </p14:section>
        <p14:section name="Lektion 2 done" id="{BA09E9AA-3BB5-4AB3-8F50-DF576FF761A9}">
          <p14:sldIdLst/>
        </p14:section>
        <p14:section name="SC 202 rec." id="{FD9148EF-FE07-4086-AE0E-20A3F25CC641}">
          <p14:sldIdLst/>
        </p14:section>
        <p14:section name="SC 203 rec." id="{D479430D-0933-4472-8BC5-57ED99EFD86A}">
          <p14:sldIdLst/>
        </p14:section>
        <p14:section name="SC 204 rec." id="{F798B1F7-6373-4DC5-8F7C-32A531BBBB3D}">
          <p14:sldIdLst/>
        </p14:section>
        <p14:section name="SC 205 rec." id="{AE76209E-8373-4F0C-8F3A-C01EFCADB357}">
          <p14:sldIdLst/>
        </p14:section>
        <p14:section name="------------------" id="{421475B1-54A7-4045-8651-D3A47AB14554}">
          <p14:sldIdLst/>
        </p14:section>
        <p14:section name="Lektion 3 done" id="{ABADD0FE-881E-4829-8A64-996449E0485C}">
          <p14:sldIdLst/>
        </p14:section>
        <p14:section name="SC 303 rec." id="{CA37F0E7-2788-4BDB-87C6-6AAA935C9079}">
          <p14:sldIdLst/>
        </p14:section>
        <p14:section name="SC 302 rec." id="{AADC7897-7129-4555-AD67-44A037F51122}">
          <p14:sldIdLst/>
        </p14:section>
        <p14:section name="SC 304 rec" id="{E38A4F8D-088C-45B5-80EF-863AD026692A}">
          <p14:sldIdLst/>
        </p14:section>
        <p14:section name="SC 305 rec" id="{3693D301-CA95-4F66-9374-EE1DFD241AA3}">
          <p14:sldIdLst/>
        </p14:section>
        <p14:section name="------------------" id="{C93FC53E-A3CA-48F9-BA4D-0E2D9A815984}">
          <p14:sldIdLst/>
        </p14:section>
        <p14:section name="Lektion 4 done" id="{A29ACFFB-DB07-4143-9E81-91EB3D68CC83}">
          <p14:sldIdLst/>
        </p14:section>
        <p14:section name="SC 402 rec." id="{6F56C221-1DF2-49D3-9564-F6ED0B29E165}">
          <p14:sldIdLst/>
        </p14:section>
        <p14:section name="SC 403 rec." id="{4AF97F4D-030B-42AA-8E9C-ECF76A8B25B5}">
          <p14:sldIdLst/>
        </p14:section>
        <p14:section name="SC 404 rec." id="{AF2B1BB0-B2EF-4195-964F-C3964EC4EAC8}">
          <p14:sldIdLst/>
        </p14:section>
        <p14:section name="SC 405 rec." id="{0937E342-7454-47A1-9DAC-1A605A9AC93B}">
          <p14:sldIdLst/>
        </p14:section>
        <p14:section name="------------------" id="{CAB1E462-5056-4BCA-9C3C-181ED068F1B0}">
          <p14:sldIdLst/>
        </p14:section>
        <p14:section name="Lektion 5" id="{E00B76B0-518F-4AAA-8F3B-FE7683464316}">
          <p14:sldIdLst/>
        </p14:section>
        <p14:section name="SC 502 rec." id="{4A656895-6019-41F1-8B9C-86FD9E7A9DFE}">
          <p14:sldIdLst/>
        </p14:section>
        <p14:section name="SC 503 rec." id="{A9DEA65F-C187-4D9C-A9B0-96650CC62B2F}">
          <p14:sldIdLst/>
        </p14:section>
        <p14:section name="SC 504 rec." id="{2A03317E-7569-44F2-930B-892D168CA059}">
          <p14:sldIdLst/>
        </p14:section>
        <p14:section name="SC 505 rec." id="{74F30E95-D11D-4972-BE30-D7561E4832AA}">
          <p14:sldIdLst/>
        </p14:section>
        <p14:section name="------------------" id="{E552EEEB-AA67-4F5A-98A7-0B4CA3D374BC}">
          <p14:sldIdLst/>
        </p14:section>
        <p14:section name="Lektion 6" id="{64431F4D-BF91-4E10-A35C-C38C43AB9AF1}">
          <p14:sldIdLst/>
        </p14:section>
        <p14:section name="SC 602 rec." id="{FA043A2F-7A1C-4092-B34A-AE7A65760399}">
          <p14:sldIdLst/>
        </p14:section>
        <p14:section name="SC 603 rec." id="{1FB07075-C71E-4C1D-B632-15162AE392D6}">
          <p14:sldIdLst/>
        </p14:section>
        <p14:section name="SC 604 done" id="{2E4AAE1D-3488-4549-B0DE-8AE417D7D8FB}">
          <p14:sldIdLst/>
        </p14:section>
        <p14:section name="SC 605 done" id="{E8E2EF3A-130B-4165-81C7-691B8DF7500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6D5F4C-9262-5586-D12E-F90ACED4D2C0}" name="Drozdzynski, Maik, Prof. Dr." initials="MD" userId="S::maik.drozdzynski@iu.org::73732f81-f114-45c1-a70a-4afb221695f6" providerId="AD"/>
  <p188:author id="{4B315366-3211-06EC-04FF-2FA512BAEF8A}" name="Geringswald, Felix" initials="FG" userId="S::felix.geringswald@iu.org::77847af4-0151-43f9-973a-ea63a154a755" providerId="AD"/>
  <p188:author id="{12520DB4-ED30-7D33-51FE-56B0AE4465FA}" name="Stenau, Esther, Prof. Dr." initials="" userId="S::esther.stenau@iu.org::5e4c78f2-3ed6-4294-8c46-f028031fa5ca" providerId="AD"/>
  <p188:author id="{A8D13AD6-42C5-A260-6510-61E36E4491C2}" name="Gragert, Laura" initials="" userId="S::laura.gragert@iu.org::7bfb8cb3-bf41-494f-8262-459712de871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ebastian Wisnia" initials="SW" lastIdx="1" clrIdx="0">
    <p:extLst>
      <p:ext uri="{19B8F6BF-5375-455C-9EA6-DF929625EA0E}">
        <p15:presenceInfo xmlns:p15="http://schemas.microsoft.com/office/powerpoint/2012/main" userId="4cce30e4be9e836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209CBD"/>
    <a:srgbClr val="FFFFFF"/>
    <a:srgbClr val="E62D41"/>
    <a:srgbClr val="F0F0F0"/>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3" autoAdjust="0"/>
    <p:restoredTop sz="94807" autoAdjust="0"/>
  </p:normalViewPr>
  <p:slideViewPr>
    <p:cSldViewPr snapToGrid="0">
      <p:cViewPr varScale="1">
        <p:scale>
          <a:sx n="120" d="100"/>
          <a:sy n="120" d="100"/>
        </p:scale>
        <p:origin x="180"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9" Type="http://schemas.openxmlformats.org/officeDocument/2006/relationships/slide" Target="slides/slide5.xml"/><Relationship Id="rId10" Type="http://schemas.openxmlformats.org/officeDocument/2006/relationships/slide" Target="slides/slide4.xml"/><Relationship Id="rId11" Type="http://schemas.openxmlformats.org/officeDocument/2006/relationships/slide" Target="slides/slide3.xml"/><Relationship Id="rId12" Type="http://schemas.openxmlformats.org/officeDocument/2006/relationships/slide" Target="slides/slide2.xml"/><Relationship Id="rId13" Type="http://schemas.openxmlformats.org/officeDocument/2006/relationships/slide" Target="slides/slide1.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ozdzynski, Maik, Prof. Dr. rer. pol." userId="73732f81-f114-45c1-a70a-4afb221695f6" providerId="ADAL" clId="{E5B5D8AD-9BDD-4F81-9597-D8CD89C5AF0D}"/>
    <pc:docChg chg="undo custSel delSld modSld modMainMaster modSection">
      <pc:chgData name="Drozdzynski, Maik, Prof. Dr. rer. pol." userId="73732f81-f114-45c1-a70a-4afb221695f6" providerId="ADAL" clId="{E5B5D8AD-9BDD-4F81-9597-D8CD89C5AF0D}" dt="2026-05-27T12:49:45.443" v="613" actId="47"/>
      <pc:docMkLst>
        <pc:docMk/>
      </pc:docMkLst>
      <pc:sldChg chg="modSp mod">
        <pc:chgData name="Drozdzynski, Maik, Prof. Dr. rer. pol." userId="73732f81-f114-45c1-a70a-4afb221695f6" providerId="ADAL" clId="{E5B5D8AD-9BDD-4F81-9597-D8CD89C5AF0D}" dt="2026-05-13T14:53:27.271" v="608" actId="20577"/>
        <pc:sldMkLst>
          <pc:docMk/>
          <pc:sldMk cId="1051772019" sldId="420"/>
        </pc:sldMkLst>
        <pc:spChg chg="mod">
          <ac:chgData name="Drozdzynski, Maik, Prof. Dr. rer. pol." userId="73732f81-f114-45c1-a70a-4afb221695f6" providerId="ADAL" clId="{E5B5D8AD-9BDD-4F81-9597-D8CD89C5AF0D}" dt="2026-05-13T14:53:27.271" v="608" actId="20577"/>
          <ac:spMkLst>
            <pc:docMk/>
            <pc:sldMk cId="1051772019" sldId="420"/>
            <ac:spMk id="3" creationId="{27366DE4-70F8-31E8-F854-F6C4F0C7CAA8}"/>
          </ac:spMkLst>
        </pc:spChg>
        <pc:spChg chg="mod">
          <ac:chgData name="Drozdzynski, Maik, Prof. Dr. rer. pol." userId="73732f81-f114-45c1-a70a-4afb221695f6" providerId="ADAL" clId="{E5B5D8AD-9BDD-4F81-9597-D8CD89C5AF0D}" dt="2026-05-13T14:53:19.242" v="606" actId="20577"/>
          <ac:spMkLst>
            <pc:docMk/>
            <pc:sldMk cId="1051772019" sldId="420"/>
            <ac:spMk id="4" creationId="{EFB588E8-42D7-C449-C844-3EC48A0DB214}"/>
          </ac:spMkLst>
        </pc:spChg>
      </pc:sldChg>
      <pc:sldChg chg="del">
        <pc:chgData name="Drozdzynski, Maik, Prof. Dr. rer. pol." userId="73732f81-f114-45c1-a70a-4afb221695f6" providerId="ADAL" clId="{E5B5D8AD-9BDD-4F81-9597-D8CD89C5AF0D}" dt="2026-05-27T12:49:45.443" v="613" actId="47"/>
        <pc:sldMkLst>
          <pc:docMk/>
          <pc:sldMk cId="2732644860" sldId="421"/>
        </pc:sldMkLst>
      </pc:sldChg>
      <pc:sldChg chg="del">
        <pc:chgData name="Drozdzynski, Maik, Prof. Dr. rer. pol." userId="73732f81-f114-45c1-a70a-4afb221695f6" providerId="ADAL" clId="{E5B5D8AD-9BDD-4F81-9597-D8CD89C5AF0D}" dt="2026-05-27T12:49:45.443" v="613" actId="47"/>
        <pc:sldMkLst>
          <pc:docMk/>
          <pc:sldMk cId="1933987355" sldId="422"/>
        </pc:sldMkLst>
      </pc:sldChg>
      <pc:sldChg chg="del">
        <pc:chgData name="Drozdzynski, Maik, Prof. Dr. rer. pol." userId="73732f81-f114-45c1-a70a-4afb221695f6" providerId="ADAL" clId="{E5B5D8AD-9BDD-4F81-9597-D8CD89C5AF0D}" dt="2026-05-27T12:49:45.443" v="613" actId="47"/>
        <pc:sldMkLst>
          <pc:docMk/>
          <pc:sldMk cId="1884336926" sldId="423"/>
        </pc:sldMkLst>
      </pc:sldChg>
      <pc:sldChg chg="del">
        <pc:chgData name="Drozdzynski, Maik, Prof. Dr. rer. pol." userId="73732f81-f114-45c1-a70a-4afb221695f6" providerId="ADAL" clId="{E5B5D8AD-9BDD-4F81-9597-D8CD89C5AF0D}" dt="2026-05-27T12:49:45.443" v="613" actId="47"/>
        <pc:sldMkLst>
          <pc:docMk/>
          <pc:sldMk cId="3355721951" sldId="424"/>
        </pc:sldMkLst>
      </pc:sldChg>
      <pc:sldChg chg="del">
        <pc:chgData name="Drozdzynski, Maik, Prof. Dr. rer. pol." userId="73732f81-f114-45c1-a70a-4afb221695f6" providerId="ADAL" clId="{E5B5D8AD-9BDD-4F81-9597-D8CD89C5AF0D}" dt="2026-05-27T12:49:45.443" v="613" actId="47"/>
        <pc:sldMkLst>
          <pc:docMk/>
          <pc:sldMk cId="2162218445" sldId="425"/>
        </pc:sldMkLst>
      </pc:sldChg>
      <pc:sldChg chg="addSp delSp modSp del mod">
        <pc:chgData name="Drozdzynski, Maik, Prof. Dr. rer. pol." userId="73732f81-f114-45c1-a70a-4afb221695f6" providerId="ADAL" clId="{E5B5D8AD-9BDD-4F81-9597-D8CD89C5AF0D}" dt="2026-05-27T12:48:46.006" v="609" actId="47"/>
        <pc:sldMkLst>
          <pc:docMk/>
          <pc:sldMk cId="2561889587" sldId="454"/>
        </pc:sldMkLst>
      </pc:sldChg>
      <pc:sldChg chg="addSp delSp modSp del mod">
        <pc:chgData name="Drozdzynski, Maik, Prof. Dr. rer. pol." userId="73732f81-f114-45c1-a70a-4afb221695f6" providerId="ADAL" clId="{E5B5D8AD-9BDD-4F81-9597-D8CD89C5AF0D}" dt="2026-05-27T12:48:46.006" v="609" actId="47"/>
        <pc:sldMkLst>
          <pc:docMk/>
          <pc:sldMk cId="1152337432" sldId="455"/>
        </pc:sldMkLst>
      </pc:sldChg>
      <pc:sldChg chg="addSp delSp modSp del mod">
        <pc:chgData name="Drozdzynski, Maik, Prof. Dr. rer. pol." userId="73732f81-f114-45c1-a70a-4afb221695f6" providerId="ADAL" clId="{E5B5D8AD-9BDD-4F81-9597-D8CD89C5AF0D}" dt="2026-05-27T12:48:46.006" v="609" actId="47"/>
        <pc:sldMkLst>
          <pc:docMk/>
          <pc:sldMk cId="3873862797" sldId="456"/>
        </pc:sldMkLst>
      </pc:sldChg>
      <pc:sldChg chg="addSp delSp modSp del mod">
        <pc:chgData name="Drozdzynski, Maik, Prof. Dr. rer. pol." userId="73732f81-f114-45c1-a70a-4afb221695f6" providerId="ADAL" clId="{E5B5D8AD-9BDD-4F81-9597-D8CD89C5AF0D}" dt="2026-05-27T12:48:46.006" v="609" actId="47"/>
        <pc:sldMkLst>
          <pc:docMk/>
          <pc:sldMk cId="2472118590" sldId="457"/>
        </pc:sldMkLst>
      </pc:sldChg>
      <pc:sldChg chg="del">
        <pc:chgData name="Drozdzynski, Maik, Prof. Dr. rer. pol." userId="73732f81-f114-45c1-a70a-4afb221695f6" providerId="ADAL" clId="{E5B5D8AD-9BDD-4F81-9597-D8CD89C5AF0D}" dt="2026-05-27T12:48:46.006" v="609" actId="47"/>
        <pc:sldMkLst>
          <pc:docMk/>
          <pc:sldMk cId="2929520834" sldId="458"/>
        </pc:sldMkLst>
      </pc:sldChg>
      <pc:sldChg chg="addSp delSp modSp del mod modClrScheme chgLayout">
        <pc:chgData name="Drozdzynski, Maik, Prof. Dr. rer. pol." userId="73732f81-f114-45c1-a70a-4afb221695f6" providerId="ADAL" clId="{E5B5D8AD-9BDD-4F81-9597-D8CD89C5AF0D}" dt="2026-05-27T12:48:46.006" v="609" actId="47"/>
        <pc:sldMkLst>
          <pc:docMk/>
          <pc:sldMk cId="3696754251" sldId="459"/>
        </pc:sldMkLst>
      </pc:sldChg>
      <pc:sldChg chg="del">
        <pc:chgData name="Drozdzynski, Maik, Prof. Dr. rer. pol." userId="73732f81-f114-45c1-a70a-4afb221695f6" providerId="ADAL" clId="{E5B5D8AD-9BDD-4F81-9597-D8CD89C5AF0D}" dt="2026-05-27T12:48:46.006" v="609" actId="47"/>
        <pc:sldMkLst>
          <pc:docMk/>
          <pc:sldMk cId="3709126901" sldId="460"/>
        </pc:sldMkLst>
      </pc:sldChg>
      <pc:sldChg chg="del">
        <pc:chgData name="Drozdzynski, Maik, Prof. Dr. rer. pol." userId="73732f81-f114-45c1-a70a-4afb221695f6" providerId="ADAL" clId="{E5B5D8AD-9BDD-4F81-9597-D8CD89C5AF0D}" dt="2026-05-27T12:48:46.006" v="609" actId="47"/>
        <pc:sldMkLst>
          <pc:docMk/>
          <pc:sldMk cId="1340788257" sldId="461"/>
        </pc:sldMkLst>
      </pc:sldChg>
      <pc:sldChg chg="del">
        <pc:chgData name="Drozdzynski, Maik, Prof. Dr. rer. pol." userId="73732f81-f114-45c1-a70a-4afb221695f6" providerId="ADAL" clId="{E5B5D8AD-9BDD-4F81-9597-D8CD89C5AF0D}" dt="2026-05-27T12:48:46.006" v="609" actId="47"/>
        <pc:sldMkLst>
          <pc:docMk/>
          <pc:sldMk cId="2484212050" sldId="463"/>
        </pc:sldMkLst>
      </pc:sldChg>
      <pc:sldChg chg="del">
        <pc:chgData name="Drozdzynski, Maik, Prof. Dr. rer. pol." userId="73732f81-f114-45c1-a70a-4afb221695f6" providerId="ADAL" clId="{E5B5D8AD-9BDD-4F81-9597-D8CD89C5AF0D}" dt="2026-05-27T12:48:46.006" v="609" actId="47"/>
        <pc:sldMkLst>
          <pc:docMk/>
          <pc:sldMk cId="3191999269" sldId="465"/>
        </pc:sldMkLst>
      </pc:sldChg>
      <pc:sldChg chg="del">
        <pc:chgData name="Drozdzynski, Maik, Prof. Dr. rer. pol." userId="73732f81-f114-45c1-a70a-4afb221695f6" providerId="ADAL" clId="{E5B5D8AD-9BDD-4F81-9597-D8CD89C5AF0D}" dt="2026-05-27T12:48:46.006" v="609" actId="47"/>
        <pc:sldMkLst>
          <pc:docMk/>
          <pc:sldMk cId="3123698742" sldId="466"/>
        </pc:sldMkLst>
      </pc:sldChg>
      <pc:sldChg chg="del">
        <pc:chgData name="Drozdzynski, Maik, Prof. Dr. rer. pol." userId="73732f81-f114-45c1-a70a-4afb221695f6" providerId="ADAL" clId="{E5B5D8AD-9BDD-4F81-9597-D8CD89C5AF0D}" dt="2026-05-27T12:48:46.006" v="609" actId="47"/>
        <pc:sldMkLst>
          <pc:docMk/>
          <pc:sldMk cId="4255647500" sldId="467"/>
        </pc:sldMkLst>
      </pc:sldChg>
      <pc:sldChg chg="modSp del">
        <pc:chgData name="Drozdzynski, Maik, Prof. Dr. rer. pol." userId="73732f81-f114-45c1-a70a-4afb221695f6" providerId="ADAL" clId="{E5B5D8AD-9BDD-4F81-9597-D8CD89C5AF0D}" dt="2026-05-27T12:48:46.006" v="609" actId="47"/>
        <pc:sldMkLst>
          <pc:docMk/>
          <pc:sldMk cId="3334651662" sldId="612"/>
        </pc:sldMkLst>
      </pc:sldChg>
      <pc:sldChg chg="modSp del mod">
        <pc:chgData name="Drozdzynski, Maik, Prof. Dr. rer. pol." userId="73732f81-f114-45c1-a70a-4afb221695f6" providerId="ADAL" clId="{E5B5D8AD-9BDD-4F81-9597-D8CD89C5AF0D}" dt="2026-05-27T12:48:46.006" v="609" actId="47"/>
        <pc:sldMkLst>
          <pc:docMk/>
          <pc:sldMk cId="1293943045" sldId="614"/>
        </pc:sldMkLst>
      </pc:sldChg>
      <pc:sldChg chg="del">
        <pc:chgData name="Drozdzynski, Maik, Prof. Dr. rer. pol." userId="73732f81-f114-45c1-a70a-4afb221695f6" providerId="ADAL" clId="{E5B5D8AD-9BDD-4F81-9597-D8CD89C5AF0D}" dt="2026-05-27T12:48:46.006" v="609" actId="47"/>
        <pc:sldMkLst>
          <pc:docMk/>
          <pc:sldMk cId="2155224876" sldId="616"/>
        </pc:sldMkLst>
      </pc:sldChg>
      <pc:sldChg chg="del">
        <pc:chgData name="Drozdzynski, Maik, Prof. Dr. rer. pol." userId="73732f81-f114-45c1-a70a-4afb221695f6" providerId="ADAL" clId="{E5B5D8AD-9BDD-4F81-9597-D8CD89C5AF0D}" dt="2026-05-27T12:48:46.006" v="609" actId="47"/>
        <pc:sldMkLst>
          <pc:docMk/>
          <pc:sldMk cId="171473067" sldId="623"/>
        </pc:sldMkLst>
      </pc:sldChg>
      <pc:sldChg chg="del">
        <pc:chgData name="Drozdzynski, Maik, Prof. Dr. rer. pol." userId="73732f81-f114-45c1-a70a-4afb221695f6" providerId="ADAL" clId="{E5B5D8AD-9BDD-4F81-9597-D8CD89C5AF0D}" dt="2026-05-27T12:49:45.443" v="613" actId="47"/>
        <pc:sldMkLst>
          <pc:docMk/>
          <pc:sldMk cId="438688721" sldId="624"/>
        </pc:sldMkLst>
      </pc:sldChg>
      <pc:sldChg chg="del">
        <pc:chgData name="Drozdzynski, Maik, Prof. Dr. rer. pol." userId="73732f81-f114-45c1-a70a-4afb221695f6" providerId="ADAL" clId="{E5B5D8AD-9BDD-4F81-9597-D8CD89C5AF0D}" dt="2026-05-27T12:49:45.443" v="613" actId="47"/>
        <pc:sldMkLst>
          <pc:docMk/>
          <pc:sldMk cId="2647007114" sldId="648"/>
        </pc:sldMkLst>
      </pc:sldChg>
      <pc:sldChg chg="del">
        <pc:chgData name="Drozdzynski, Maik, Prof. Dr. rer. pol." userId="73732f81-f114-45c1-a70a-4afb221695f6" providerId="ADAL" clId="{E5B5D8AD-9BDD-4F81-9597-D8CD89C5AF0D}" dt="2026-05-27T12:49:45.443" v="613" actId="47"/>
        <pc:sldMkLst>
          <pc:docMk/>
          <pc:sldMk cId="4237806704" sldId="649"/>
        </pc:sldMkLst>
      </pc:sldChg>
      <pc:sldChg chg="del">
        <pc:chgData name="Drozdzynski, Maik, Prof. Dr. rer. pol." userId="73732f81-f114-45c1-a70a-4afb221695f6" providerId="ADAL" clId="{E5B5D8AD-9BDD-4F81-9597-D8CD89C5AF0D}" dt="2026-05-27T12:49:45.443" v="613" actId="47"/>
        <pc:sldMkLst>
          <pc:docMk/>
          <pc:sldMk cId="1858626132" sldId="652"/>
        </pc:sldMkLst>
      </pc:sldChg>
      <pc:sldChg chg="del">
        <pc:chgData name="Drozdzynski, Maik, Prof. Dr. rer. pol." userId="73732f81-f114-45c1-a70a-4afb221695f6" providerId="ADAL" clId="{E5B5D8AD-9BDD-4F81-9597-D8CD89C5AF0D}" dt="2026-05-27T12:49:45.443" v="613" actId="47"/>
        <pc:sldMkLst>
          <pc:docMk/>
          <pc:sldMk cId="3424840086" sldId="662"/>
        </pc:sldMkLst>
      </pc:sldChg>
      <pc:sldChg chg="del">
        <pc:chgData name="Drozdzynski, Maik, Prof. Dr. rer. pol." userId="73732f81-f114-45c1-a70a-4afb221695f6" providerId="ADAL" clId="{E5B5D8AD-9BDD-4F81-9597-D8CD89C5AF0D}" dt="2026-05-27T12:49:45.443" v="613" actId="47"/>
        <pc:sldMkLst>
          <pc:docMk/>
          <pc:sldMk cId="984670486" sldId="672"/>
        </pc:sldMkLst>
      </pc:sldChg>
      <pc:sldChg chg="del">
        <pc:chgData name="Drozdzynski, Maik, Prof. Dr. rer. pol." userId="73732f81-f114-45c1-a70a-4afb221695f6" providerId="ADAL" clId="{E5B5D8AD-9BDD-4F81-9597-D8CD89C5AF0D}" dt="2026-05-27T12:49:45.443" v="613" actId="47"/>
        <pc:sldMkLst>
          <pc:docMk/>
          <pc:sldMk cId="3665317210" sldId="673"/>
        </pc:sldMkLst>
      </pc:sldChg>
      <pc:sldChg chg="del">
        <pc:chgData name="Drozdzynski, Maik, Prof. Dr. rer. pol." userId="73732f81-f114-45c1-a70a-4afb221695f6" providerId="ADAL" clId="{E5B5D8AD-9BDD-4F81-9597-D8CD89C5AF0D}" dt="2026-05-27T12:49:45.443" v="613" actId="47"/>
        <pc:sldMkLst>
          <pc:docMk/>
          <pc:sldMk cId="4014848567" sldId="674"/>
        </pc:sldMkLst>
      </pc:sldChg>
      <pc:sldChg chg="del">
        <pc:chgData name="Drozdzynski, Maik, Prof. Dr. rer. pol." userId="73732f81-f114-45c1-a70a-4afb221695f6" providerId="ADAL" clId="{E5B5D8AD-9BDD-4F81-9597-D8CD89C5AF0D}" dt="2026-05-27T12:49:45.443" v="613" actId="47"/>
        <pc:sldMkLst>
          <pc:docMk/>
          <pc:sldMk cId="3368820768" sldId="682"/>
        </pc:sldMkLst>
      </pc:sldChg>
      <pc:sldChg chg="del">
        <pc:chgData name="Drozdzynski, Maik, Prof. Dr. rer. pol." userId="73732f81-f114-45c1-a70a-4afb221695f6" providerId="ADAL" clId="{E5B5D8AD-9BDD-4F81-9597-D8CD89C5AF0D}" dt="2026-05-27T12:49:45.443" v="613" actId="47"/>
        <pc:sldMkLst>
          <pc:docMk/>
          <pc:sldMk cId="2032311222" sldId="683"/>
        </pc:sldMkLst>
      </pc:sldChg>
      <pc:sldChg chg="del">
        <pc:chgData name="Drozdzynski, Maik, Prof. Dr. rer. pol." userId="73732f81-f114-45c1-a70a-4afb221695f6" providerId="ADAL" clId="{E5B5D8AD-9BDD-4F81-9597-D8CD89C5AF0D}" dt="2026-05-27T12:49:45.443" v="613" actId="47"/>
        <pc:sldMkLst>
          <pc:docMk/>
          <pc:sldMk cId="783494266" sldId="685"/>
        </pc:sldMkLst>
      </pc:sldChg>
      <pc:sldChg chg="del">
        <pc:chgData name="Drozdzynski, Maik, Prof. Dr. rer. pol." userId="73732f81-f114-45c1-a70a-4afb221695f6" providerId="ADAL" clId="{E5B5D8AD-9BDD-4F81-9597-D8CD89C5AF0D}" dt="2026-05-27T12:49:45.443" v="613" actId="47"/>
        <pc:sldMkLst>
          <pc:docMk/>
          <pc:sldMk cId="3284151058" sldId="686"/>
        </pc:sldMkLst>
      </pc:sldChg>
      <pc:sldChg chg="del">
        <pc:chgData name="Drozdzynski, Maik, Prof. Dr. rer. pol." userId="73732f81-f114-45c1-a70a-4afb221695f6" providerId="ADAL" clId="{E5B5D8AD-9BDD-4F81-9597-D8CD89C5AF0D}" dt="2026-05-27T12:49:45.443" v="613" actId="47"/>
        <pc:sldMkLst>
          <pc:docMk/>
          <pc:sldMk cId="3283288339" sldId="688"/>
        </pc:sldMkLst>
      </pc:sldChg>
      <pc:sldChg chg="del">
        <pc:chgData name="Drozdzynski, Maik, Prof. Dr. rer. pol." userId="73732f81-f114-45c1-a70a-4afb221695f6" providerId="ADAL" clId="{E5B5D8AD-9BDD-4F81-9597-D8CD89C5AF0D}" dt="2026-05-27T12:49:45.443" v="613" actId="47"/>
        <pc:sldMkLst>
          <pc:docMk/>
          <pc:sldMk cId="1891251825" sldId="689"/>
        </pc:sldMkLst>
      </pc:sldChg>
      <pc:sldChg chg="del">
        <pc:chgData name="Drozdzynski, Maik, Prof. Dr. rer. pol." userId="73732f81-f114-45c1-a70a-4afb221695f6" providerId="ADAL" clId="{E5B5D8AD-9BDD-4F81-9597-D8CD89C5AF0D}" dt="2026-05-27T12:49:45.443" v="613" actId="47"/>
        <pc:sldMkLst>
          <pc:docMk/>
          <pc:sldMk cId="777974222" sldId="701"/>
        </pc:sldMkLst>
      </pc:sldChg>
      <pc:sldChg chg="del">
        <pc:chgData name="Drozdzynski, Maik, Prof. Dr. rer. pol." userId="73732f81-f114-45c1-a70a-4afb221695f6" providerId="ADAL" clId="{E5B5D8AD-9BDD-4F81-9597-D8CD89C5AF0D}" dt="2026-05-27T12:49:45.443" v="613" actId="47"/>
        <pc:sldMkLst>
          <pc:docMk/>
          <pc:sldMk cId="3240080625" sldId="713"/>
        </pc:sldMkLst>
      </pc:sldChg>
      <pc:sldChg chg="del">
        <pc:chgData name="Drozdzynski, Maik, Prof. Dr. rer. pol." userId="73732f81-f114-45c1-a70a-4afb221695f6" providerId="ADAL" clId="{E5B5D8AD-9BDD-4F81-9597-D8CD89C5AF0D}" dt="2026-05-27T12:49:45.443" v="613" actId="47"/>
        <pc:sldMkLst>
          <pc:docMk/>
          <pc:sldMk cId="2420477921" sldId="715"/>
        </pc:sldMkLst>
      </pc:sldChg>
      <pc:sldChg chg="del">
        <pc:chgData name="Drozdzynski, Maik, Prof. Dr. rer. pol." userId="73732f81-f114-45c1-a70a-4afb221695f6" providerId="ADAL" clId="{E5B5D8AD-9BDD-4F81-9597-D8CD89C5AF0D}" dt="2026-05-27T12:48:46.006" v="609" actId="47"/>
        <pc:sldMkLst>
          <pc:docMk/>
          <pc:sldMk cId="1944744925" sldId="716"/>
        </pc:sldMkLst>
      </pc:sldChg>
      <pc:sldChg chg="mod modShow">
        <pc:chgData name="Drozdzynski, Maik, Prof. Dr. rer. pol." userId="73732f81-f114-45c1-a70a-4afb221695f6" providerId="ADAL" clId="{E5B5D8AD-9BDD-4F81-9597-D8CD89C5AF0D}" dt="2026-05-13T14:52:56.373" v="583" actId="729"/>
        <pc:sldMkLst>
          <pc:docMk/>
          <pc:sldMk cId="1422941936" sldId="717"/>
        </pc:sldMkLst>
      </pc:sldChg>
      <pc:sldChg chg="del">
        <pc:chgData name="Drozdzynski, Maik, Prof. Dr. rer. pol." userId="73732f81-f114-45c1-a70a-4afb221695f6" providerId="ADAL" clId="{E5B5D8AD-9BDD-4F81-9597-D8CD89C5AF0D}" dt="2026-05-27T12:49:45.443" v="613" actId="47"/>
        <pc:sldMkLst>
          <pc:docMk/>
          <pc:sldMk cId="2358944538" sldId="719"/>
        </pc:sldMkLst>
      </pc:sldChg>
      <pc:sldChg chg="mod modShow">
        <pc:chgData name="Drozdzynski, Maik, Prof. Dr. rer. pol." userId="73732f81-f114-45c1-a70a-4afb221695f6" providerId="ADAL" clId="{E5B5D8AD-9BDD-4F81-9597-D8CD89C5AF0D}" dt="2026-05-27T12:48:53.757" v="610" actId="34476"/>
        <pc:sldMkLst>
          <pc:docMk/>
          <pc:sldMk cId="1485810298" sldId="721"/>
        </pc:sldMkLst>
      </pc:sldChg>
      <pc:sldChg chg="del">
        <pc:chgData name="Drozdzynski, Maik, Prof. Dr. rer. pol." userId="73732f81-f114-45c1-a70a-4afb221695f6" providerId="ADAL" clId="{E5B5D8AD-9BDD-4F81-9597-D8CD89C5AF0D}" dt="2026-05-27T12:49:45.443" v="613" actId="47"/>
        <pc:sldMkLst>
          <pc:docMk/>
          <pc:sldMk cId="1704259828" sldId="724"/>
        </pc:sldMkLst>
      </pc:sldChg>
      <pc:sldChg chg="del">
        <pc:chgData name="Drozdzynski, Maik, Prof. Dr. rer. pol." userId="73732f81-f114-45c1-a70a-4afb221695f6" providerId="ADAL" clId="{E5B5D8AD-9BDD-4F81-9597-D8CD89C5AF0D}" dt="2026-05-27T12:49:45.443" v="613" actId="47"/>
        <pc:sldMkLst>
          <pc:docMk/>
          <pc:sldMk cId="3549460583" sldId="725"/>
        </pc:sldMkLst>
      </pc:sldChg>
      <pc:sldChg chg="del">
        <pc:chgData name="Drozdzynski, Maik, Prof. Dr. rer. pol." userId="73732f81-f114-45c1-a70a-4afb221695f6" providerId="ADAL" clId="{E5B5D8AD-9BDD-4F81-9597-D8CD89C5AF0D}" dt="2026-05-27T12:49:45.443" v="613" actId="47"/>
        <pc:sldMkLst>
          <pc:docMk/>
          <pc:sldMk cId="1387894417" sldId="726"/>
        </pc:sldMkLst>
      </pc:sldChg>
      <pc:sldChg chg="del">
        <pc:chgData name="Drozdzynski, Maik, Prof. Dr. rer. pol." userId="73732f81-f114-45c1-a70a-4afb221695f6" providerId="ADAL" clId="{E5B5D8AD-9BDD-4F81-9597-D8CD89C5AF0D}" dt="2026-05-27T12:49:45.443" v="613" actId="47"/>
        <pc:sldMkLst>
          <pc:docMk/>
          <pc:sldMk cId="4246371485" sldId="727"/>
        </pc:sldMkLst>
      </pc:sldChg>
      <pc:sldChg chg="del">
        <pc:chgData name="Drozdzynski, Maik, Prof. Dr. rer. pol." userId="73732f81-f114-45c1-a70a-4afb221695f6" providerId="ADAL" clId="{E5B5D8AD-9BDD-4F81-9597-D8CD89C5AF0D}" dt="2026-05-27T12:49:45.443" v="613" actId="47"/>
        <pc:sldMkLst>
          <pc:docMk/>
          <pc:sldMk cId="4014794499" sldId="728"/>
        </pc:sldMkLst>
      </pc:sldChg>
      <pc:sldChg chg="del">
        <pc:chgData name="Drozdzynski, Maik, Prof. Dr. rer. pol." userId="73732f81-f114-45c1-a70a-4afb221695f6" providerId="ADAL" clId="{E5B5D8AD-9BDD-4F81-9597-D8CD89C5AF0D}" dt="2026-05-27T12:49:45.443" v="613" actId="47"/>
        <pc:sldMkLst>
          <pc:docMk/>
          <pc:sldMk cId="47911673" sldId="729"/>
        </pc:sldMkLst>
      </pc:sldChg>
      <pc:sldChg chg="del">
        <pc:chgData name="Drozdzynski, Maik, Prof. Dr. rer. pol." userId="73732f81-f114-45c1-a70a-4afb221695f6" providerId="ADAL" clId="{E5B5D8AD-9BDD-4F81-9597-D8CD89C5AF0D}" dt="2026-05-27T12:49:45.443" v="613" actId="47"/>
        <pc:sldMkLst>
          <pc:docMk/>
          <pc:sldMk cId="1888510028" sldId="731"/>
        </pc:sldMkLst>
      </pc:sldChg>
      <pc:sldChg chg="del">
        <pc:chgData name="Drozdzynski, Maik, Prof. Dr. rer. pol." userId="73732f81-f114-45c1-a70a-4afb221695f6" providerId="ADAL" clId="{E5B5D8AD-9BDD-4F81-9597-D8CD89C5AF0D}" dt="2026-05-27T12:49:45.443" v="613" actId="47"/>
        <pc:sldMkLst>
          <pc:docMk/>
          <pc:sldMk cId="1316649725" sldId="733"/>
        </pc:sldMkLst>
      </pc:sldChg>
      <pc:sldChg chg="del">
        <pc:chgData name="Drozdzynski, Maik, Prof. Dr. rer. pol." userId="73732f81-f114-45c1-a70a-4afb221695f6" providerId="ADAL" clId="{E5B5D8AD-9BDD-4F81-9597-D8CD89C5AF0D}" dt="2026-05-27T12:49:45.443" v="613" actId="47"/>
        <pc:sldMkLst>
          <pc:docMk/>
          <pc:sldMk cId="175231140" sldId="734"/>
        </pc:sldMkLst>
      </pc:sldChg>
      <pc:sldChg chg="del">
        <pc:chgData name="Drozdzynski, Maik, Prof. Dr. rer. pol." userId="73732f81-f114-45c1-a70a-4afb221695f6" providerId="ADAL" clId="{E5B5D8AD-9BDD-4F81-9597-D8CD89C5AF0D}" dt="2026-05-27T12:49:45.443" v="613" actId="47"/>
        <pc:sldMkLst>
          <pc:docMk/>
          <pc:sldMk cId="938019885" sldId="735"/>
        </pc:sldMkLst>
      </pc:sldChg>
      <pc:sldChg chg="del">
        <pc:chgData name="Drozdzynski, Maik, Prof. Dr. rer. pol." userId="73732f81-f114-45c1-a70a-4afb221695f6" providerId="ADAL" clId="{E5B5D8AD-9BDD-4F81-9597-D8CD89C5AF0D}" dt="2026-05-27T12:49:45.443" v="613" actId="47"/>
        <pc:sldMkLst>
          <pc:docMk/>
          <pc:sldMk cId="1320884306" sldId="736"/>
        </pc:sldMkLst>
      </pc:sldChg>
      <pc:sldChg chg="del">
        <pc:chgData name="Drozdzynski, Maik, Prof. Dr. rer. pol." userId="73732f81-f114-45c1-a70a-4afb221695f6" providerId="ADAL" clId="{E5B5D8AD-9BDD-4F81-9597-D8CD89C5AF0D}" dt="2026-05-27T12:49:45.443" v="613" actId="47"/>
        <pc:sldMkLst>
          <pc:docMk/>
          <pc:sldMk cId="2690394617" sldId="738"/>
        </pc:sldMkLst>
      </pc:sldChg>
      <pc:sldChg chg="del">
        <pc:chgData name="Drozdzynski, Maik, Prof. Dr. rer. pol." userId="73732f81-f114-45c1-a70a-4afb221695f6" providerId="ADAL" clId="{E5B5D8AD-9BDD-4F81-9597-D8CD89C5AF0D}" dt="2026-05-27T12:49:45.443" v="613" actId="47"/>
        <pc:sldMkLst>
          <pc:docMk/>
          <pc:sldMk cId="2374986387" sldId="739"/>
        </pc:sldMkLst>
      </pc:sldChg>
      <pc:sldChg chg="del">
        <pc:chgData name="Drozdzynski, Maik, Prof. Dr. rer. pol." userId="73732f81-f114-45c1-a70a-4afb221695f6" providerId="ADAL" clId="{E5B5D8AD-9BDD-4F81-9597-D8CD89C5AF0D}" dt="2026-05-27T12:49:45.443" v="613" actId="47"/>
        <pc:sldMkLst>
          <pc:docMk/>
          <pc:sldMk cId="872585224" sldId="740"/>
        </pc:sldMkLst>
      </pc:sldChg>
      <pc:sldChg chg="del">
        <pc:chgData name="Drozdzynski, Maik, Prof. Dr. rer. pol." userId="73732f81-f114-45c1-a70a-4afb221695f6" providerId="ADAL" clId="{E5B5D8AD-9BDD-4F81-9597-D8CD89C5AF0D}" dt="2026-05-27T12:49:45.443" v="613" actId="47"/>
        <pc:sldMkLst>
          <pc:docMk/>
          <pc:sldMk cId="2635567233" sldId="742"/>
        </pc:sldMkLst>
      </pc:sldChg>
      <pc:sldChg chg="del">
        <pc:chgData name="Drozdzynski, Maik, Prof. Dr. rer. pol." userId="73732f81-f114-45c1-a70a-4afb221695f6" providerId="ADAL" clId="{E5B5D8AD-9BDD-4F81-9597-D8CD89C5AF0D}" dt="2026-05-27T12:49:45.443" v="613" actId="47"/>
        <pc:sldMkLst>
          <pc:docMk/>
          <pc:sldMk cId="3056614866" sldId="743"/>
        </pc:sldMkLst>
      </pc:sldChg>
      <pc:sldChg chg="del">
        <pc:chgData name="Drozdzynski, Maik, Prof. Dr. rer. pol." userId="73732f81-f114-45c1-a70a-4afb221695f6" providerId="ADAL" clId="{E5B5D8AD-9BDD-4F81-9597-D8CD89C5AF0D}" dt="2026-05-27T12:49:45.443" v="613" actId="47"/>
        <pc:sldMkLst>
          <pc:docMk/>
          <pc:sldMk cId="1638580834" sldId="744"/>
        </pc:sldMkLst>
      </pc:sldChg>
      <pc:sldChg chg="del">
        <pc:chgData name="Drozdzynski, Maik, Prof. Dr. rer. pol." userId="73732f81-f114-45c1-a70a-4afb221695f6" providerId="ADAL" clId="{E5B5D8AD-9BDD-4F81-9597-D8CD89C5AF0D}" dt="2026-05-27T12:49:45.443" v="613" actId="47"/>
        <pc:sldMkLst>
          <pc:docMk/>
          <pc:sldMk cId="1904276154" sldId="746"/>
        </pc:sldMkLst>
      </pc:sldChg>
      <pc:sldChg chg="del">
        <pc:chgData name="Drozdzynski, Maik, Prof. Dr. rer. pol." userId="73732f81-f114-45c1-a70a-4afb221695f6" providerId="ADAL" clId="{E5B5D8AD-9BDD-4F81-9597-D8CD89C5AF0D}" dt="2026-05-27T12:49:45.443" v="613" actId="47"/>
        <pc:sldMkLst>
          <pc:docMk/>
          <pc:sldMk cId="1204364898" sldId="747"/>
        </pc:sldMkLst>
      </pc:sldChg>
      <pc:sldChg chg="del">
        <pc:chgData name="Drozdzynski, Maik, Prof. Dr. rer. pol." userId="73732f81-f114-45c1-a70a-4afb221695f6" providerId="ADAL" clId="{E5B5D8AD-9BDD-4F81-9597-D8CD89C5AF0D}" dt="2026-05-27T12:49:45.443" v="613" actId="47"/>
        <pc:sldMkLst>
          <pc:docMk/>
          <pc:sldMk cId="3934828218" sldId="750"/>
        </pc:sldMkLst>
      </pc:sldChg>
      <pc:sldChg chg="del">
        <pc:chgData name="Drozdzynski, Maik, Prof. Dr. rer. pol." userId="73732f81-f114-45c1-a70a-4afb221695f6" providerId="ADAL" clId="{E5B5D8AD-9BDD-4F81-9597-D8CD89C5AF0D}" dt="2026-05-27T12:49:45.443" v="613" actId="47"/>
        <pc:sldMkLst>
          <pc:docMk/>
          <pc:sldMk cId="1928672681" sldId="751"/>
        </pc:sldMkLst>
      </pc:sldChg>
      <pc:sldChg chg="del">
        <pc:chgData name="Drozdzynski, Maik, Prof. Dr. rer. pol." userId="73732f81-f114-45c1-a70a-4afb221695f6" providerId="ADAL" clId="{E5B5D8AD-9BDD-4F81-9597-D8CD89C5AF0D}" dt="2026-05-27T12:49:45.443" v="613" actId="47"/>
        <pc:sldMkLst>
          <pc:docMk/>
          <pc:sldMk cId="57801744" sldId="752"/>
        </pc:sldMkLst>
      </pc:sldChg>
      <pc:sldChg chg="del">
        <pc:chgData name="Drozdzynski, Maik, Prof. Dr. rer. pol." userId="73732f81-f114-45c1-a70a-4afb221695f6" providerId="ADAL" clId="{E5B5D8AD-9BDD-4F81-9597-D8CD89C5AF0D}" dt="2026-05-27T12:49:45.443" v="613" actId="47"/>
        <pc:sldMkLst>
          <pc:docMk/>
          <pc:sldMk cId="4095808965" sldId="753"/>
        </pc:sldMkLst>
      </pc:sldChg>
      <pc:sldChg chg="del">
        <pc:chgData name="Drozdzynski, Maik, Prof. Dr. rer. pol." userId="73732f81-f114-45c1-a70a-4afb221695f6" providerId="ADAL" clId="{E5B5D8AD-9BDD-4F81-9597-D8CD89C5AF0D}" dt="2026-05-27T12:49:45.443" v="613" actId="47"/>
        <pc:sldMkLst>
          <pc:docMk/>
          <pc:sldMk cId="3273828287" sldId="754"/>
        </pc:sldMkLst>
      </pc:sldChg>
      <pc:sldChg chg="del">
        <pc:chgData name="Drozdzynski, Maik, Prof. Dr. rer. pol." userId="73732f81-f114-45c1-a70a-4afb221695f6" providerId="ADAL" clId="{E5B5D8AD-9BDD-4F81-9597-D8CD89C5AF0D}" dt="2026-05-27T12:49:45.443" v="613" actId="47"/>
        <pc:sldMkLst>
          <pc:docMk/>
          <pc:sldMk cId="1141514020" sldId="756"/>
        </pc:sldMkLst>
      </pc:sldChg>
      <pc:sldChg chg="del">
        <pc:chgData name="Drozdzynski, Maik, Prof. Dr. rer. pol." userId="73732f81-f114-45c1-a70a-4afb221695f6" providerId="ADAL" clId="{E5B5D8AD-9BDD-4F81-9597-D8CD89C5AF0D}" dt="2026-05-27T12:49:45.443" v="613" actId="47"/>
        <pc:sldMkLst>
          <pc:docMk/>
          <pc:sldMk cId="2977725336" sldId="758"/>
        </pc:sldMkLst>
      </pc:sldChg>
      <pc:sldChg chg="del">
        <pc:chgData name="Drozdzynski, Maik, Prof. Dr. rer. pol." userId="73732f81-f114-45c1-a70a-4afb221695f6" providerId="ADAL" clId="{E5B5D8AD-9BDD-4F81-9597-D8CD89C5AF0D}" dt="2026-05-27T12:49:45.443" v="613" actId="47"/>
        <pc:sldMkLst>
          <pc:docMk/>
          <pc:sldMk cId="2353321113" sldId="759"/>
        </pc:sldMkLst>
      </pc:sldChg>
      <pc:sldChg chg="del">
        <pc:chgData name="Drozdzynski, Maik, Prof. Dr. rer. pol." userId="73732f81-f114-45c1-a70a-4afb221695f6" providerId="ADAL" clId="{E5B5D8AD-9BDD-4F81-9597-D8CD89C5AF0D}" dt="2026-05-27T12:49:45.443" v="613" actId="47"/>
        <pc:sldMkLst>
          <pc:docMk/>
          <pc:sldMk cId="414435124" sldId="760"/>
        </pc:sldMkLst>
      </pc:sldChg>
      <pc:sldChg chg="del">
        <pc:chgData name="Drozdzynski, Maik, Prof. Dr. rer. pol." userId="73732f81-f114-45c1-a70a-4afb221695f6" providerId="ADAL" clId="{E5B5D8AD-9BDD-4F81-9597-D8CD89C5AF0D}" dt="2026-05-27T12:49:45.443" v="613" actId="47"/>
        <pc:sldMkLst>
          <pc:docMk/>
          <pc:sldMk cId="3543358105" sldId="761"/>
        </pc:sldMkLst>
      </pc:sldChg>
      <pc:sldChg chg="del">
        <pc:chgData name="Drozdzynski, Maik, Prof. Dr. rer. pol." userId="73732f81-f114-45c1-a70a-4afb221695f6" providerId="ADAL" clId="{E5B5D8AD-9BDD-4F81-9597-D8CD89C5AF0D}" dt="2026-05-27T12:49:45.443" v="613" actId="47"/>
        <pc:sldMkLst>
          <pc:docMk/>
          <pc:sldMk cId="310572390" sldId="762"/>
        </pc:sldMkLst>
      </pc:sldChg>
      <pc:sldChg chg="del">
        <pc:chgData name="Drozdzynski, Maik, Prof. Dr. rer. pol." userId="73732f81-f114-45c1-a70a-4afb221695f6" providerId="ADAL" clId="{E5B5D8AD-9BDD-4F81-9597-D8CD89C5AF0D}" dt="2026-05-27T12:49:45.443" v="613" actId="47"/>
        <pc:sldMkLst>
          <pc:docMk/>
          <pc:sldMk cId="2636927140" sldId="763"/>
        </pc:sldMkLst>
      </pc:sldChg>
      <pc:sldChg chg="del">
        <pc:chgData name="Drozdzynski, Maik, Prof. Dr. rer. pol." userId="73732f81-f114-45c1-a70a-4afb221695f6" providerId="ADAL" clId="{E5B5D8AD-9BDD-4F81-9597-D8CD89C5AF0D}" dt="2026-05-27T12:49:45.443" v="613" actId="47"/>
        <pc:sldMkLst>
          <pc:docMk/>
          <pc:sldMk cId="678513900" sldId="764"/>
        </pc:sldMkLst>
      </pc:sldChg>
      <pc:sldChg chg="del">
        <pc:chgData name="Drozdzynski, Maik, Prof. Dr. rer. pol." userId="73732f81-f114-45c1-a70a-4afb221695f6" providerId="ADAL" clId="{E5B5D8AD-9BDD-4F81-9597-D8CD89C5AF0D}" dt="2026-05-27T12:49:45.443" v="613" actId="47"/>
        <pc:sldMkLst>
          <pc:docMk/>
          <pc:sldMk cId="2186404109" sldId="765"/>
        </pc:sldMkLst>
      </pc:sldChg>
      <pc:sldChg chg="del">
        <pc:chgData name="Drozdzynski, Maik, Prof. Dr. rer. pol." userId="73732f81-f114-45c1-a70a-4afb221695f6" providerId="ADAL" clId="{E5B5D8AD-9BDD-4F81-9597-D8CD89C5AF0D}" dt="2026-05-27T12:49:45.443" v="613" actId="47"/>
        <pc:sldMkLst>
          <pc:docMk/>
          <pc:sldMk cId="3937526674" sldId="766"/>
        </pc:sldMkLst>
      </pc:sldChg>
      <pc:sldChg chg="del">
        <pc:chgData name="Drozdzynski, Maik, Prof. Dr. rer. pol." userId="73732f81-f114-45c1-a70a-4afb221695f6" providerId="ADAL" clId="{E5B5D8AD-9BDD-4F81-9597-D8CD89C5AF0D}" dt="2026-05-27T12:49:45.443" v="613" actId="47"/>
        <pc:sldMkLst>
          <pc:docMk/>
          <pc:sldMk cId="2835891503" sldId="767"/>
        </pc:sldMkLst>
      </pc:sldChg>
      <pc:sldChg chg="del">
        <pc:chgData name="Drozdzynski, Maik, Prof. Dr. rer. pol." userId="73732f81-f114-45c1-a70a-4afb221695f6" providerId="ADAL" clId="{E5B5D8AD-9BDD-4F81-9597-D8CD89C5AF0D}" dt="2026-05-27T12:49:45.443" v="613" actId="47"/>
        <pc:sldMkLst>
          <pc:docMk/>
          <pc:sldMk cId="43020176" sldId="768"/>
        </pc:sldMkLst>
      </pc:sldChg>
      <pc:sldChg chg="del">
        <pc:chgData name="Drozdzynski, Maik, Prof. Dr. rer. pol." userId="73732f81-f114-45c1-a70a-4afb221695f6" providerId="ADAL" clId="{E5B5D8AD-9BDD-4F81-9597-D8CD89C5AF0D}" dt="2026-05-27T12:49:45.443" v="613" actId="47"/>
        <pc:sldMkLst>
          <pc:docMk/>
          <pc:sldMk cId="2513869357" sldId="769"/>
        </pc:sldMkLst>
      </pc:sldChg>
      <pc:sldChg chg="del">
        <pc:chgData name="Drozdzynski, Maik, Prof. Dr. rer. pol." userId="73732f81-f114-45c1-a70a-4afb221695f6" providerId="ADAL" clId="{E5B5D8AD-9BDD-4F81-9597-D8CD89C5AF0D}" dt="2026-05-27T12:49:45.443" v="613" actId="47"/>
        <pc:sldMkLst>
          <pc:docMk/>
          <pc:sldMk cId="3243194621" sldId="770"/>
        </pc:sldMkLst>
      </pc:sldChg>
      <pc:sldChg chg="del">
        <pc:chgData name="Drozdzynski, Maik, Prof. Dr. rer. pol." userId="73732f81-f114-45c1-a70a-4afb221695f6" providerId="ADAL" clId="{E5B5D8AD-9BDD-4F81-9597-D8CD89C5AF0D}" dt="2026-05-27T12:48:46.006" v="609" actId="47"/>
        <pc:sldMkLst>
          <pc:docMk/>
          <pc:sldMk cId="30585536" sldId="778"/>
        </pc:sldMkLst>
      </pc:sldChg>
      <pc:sldChg chg="del">
        <pc:chgData name="Drozdzynski, Maik, Prof. Dr. rer. pol." userId="73732f81-f114-45c1-a70a-4afb221695f6" providerId="ADAL" clId="{E5B5D8AD-9BDD-4F81-9597-D8CD89C5AF0D}" dt="2026-05-27T12:49:45.443" v="613" actId="47"/>
        <pc:sldMkLst>
          <pc:docMk/>
          <pc:sldMk cId="1138892164" sldId="785"/>
        </pc:sldMkLst>
      </pc:sldChg>
      <pc:sldChg chg="del">
        <pc:chgData name="Drozdzynski, Maik, Prof. Dr. rer. pol." userId="73732f81-f114-45c1-a70a-4afb221695f6" providerId="ADAL" clId="{E5B5D8AD-9BDD-4F81-9597-D8CD89C5AF0D}" dt="2026-05-27T12:49:45.443" v="613" actId="47"/>
        <pc:sldMkLst>
          <pc:docMk/>
          <pc:sldMk cId="801652208" sldId="793"/>
        </pc:sldMkLst>
      </pc:sldChg>
      <pc:sldChg chg="del">
        <pc:chgData name="Drozdzynski, Maik, Prof. Dr. rer. pol." userId="73732f81-f114-45c1-a70a-4afb221695f6" providerId="ADAL" clId="{E5B5D8AD-9BDD-4F81-9597-D8CD89C5AF0D}" dt="2026-05-27T12:49:45.443" v="613" actId="47"/>
        <pc:sldMkLst>
          <pc:docMk/>
          <pc:sldMk cId="3585813582" sldId="807"/>
        </pc:sldMkLst>
      </pc:sldChg>
      <pc:sldChg chg="del">
        <pc:chgData name="Drozdzynski, Maik, Prof. Dr. rer. pol." userId="73732f81-f114-45c1-a70a-4afb221695f6" providerId="ADAL" clId="{E5B5D8AD-9BDD-4F81-9597-D8CD89C5AF0D}" dt="2026-05-27T12:49:45.443" v="613" actId="47"/>
        <pc:sldMkLst>
          <pc:docMk/>
          <pc:sldMk cId="3296852356" sldId="809"/>
        </pc:sldMkLst>
      </pc:sldChg>
      <pc:sldChg chg="del">
        <pc:chgData name="Drozdzynski, Maik, Prof. Dr. rer. pol." userId="73732f81-f114-45c1-a70a-4afb221695f6" providerId="ADAL" clId="{E5B5D8AD-9BDD-4F81-9597-D8CD89C5AF0D}" dt="2026-05-27T12:49:45.443" v="613" actId="47"/>
        <pc:sldMkLst>
          <pc:docMk/>
          <pc:sldMk cId="1377951384" sldId="814"/>
        </pc:sldMkLst>
      </pc:sldChg>
      <pc:sldChg chg="del">
        <pc:chgData name="Drozdzynski, Maik, Prof. Dr. rer. pol." userId="73732f81-f114-45c1-a70a-4afb221695f6" providerId="ADAL" clId="{E5B5D8AD-9BDD-4F81-9597-D8CD89C5AF0D}" dt="2026-05-27T12:49:45.443" v="613" actId="47"/>
        <pc:sldMkLst>
          <pc:docMk/>
          <pc:sldMk cId="402731519" sldId="817"/>
        </pc:sldMkLst>
      </pc:sldChg>
      <pc:sldChg chg="del">
        <pc:chgData name="Drozdzynski, Maik, Prof. Dr. rer. pol." userId="73732f81-f114-45c1-a70a-4afb221695f6" providerId="ADAL" clId="{E5B5D8AD-9BDD-4F81-9597-D8CD89C5AF0D}" dt="2026-05-27T12:49:45.443" v="613" actId="47"/>
        <pc:sldMkLst>
          <pc:docMk/>
          <pc:sldMk cId="1334053676" sldId="818"/>
        </pc:sldMkLst>
      </pc:sldChg>
      <pc:sldChg chg="del">
        <pc:chgData name="Drozdzynski, Maik, Prof. Dr. rer. pol." userId="73732f81-f114-45c1-a70a-4afb221695f6" providerId="ADAL" clId="{E5B5D8AD-9BDD-4F81-9597-D8CD89C5AF0D}" dt="2026-05-27T12:49:45.443" v="613" actId="47"/>
        <pc:sldMkLst>
          <pc:docMk/>
          <pc:sldMk cId="787069754" sldId="819"/>
        </pc:sldMkLst>
      </pc:sldChg>
      <pc:sldChg chg="del">
        <pc:chgData name="Drozdzynski, Maik, Prof. Dr. rer. pol." userId="73732f81-f114-45c1-a70a-4afb221695f6" providerId="ADAL" clId="{E5B5D8AD-9BDD-4F81-9597-D8CD89C5AF0D}" dt="2026-05-27T12:49:45.443" v="613" actId="47"/>
        <pc:sldMkLst>
          <pc:docMk/>
          <pc:sldMk cId="1954243798" sldId="820"/>
        </pc:sldMkLst>
      </pc:sldChg>
      <pc:sldChg chg="del">
        <pc:chgData name="Drozdzynski, Maik, Prof. Dr. rer. pol." userId="73732f81-f114-45c1-a70a-4afb221695f6" providerId="ADAL" clId="{E5B5D8AD-9BDD-4F81-9597-D8CD89C5AF0D}" dt="2026-05-27T12:49:45.443" v="613" actId="47"/>
        <pc:sldMkLst>
          <pc:docMk/>
          <pc:sldMk cId="2731402813" sldId="821"/>
        </pc:sldMkLst>
      </pc:sldChg>
      <pc:sldChg chg="del">
        <pc:chgData name="Drozdzynski, Maik, Prof. Dr. rer. pol." userId="73732f81-f114-45c1-a70a-4afb221695f6" providerId="ADAL" clId="{E5B5D8AD-9BDD-4F81-9597-D8CD89C5AF0D}" dt="2026-05-27T12:49:45.443" v="613" actId="47"/>
        <pc:sldMkLst>
          <pc:docMk/>
          <pc:sldMk cId="1942005777" sldId="822"/>
        </pc:sldMkLst>
      </pc:sldChg>
      <pc:sldChg chg="del">
        <pc:chgData name="Drozdzynski, Maik, Prof. Dr. rer. pol." userId="73732f81-f114-45c1-a70a-4afb221695f6" providerId="ADAL" clId="{E5B5D8AD-9BDD-4F81-9597-D8CD89C5AF0D}" dt="2026-05-27T12:49:45.443" v="613" actId="47"/>
        <pc:sldMkLst>
          <pc:docMk/>
          <pc:sldMk cId="2744892522" sldId="823"/>
        </pc:sldMkLst>
      </pc:sldChg>
      <pc:sldChg chg="del">
        <pc:chgData name="Drozdzynski, Maik, Prof. Dr. rer. pol." userId="73732f81-f114-45c1-a70a-4afb221695f6" providerId="ADAL" clId="{E5B5D8AD-9BDD-4F81-9597-D8CD89C5AF0D}" dt="2026-05-27T12:49:45.443" v="613" actId="47"/>
        <pc:sldMkLst>
          <pc:docMk/>
          <pc:sldMk cId="2123940718" sldId="824"/>
        </pc:sldMkLst>
      </pc:sldChg>
      <pc:sldChg chg="mod modShow">
        <pc:chgData name="Drozdzynski, Maik, Prof. Dr. rer. pol." userId="73732f81-f114-45c1-a70a-4afb221695f6" providerId="ADAL" clId="{E5B5D8AD-9BDD-4F81-9597-D8CD89C5AF0D}" dt="2026-05-27T12:48:58.498" v="611" actId="34476"/>
        <pc:sldMkLst>
          <pc:docMk/>
          <pc:sldMk cId="2051398781" sldId="2147476617"/>
        </pc:sldMkLst>
      </pc:sldChg>
      <pc:sldChg chg="mod modShow">
        <pc:chgData name="Drozdzynski, Maik, Prof. Dr. rer. pol." userId="73732f81-f114-45c1-a70a-4afb221695f6" providerId="ADAL" clId="{E5B5D8AD-9BDD-4F81-9597-D8CD89C5AF0D}" dt="2026-05-27T12:49:06.436" v="612" actId="34476"/>
        <pc:sldMkLst>
          <pc:docMk/>
          <pc:sldMk cId="4003195382" sldId="2147476618"/>
        </pc:sldMkLst>
      </pc:sldChg>
      <pc:sldChg chg="del">
        <pc:chgData name="Drozdzynski, Maik, Prof. Dr. rer. pol." userId="73732f81-f114-45c1-a70a-4afb221695f6" providerId="ADAL" clId="{E5B5D8AD-9BDD-4F81-9597-D8CD89C5AF0D}" dt="2026-05-27T12:48:46.006" v="609" actId="47"/>
        <pc:sldMkLst>
          <pc:docMk/>
          <pc:sldMk cId="2248747580" sldId="2147476619"/>
        </pc:sldMkLst>
      </pc:sldChg>
      <pc:sldChg chg="del">
        <pc:chgData name="Drozdzynski, Maik, Prof. Dr. rer. pol." userId="73732f81-f114-45c1-a70a-4afb221695f6" providerId="ADAL" clId="{E5B5D8AD-9BDD-4F81-9597-D8CD89C5AF0D}" dt="2026-05-27T12:48:46.006" v="609" actId="47"/>
        <pc:sldMkLst>
          <pc:docMk/>
          <pc:sldMk cId="248621966" sldId="2147476620"/>
        </pc:sldMkLst>
      </pc:sldChg>
      <pc:sldChg chg="del">
        <pc:chgData name="Drozdzynski, Maik, Prof. Dr. rer. pol." userId="73732f81-f114-45c1-a70a-4afb221695f6" providerId="ADAL" clId="{E5B5D8AD-9BDD-4F81-9597-D8CD89C5AF0D}" dt="2026-05-27T12:48:46.006" v="609" actId="47"/>
        <pc:sldMkLst>
          <pc:docMk/>
          <pc:sldMk cId="1644777957" sldId="2147476621"/>
        </pc:sldMkLst>
      </pc:sldChg>
      <pc:sldChg chg="modSp mod">
        <pc:chgData name="Drozdzynski, Maik, Prof. Dr. rer. pol." userId="73732f81-f114-45c1-a70a-4afb221695f6" providerId="ADAL" clId="{E5B5D8AD-9BDD-4F81-9597-D8CD89C5AF0D}" dt="2026-05-13T10:49:19.672" v="539" actId="20577"/>
        <pc:sldMkLst>
          <pc:docMk/>
          <pc:sldMk cId="2167185392" sldId="2147476622"/>
        </pc:sldMkLst>
        <pc:spChg chg="mod">
          <ac:chgData name="Drozdzynski, Maik, Prof. Dr. rer. pol." userId="73732f81-f114-45c1-a70a-4afb221695f6" providerId="ADAL" clId="{E5B5D8AD-9BDD-4F81-9597-D8CD89C5AF0D}" dt="2026-05-13T10:49:19.672" v="539" actId="20577"/>
          <ac:spMkLst>
            <pc:docMk/>
            <pc:sldMk cId="2167185392" sldId="2147476622"/>
            <ac:spMk id="11" creationId="{AA55BDF1-409F-F1AD-1C0A-0985F935FAFA}"/>
          </ac:spMkLst>
        </pc:spChg>
      </pc:sldChg>
      <pc:sldChg chg="del">
        <pc:chgData name="Drozdzynski, Maik, Prof. Dr. rer. pol." userId="73732f81-f114-45c1-a70a-4afb221695f6" providerId="ADAL" clId="{E5B5D8AD-9BDD-4F81-9597-D8CD89C5AF0D}" dt="2026-05-27T12:49:45.443" v="613" actId="47"/>
        <pc:sldMkLst>
          <pc:docMk/>
          <pc:sldMk cId="994580361" sldId="2147476623"/>
        </pc:sldMkLst>
      </pc:sldChg>
      <pc:sldChg chg="del">
        <pc:chgData name="Drozdzynski, Maik, Prof. Dr. rer. pol." userId="73732f81-f114-45c1-a70a-4afb221695f6" providerId="ADAL" clId="{E5B5D8AD-9BDD-4F81-9597-D8CD89C5AF0D}" dt="2026-05-27T12:49:45.443" v="613" actId="47"/>
        <pc:sldMkLst>
          <pc:docMk/>
          <pc:sldMk cId="1851135010" sldId="2147476624"/>
        </pc:sldMkLst>
      </pc:sldChg>
      <pc:sldChg chg="del">
        <pc:chgData name="Drozdzynski, Maik, Prof. Dr. rer. pol." userId="73732f81-f114-45c1-a70a-4afb221695f6" providerId="ADAL" clId="{E5B5D8AD-9BDD-4F81-9597-D8CD89C5AF0D}" dt="2026-05-27T12:49:45.443" v="613" actId="47"/>
        <pc:sldMkLst>
          <pc:docMk/>
          <pc:sldMk cId="2044754032" sldId="2147476625"/>
        </pc:sldMkLst>
      </pc:sldChg>
      <pc:sldChg chg="del">
        <pc:chgData name="Drozdzynski, Maik, Prof. Dr. rer. pol." userId="73732f81-f114-45c1-a70a-4afb221695f6" providerId="ADAL" clId="{E5B5D8AD-9BDD-4F81-9597-D8CD89C5AF0D}" dt="2026-05-27T12:49:45.443" v="613" actId="47"/>
        <pc:sldMkLst>
          <pc:docMk/>
          <pc:sldMk cId="3346067242" sldId="2147476626"/>
        </pc:sldMkLst>
      </pc:sldChg>
      <pc:sldChg chg="del">
        <pc:chgData name="Drozdzynski, Maik, Prof. Dr. rer. pol." userId="73732f81-f114-45c1-a70a-4afb221695f6" providerId="ADAL" clId="{E5B5D8AD-9BDD-4F81-9597-D8CD89C5AF0D}" dt="2026-05-27T12:49:45.443" v="613" actId="47"/>
        <pc:sldMkLst>
          <pc:docMk/>
          <pc:sldMk cId="2676354690" sldId="2147476627"/>
        </pc:sldMkLst>
      </pc:sldChg>
      <pc:sldChg chg="del">
        <pc:chgData name="Drozdzynski, Maik, Prof. Dr. rer. pol." userId="73732f81-f114-45c1-a70a-4afb221695f6" providerId="ADAL" clId="{E5B5D8AD-9BDD-4F81-9597-D8CD89C5AF0D}" dt="2026-05-27T12:49:45.443" v="613" actId="47"/>
        <pc:sldMkLst>
          <pc:docMk/>
          <pc:sldMk cId="3203486202" sldId="2147476628"/>
        </pc:sldMkLst>
      </pc:sldChg>
      <pc:sldChg chg="del">
        <pc:chgData name="Drozdzynski, Maik, Prof. Dr. rer. pol." userId="73732f81-f114-45c1-a70a-4afb221695f6" providerId="ADAL" clId="{E5B5D8AD-9BDD-4F81-9597-D8CD89C5AF0D}" dt="2026-05-27T12:49:45.443" v="613" actId="47"/>
        <pc:sldMkLst>
          <pc:docMk/>
          <pc:sldMk cId="1404023897" sldId="2147476629"/>
        </pc:sldMkLst>
      </pc:sldChg>
      <pc:sldChg chg="del">
        <pc:chgData name="Drozdzynski, Maik, Prof. Dr. rer. pol." userId="73732f81-f114-45c1-a70a-4afb221695f6" providerId="ADAL" clId="{E5B5D8AD-9BDD-4F81-9597-D8CD89C5AF0D}" dt="2026-05-27T12:49:45.443" v="613" actId="47"/>
        <pc:sldMkLst>
          <pc:docMk/>
          <pc:sldMk cId="1629867874" sldId="2147476630"/>
        </pc:sldMkLst>
      </pc:sldChg>
      <pc:sldChg chg="del">
        <pc:chgData name="Drozdzynski, Maik, Prof. Dr. rer. pol." userId="73732f81-f114-45c1-a70a-4afb221695f6" providerId="ADAL" clId="{E5B5D8AD-9BDD-4F81-9597-D8CD89C5AF0D}" dt="2026-05-27T12:49:45.443" v="613" actId="47"/>
        <pc:sldMkLst>
          <pc:docMk/>
          <pc:sldMk cId="3780988843" sldId="2147476631"/>
        </pc:sldMkLst>
      </pc:sldChg>
      <pc:sldChg chg="del">
        <pc:chgData name="Drozdzynski, Maik, Prof. Dr. rer. pol." userId="73732f81-f114-45c1-a70a-4afb221695f6" providerId="ADAL" clId="{E5B5D8AD-9BDD-4F81-9597-D8CD89C5AF0D}" dt="2026-05-27T12:49:45.443" v="613" actId="47"/>
        <pc:sldMkLst>
          <pc:docMk/>
          <pc:sldMk cId="2790827944" sldId="2147476686"/>
        </pc:sldMkLst>
      </pc:sldChg>
      <pc:sldChg chg="del">
        <pc:chgData name="Drozdzynski, Maik, Prof. Dr. rer. pol." userId="73732f81-f114-45c1-a70a-4afb221695f6" providerId="ADAL" clId="{E5B5D8AD-9BDD-4F81-9597-D8CD89C5AF0D}" dt="2026-05-27T12:49:45.443" v="613" actId="47"/>
        <pc:sldMkLst>
          <pc:docMk/>
          <pc:sldMk cId="462186703" sldId="2147476687"/>
        </pc:sldMkLst>
      </pc:sldChg>
      <pc:sldChg chg="del">
        <pc:chgData name="Drozdzynski, Maik, Prof. Dr. rer. pol." userId="73732f81-f114-45c1-a70a-4afb221695f6" providerId="ADAL" clId="{E5B5D8AD-9BDD-4F81-9597-D8CD89C5AF0D}" dt="2026-05-27T12:49:45.443" v="613" actId="47"/>
        <pc:sldMkLst>
          <pc:docMk/>
          <pc:sldMk cId="967411643" sldId="2147476688"/>
        </pc:sldMkLst>
      </pc:sldChg>
      <pc:sldChg chg="del">
        <pc:chgData name="Drozdzynski, Maik, Prof. Dr. rer. pol." userId="73732f81-f114-45c1-a70a-4afb221695f6" providerId="ADAL" clId="{E5B5D8AD-9BDD-4F81-9597-D8CD89C5AF0D}" dt="2026-05-27T12:49:45.443" v="613" actId="47"/>
        <pc:sldMkLst>
          <pc:docMk/>
          <pc:sldMk cId="4225503946" sldId="2147476689"/>
        </pc:sldMkLst>
      </pc:sldChg>
      <pc:sldChg chg="del">
        <pc:chgData name="Drozdzynski, Maik, Prof. Dr. rer. pol." userId="73732f81-f114-45c1-a70a-4afb221695f6" providerId="ADAL" clId="{E5B5D8AD-9BDD-4F81-9597-D8CD89C5AF0D}" dt="2026-05-27T12:49:45.443" v="613" actId="47"/>
        <pc:sldMkLst>
          <pc:docMk/>
          <pc:sldMk cId="4062470343" sldId="2147476701"/>
        </pc:sldMkLst>
      </pc:sldChg>
      <pc:sldChg chg="del">
        <pc:chgData name="Drozdzynski, Maik, Prof. Dr. rer. pol." userId="73732f81-f114-45c1-a70a-4afb221695f6" providerId="ADAL" clId="{E5B5D8AD-9BDD-4F81-9597-D8CD89C5AF0D}" dt="2026-05-27T12:49:45.443" v="613" actId="47"/>
        <pc:sldMkLst>
          <pc:docMk/>
          <pc:sldMk cId="4200126297" sldId="2147476702"/>
        </pc:sldMkLst>
      </pc:sldChg>
      <pc:sldChg chg="del">
        <pc:chgData name="Drozdzynski, Maik, Prof. Dr. rer. pol." userId="73732f81-f114-45c1-a70a-4afb221695f6" providerId="ADAL" clId="{E5B5D8AD-9BDD-4F81-9597-D8CD89C5AF0D}" dt="2026-05-27T12:49:45.443" v="613" actId="47"/>
        <pc:sldMkLst>
          <pc:docMk/>
          <pc:sldMk cId="201935029" sldId="2147476703"/>
        </pc:sldMkLst>
      </pc:sldChg>
      <pc:sldChg chg="del">
        <pc:chgData name="Drozdzynski, Maik, Prof. Dr. rer. pol." userId="73732f81-f114-45c1-a70a-4afb221695f6" providerId="ADAL" clId="{E5B5D8AD-9BDD-4F81-9597-D8CD89C5AF0D}" dt="2026-05-27T12:49:45.443" v="613" actId="47"/>
        <pc:sldMkLst>
          <pc:docMk/>
          <pc:sldMk cId="1613778124" sldId="2147476704"/>
        </pc:sldMkLst>
      </pc:sldChg>
      <pc:sldChg chg="del">
        <pc:chgData name="Drozdzynski, Maik, Prof. Dr. rer. pol." userId="73732f81-f114-45c1-a70a-4afb221695f6" providerId="ADAL" clId="{E5B5D8AD-9BDD-4F81-9597-D8CD89C5AF0D}" dt="2026-05-27T12:49:45.443" v="613" actId="47"/>
        <pc:sldMkLst>
          <pc:docMk/>
          <pc:sldMk cId="214440864" sldId="2147476705"/>
        </pc:sldMkLst>
      </pc:sldChg>
      <pc:sldChg chg="del">
        <pc:chgData name="Drozdzynski, Maik, Prof. Dr. rer. pol." userId="73732f81-f114-45c1-a70a-4afb221695f6" providerId="ADAL" clId="{E5B5D8AD-9BDD-4F81-9597-D8CD89C5AF0D}" dt="2026-05-27T12:49:45.443" v="613" actId="47"/>
        <pc:sldMkLst>
          <pc:docMk/>
          <pc:sldMk cId="252794867" sldId="2147476706"/>
        </pc:sldMkLst>
      </pc:sldChg>
      <pc:sldChg chg="del">
        <pc:chgData name="Drozdzynski, Maik, Prof. Dr. rer. pol." userId="73732f81-f114-45c1-a70a-4afb221695f6" providerId="ADAL" clId="{E5B5D8AD-9BDD-4F81-9597-D8CD89C5AF0D}" dt="2026-05-27T12:49:45.443" v="613" actId="47"/>
        <pc:sldMkLst>
          <pc:docMk/>
          <pc:sldMk cId="2306951351" sldId="2147476707"/>
        </pc:sldMkLst>
      </pc:sldChg>
      <pc:sldChg chg="del">
        <pc:chgData name="Drozdzynski, Maik, Prof. Dr. rer. pol." userId="73732f81-f114-45c1-a70a-4afb221695f6" providerId="ADAL" clId="{E5B5D8AD-9BDD-4F81-9597-D8CD89C5AF0D}" dt="2026-05-27T12:49:45.443" v="613" actId="47"/>
        <pc:sldMkLst>
          <pc:docMk/>
          <pc:sldMk cId="1958307083" sldId="2147476708"/>
        </pc:sldMkLst>
      </pc:sldChg>
      <pc:sldChg chg="del">
        <pc:chgData name="Drozdzynski, Maik, Prof. Dr. rer. pol." userId="73732f81-f114-45c1-a70a-4afb221695f6" providerId="ADAL" clId="{E5B5D8AD-9BDD-4F81-9597-D8CD89C5AF0D}" dt="2026-05-27T12:49:45.443" v="613" actId="47"/>
        <pc:sldMkLst>
          <pc:docMk/>
          <pc:sldMk cId="347532607" sldId="2147476709"/>
        </pc:sldMkLst>
      </pc:sldChg>
      <pc:sldChg chg="del">
        <pc:chgData name="Drozdzynski, Maik, Prof. Dr. rer. pol." userId="73732f81-f114-45c1-a70a-4afb221695f6" providerId="ADAL" clId="{E5B5D8AD-9BDD-4F81-9597-D8CD89C5AF0D}" dt="2026-05-27T12:49:45.443" v="613" actId="47"/>
        <pc:sldMkLst>
          <pc:docMk/>
          <pc:sldMk cId="121315197" sldId="2147476710"/>
        </pc:sldMkLst>
      </pc:sldChg>
      <pc:sldChg chg="del">
        <pc:chgData name="Drozdzynski, Maik, Prof. Dr. rer. pol." userId="73732f81-f114-45c1-a70a-4afb221695f6" providerId="ADAL" clId="{E5B5D8AD-9BDD-4F81-9597-D8CD89C5AF0D}" dt="2026-05-27T12:49:45.443" v="613" actId="47"/>
        <pc:sldMkLst>
          <pc:docMk/>
          <pc:sldMk cId="3522241965" sldId="2147476711"/>
        </pc:sldMkLst>
      </pc:sldChg>
      <pc:sldChg chg="del">
        <pc:chgData name="Drozdzynski, Maik, Prof. Dr. rer. pol." userId="73732f81-f114-45c1-a70a-4afb221695f6" providerId="ADAL" clId="{E5B5D8AD-9BDD-4F81-9597-D8CD89C5AF0D}" dt="2026-05-27T12:49:45.443" v="613" actId="47"/>
        <pc:sldMkLst>
          <pc:docMk/>
          <pc:sldMk cId="327605834" sldId="2147476712"/>
        </pc:sldMkLst>
      </pc:sldChg>
      <pc:sldChg chg="del">
        <pc:chgData name="Drozdzynski, Maik, Prof. Dr. rer. pol." userId="73732f81-f114-45c1-a70a-4afb221695f6" providerId="ADAL" clId="{E5B5D8AD-9BDD-4F81-9597-D8CD89C5AF0D}" dt="2026-05-27T12:49:45.443" v="613" actId="47"/>
        <pc:sldMkLst>
          <pc:docMk/>
          <pc:sldMk cId="1339919814" sldId="2147476713"/>
        </pc:sldMkLst>
      </pc:sldChg>
      <pc:sldChg chg="del">
        <pc:chgData name="Drozdzynski, Maik, Prof. Dr. rer. pol." userId="73732f81-f114-45c1-a70a-4afb221695f6" providerId="ADAL" clId="{E5B5D8AD-9BDD-4F81-9597-D8CD89C5AF0D}" dt="2026-05-27T12:49:45.443" v="613" actId="47"/>
        <pc:sldMkLst>
          <pc:docMk/>
          <pc:sldMk cId="3785072118" sldId="2147476714"/>
        </pc:sldMkLst>
      </pc:sldChg>
      <pc:sldChg chg="del">
        <pc:chgData name="Drozdzynski, Maik, Prof. Dr. rer. pol." userId="73732f81-f114-45c1-a70a-4afb221695f6" providerId="ADAL" clId="{E5B5D8AD-9BDD-4F81-9597-D8CD89C5AF0D}" dt="2026-05-27T12:49:45.443" v="613" actId="47"/>
        <pc:sldMkLst>
          <pc:docMk/>
          <pc:sldMk cId="3847400222" sldId="2147476715"/>
        </pc:sldMkLst>
      </pc:sldChg>
      <pc:sldChg chg="del">
        <pc:chgData name="Drozdzynski, Maik, Prof. Dr. rer. pol." userId="73732f81-f114-45c1-a70a-4afb221695f6" providerId="ADAL" clId="{E5B5D8AD-9BDD-4F81-9597-D8CD89C5AF0D}" dt="2026-05-27T12:49:45.443" v="613" actId="47"/>
        <pc:sldMkLst>
          <pc:docMk/>
          <pc:sldMk cId="2891341033" sldId="2147476716"/>
        </pc:sldMkLst>
      </pc:sldChg>
      <pc:sldChg chg="del">
        <pc:chgData name="Drozdzynski, Maik, Prof. Dr. rer. pol." userId="73732f81-f114-45c1-a70a-4afb221695f6" providerId="ADAL" clId="{E5B5D8AD-9BDD-4F81-9597-D8CD89C5AF0D}" dt="2026-05-27T12:49:45.443" v="613" actId="47"/>
        <pc:sldMkLst>
          <pc:docMk/>
          <pc:sldMk cId="1483951732" sldId="2147476717"/>
        </pc:sldMkLst>
      </pc:sldChg>
      <pc:sldChg chg="del">
        <pc:chgData name="Drozdzynski, Maik, Prof. Dr. rer. pol." userId="73732f81-f114-45c1-a70a-4afb221695f6" providerId="ADAL" clId="{E5B5D8AD-9BDD-4F81-9597-D8CD89C5AF0D}" dt="2026-05-27T12:49:45.443" v="613" actId="47"/>
        <pc:sldMkLst>
          <pc:docMk/>
          <pc:sldMk cId="1561023885" sldId="2147476718"/>
        </pc:sldMkLst>
      </pc:sldChg>
      <pc:sldChg chg="del">
        <pc:chgData name="Drozdzynski, Maik, Prof. Dr. rer. pol." userId="73732f81-f114-45c1-a70a-4afb221695f6" providerId="ADAL" clId="{E5B5D8AD-9BDD-4F81-9597-D8CD89C5AF0D}" dt="2026-05-27T12:49:45.443" v="613" actId="47"/>
        <pc:sldMkLst>
          <pc:docMk/>
          <pc:sldMk cId="3268687383" sldId="2147476719"/>
        </pc:sldMkLst>
      </pc:sldChg>
      <pc:sldChg chg="del">
        <pc:chgData name="Drozdzynski, Maik, Prof. Dr. rer. pol." userId="73732f81-f114-45c1-a70a-4afb221695f6" providerId="ADAL" clId="{E5B5D8AD-9BDD-4F81-9597-D8CD89C5AF0D}" dt="2026-05-27T12:49:45.443" v="613" actId="47"/>
        <pc:sldMkLst>
          <pc:docMk/>
          <pc:sldMk cId="355957956" sldId="2147476720"/>
        </pc:sldMkLst>
      </pc:sldChg>
      <pc:sldChg chg="del">
        <pc:chgData name="Drozdzynski, Maik, Prof. Dr. rer. pol." userId="73732f81-f114-45c1-a70a-4afb221695f6" providerId="ADAL" clId="{E5B5D8AD-9BDD-4F81-9597-D8CD89C5AF0D}" dt="2026-05-27T12:49:45.443" v="613" actId="47"/>
        <pc:sldMkLst>
          <pc:docMk/>
          <pc:sldMk cId="1391051917" sldId="2147476721"/>
        </pc:sldMkLst>
      </pc:sldChg>
      <pc:sldChg chg="del">
        <pc:chgData name="Drozdzynski, Maik, Prof. Dr. rer. pol." userId="73732f81-f114-45c1-a70a-4afb221695f6" providerId="ADAL" clId="{E5B5D8AD-9BDD-4F81-9597-D8CD89C5AF0D}" dt="2026-05-27T12:49:45.443" v="613" actId="47"/>
        <pc:sldMkLst>
          <pc:docMk/>
          <pc:sldMk cId="65189392" sldId="2147476722"/>
        </pc:sldMkLst>
      </pc:sldChg>
      <pc:sldChg chg="del">
        <pc:chgData name="Drozdzynski, Maik, Prof. Dr. rer. pol." userId="73732f81-f114-45c1-a70a-4afb221695f6" providerId="ADAL" clId="{E5B5D8AD-9BDD-4F81-9597-D8CD89C5AF0D}" dt="2026-05-27T12:49:45.443" v="613" actId="47"/>
        <pc:sldMkLst>
          <pc:docMk/>
          <pc:sldMk cId="3476659656" sldId="2147476723"/>
        </pc:sldMkLst>
      </pc:sldChg>
      <pc:sldChg chg="del">
        <pc:chgData name="Drozdzynski, Maik, Prof. Dr. rer. pol." userId="73732f81-f114-45c1-a70a-4afb221695f6" providerId="ADAL" clId="{E5B5D8AD-9BDD-4F81-9597-D8CD89C5AF0D}" dt="2026-05-27T12:49:45.443" v="613" actId="47"/>
        <pc:sldMkLst>
          <pc:docMk/>
          <pc:sldMk cId="3857888402" sldId="2147476724"/>
        </pc:sldMkLst>
      </pc:sldChg>
      <pc:sldChg chg="del">
        <pc:chgData name="Drozdzynski, Maik, Prof. Dr. rer. pol." userId="73732f81-f114-45c1-a70a-4afb221695f6" providerId="ADAL" clId="{E5B5D8AD-9BDD-4F81-9597-D8CD89C5AF0D}" dt="2026-05-27T12:49:45.443" v="613" actId="47"/>
        <pc:sldMkLst>
          <pc:docMk/>
          <pc:sldMk cId="1166644561" sldId="2147476725"/>
        </pc:sldMkLst>
      </pc:sldChg>
      <pc:sldChg chg="del">
        <pc:chgData name="Drozdzynski, Maik, Prof. Dr. rer. pol." userId="73732f81-f114-45c1-a70a-4afb221695f6" providerId="ADAL" clId="{E5B5D8AD-9BDD-4F81-9597-D8CD89C5AF0D}" dt="2026-05-27T12:49:45.443" v="613" actId="47"/>
        <pc:sldMkLst>
          <pc:docMk/>
          <pc:sldMk cId="2431069768" sldId="2147476726"/>
        </pc:sldMkLst>
      </pc:sldChg>
      <pc:sldChg chg="del">
        <pc:chgData name="Drozdzynski, Maik, Prof. Dr. rer. pol." userId="73732f81-f114-45c1-a70a-4afb221695f6" providerId="ADAL" clId="{E5B5D8AD-9BDD-4F81-9597-D8CD89C5AF0D}" dt="2026-05-27T12:49:45.443" v="613" actId="47"/>
        <pc:sldMkLst>
          <pc:docMk/>
          <pc:sldMk cId="2283679210" sldId="2147476727"/>
        </pc:sldMkLst>
      </pc:sldChg>
      <pc:sldChg chg="del">
        <pc:chgData name="Drozdzynski, Maik, Prof. Dr. rer. pol." userId="73732f81-f114-45c1-a70a-4afb221695f6" providerId="ADAL" clId="{E5B5D8AD-9BDD-4F81-9597-D8CD89C5AF0D}" dt="2026-05-27T12:49:45.443" v="613" actId="47"/>
        <pc:sldMkLst>
          <pc:docMk/>
          <pc:sldMk cId="1605246889" sldId="2147476728"/>
        </pc:sldMkLst>
      </pc:sldChg>
      <pc:sldChg chg="del">
        <pc:chgData name="Drozdzynski, Maik, Prof. Dr. rer. pol." userId="73732f81-f114-45c1-a70a-4afb221695f6" providerId="ADAL" clId="{E5B5D8AD-9BDD-4F81-9597-D8CD89C5AF0D}" dt="2026-05-27T12:49:45.443" v="613" actId="47"/>
        <pc:sldMkLst>
          <pc:docMk/>
          <pc:sldMk cId="4024727898" sldId="2147476729"/>
        </pc:sldMkLst>
      </pc:sldChg>
      <pc:sldChg chg="del">
        <pc:chgData name="Drozdzynski, Maik, Prof. Dr. rer. pol." userId="73732f81-f114-45c1-a70a-4afb221695f6" providerId="ADAL" clId="{E5B5D8AD-9BDD-4F81-9597-D8CD89C5AF0D}" dt="2026-05-27T12:49:45.443" v="613" actId="47"/>
        <pc:sldMkLst>
          <pc:docMk/>
          <pc:sldMk cId="4160420149" sldId="2147476730"/>
        </pc:sldMkLst>
      </pc:sldChg>
      <pc:sldChg chg="del">
        <pc:chgData name="Drozdzynski, Maik, Prof. Dr. rer. pol." userId="73732f81-f114-45c1-a70a-4afb221695f6" providerId="ADAL" clId="{E5B5D8AD-9BDD-4F81-9597-D8CD89C5AF0D}" dt="2026-05-27T12:49:45.443" v="613" actId="47"/>
        <pc:sldMkLst>
          <pc:docMk/>
          <pc:sldMk cId="203066097" sldId="2147476731"/>
        </pc:sldMkLst>
      </pc:sldChg>
      <pc:sldChg chg="del">
        <pc:chgData name="Drozdzynski, Maik, Prof. Dr. rer. pol." userId="73732f81-f114-45c1-a70a-4afb221695f6" providerId="ADAL" clId="{E5B5D8AD-9BDD-4F81-9597-D8CD89C5AF0D}" dt="2026-05-27T12:49:45.443" v="613" actId="47"/>
        <pc:sldMkLst>
          <pc:docMk/>
          <pc:sldMk cId="2630681809" sldId="2147476732"/>
        </pc:sldMkLst>
      </pc:sldChg>
      <pc:sldChg chg="del">
        <pc:chgData name="Drozdzynski, Maik, Prof. Dr. rer. pol." userId="73732f81-f114-45c1-a70a-4afb221695f6" providerId="ADAL" clId="{E5B5D8AD-9BDD-4F81-9597-D8CD89C5AF0D}" dt="2026-05-27T12:49:45.443" v="613" actId="47"/>
        <pc:sldMkLst>
          <pc:docMk/>
          <pc:sldMk cId="2741405132" sldId="2147476733"/>
        </pc:sldMkLst>
      </pc:sldChg>
      <pc:sldChg chg="del">
        <pc:chgData name="Drozdzynski, Maik, Prof. Dr. rer. pol." userId="73732f81-f114-45c1-a70a-4afb221695f6" providerId="ADAL" clId="{E5B5D8AD-9BDD-4F81-9597-D8CD89C5AF0D}" dt="2026-05-27T12:48:46.006" v="609" actId="47"/>
        <pc:sldMkLst>
          <pc:docMk/>
          <pc:sldMk cId="517392710" sldId="2147476734"/>
        </pc:sldMkLst>
      </pc:sldChg>
      <pc:sldChg chg="del">
        <pc:chgData name="Drozdzynski, Maik, Prof. Dr. rer. pol." userId="73732f81-f114-45c1-a70a-4afb221695f6" providerId="ADAL" clId="{E5B5D8AD-9BDD-4F81-9597-D8CD89C5AF0D}" dt="2026-05-27T12:48:46.006" v="609" actId="47"/>
        <pc:sldMkLst>
          <pc:docMk/>
          <pc:sldMk cId="207125928" sldId="2147476735"/>
        </pc:sldMkLst>
      </pc:sldChg>
      <pc:sldChg chg="del">
        <pc:chgData name="Drozdzynski, Maik, Prof. Dr. rer. pol." userId="73732f81-f114-45c1-a70a-4afb221695f6" providerId="ADAL" clId="{E5B5D8AD-9BDD-4F81-9597-D8CD89C5AF0D}" dt="2026-05-27T12:48:46.006" v="609" actId="47"/>
        <pc:sldMkLst>
          <pc:docMk/>
          <pc:sldMk cId="3742097251" sldId="2147476736"/>
        </pc:sldMkLst>
      </pc:sldChg>
      <pc:sldChg chg="modSp del mod">
        <pc:chgData name="Drozdzynski, Maik, Prof. Dr. rer. pol." userId="73732f81-f114-45c1-a70a-4afb221695f6" providerId="ADAL" clId="{E5B5D8AD-9BDD-4F81-9597-D8CD89C5AF0D}" dt="2026-05-27T12:48:46.006" v="609" actId="47"/>
        <pc:sldMkLst>
          <pc:docMk/>
          <pc:sldMk cId="4234016656" sldId="2147476737"/>
        </pc:sldMkLst>
      </pc:sldChg>
      <pc:sldChg chg="del">
        <pc:chgData name="Drozdzynski, Maik, Prof. Dr. rer. pol." userId="73732f81-f114-45c1-a70a-4afb221695f6" providerId="ADAL" clId="{E5B5D8AD-9BDD-4F81-9597-D8CD89C5AF0D}" dt="2026-05-27T12:48:46.006" v="609" actId="47"/>
        <pc:sldMkLst>
          <pc:docMk/>
          <pc:sldMk cId="2816098725" sldId="2147476738"/>
        </pc:sldMkLst>
      </pc:sldChg>
      <pc:sldChg chg="del">
        <pc:chgData name="Drozdzynski, Maik, Prof. Dr. rer. pol." userId="73732f81-f114-45c1-a70a-4afb221695f6" providerId="ADAL" clId="{E5B5D8AD-9BDD-4F81-9597-D8CD89C5AF0D}" dt="2026-05-27T12:49:45.443" v="613" actId="47"/>
        <pc:sldMkLst>
          <pc:docMk/>
          <pc:sldMk cId="355043884" sldId="2147476739"/>
        </pc:sldMkLst>
      </pc:sldChg>
      <pc:sldChg chg="del">
        <pc:chgData name="Drozdzynski, Maik, Prof. Dr. rer. pol." userId="73732f81-f114-45c1-a70a-4afb221695f6" providerId="ADAL" clId="{E5B5D8AD-9BDD-4F81-9597-D8CD89C5AF0D}" dt="2026-05-27T12:49:45.443" v="613" actId="47"/>
        <pc:sldMkLst>
          <pc:docMk/>
          <pc:sldMk cId="995092338" sldId="2147476740"/>
        </pc:sldMkLst>
      </pc:sldChg>
      <pc:sldChg chg="del">
        <pc:chgData name="Drozdzynski, Maik, Prof. Dr. rer. pol." userId="73732f81-f114-45c1-a70a-4afb221695f6" providerId="ADAL" clId="{E5B5D8AD-9BDD-4F81-9597-D8CD89C5AF0D}" dt="2026-05-27T12:49:45.443" v="613" actId="47"/>
        <pc:sldMkLst>
          <pc:docMk/>
          <pc:sldMk cId="2496623779" sldId="2147476741"/>
        </pc:sldMkLst>
      </pc:sldChg>
      <pc:sldChg chg="del">
        <pc:chgData name="Drozdzynski, Maik, Prof. Dr. rer. pol." userId="73732f81-f114-45c1-a70a-4afb221695f6" providerId="ADAL" clId="{E5B5D8AD-9BDD-4F81-9597-D8CD89C5AF0D}" dt="2026-05-27T12:49:45.443" v="613" actId="47"/>
        <pc:sldMkLst>
          <pc:docMk/>
          <pc:sldMk cId="897551281" sldId="2147476742"/>
        </pc:sldMkLst>
      </pc:sldChg>
      <pc:sldChg chg="del">
        <pc:chgData name="Drozdzynski, Maik, Prof. Dr. rer. pol." userId="73732f81-f114-45c1-a70a-4afb221695f6" providerId="ADAL" clId="{E5B5D8AD-9BDD-4F81-9597-D8CD89C5AF0D}" dt="2026-05-27T12:49:45.443" v="613" actId="47"/>
        <pc:sldMkLst>
          <pc:docMk/>
          <pc:sldMk cId="1524174834" sldId="2147476743"/>
        </pc:sldMkLst>
      </pc:sldChg>
      <pc:sldChg chg="del">
        <pc:chgData name="Drozdzynski, Maik, Prof. Dr. rer. pol." userId="73732f81-f114-45c1-a70a-4afb221695f6" providerId="ADAL" clId="{E5B5D8AD-9BDD-4F81-9597-D8CD89C5AF0D}" dt="2026-05-27T12:49:45.443" v="613" actId="47"/>
        <pc:sldMkLst>
          <pc:docMk/>
          <pc:sldMk cId="334143376" sldId="2147476744"/>
        </pc:sldMkLst>
      </pc:sldChg>
      <pc:sldChg chg="del">
        <pc:chgData name="Drozdzynski, Maik, Prof. Dr. rer. pol." userId="73732f81-f114-45c1-a70a-4afb221695f6" providerId="ADAL" clId="{E5B5D8AD-9BDD-4F81-9597-D8CD89C5AF0D}" dt="2026-05-27T12:49:45.443" v="613" actId="47"/>
        <pc:sldMkLst>
          <pc:docMk/>
          <pc:sldMk cId="2819192685" sldId="2147476745"/>
        </pc:sldMkLst>
      </pc:sldChg>
      <pc:sldChg chg="del">
        <pc:chgData name="Drozdzynski, Maik, Prof. Dr. rer. pol." userId="73732f81-f114-45c1-a70a-4afb221695f6" providerId="ADAL" clId="{E5B5D8AD-9BDD-4F81-9597-D8CD89C5AF0D}" dt="2026-05-27T12:49:45.443" v="613" actId="47"/>
        <pc:sldMkLst>
          <pc:docMk/>
          <pc:sldMk cId="3851061251" sldId="2147476746"/>
        </pc:sldMkLst>
      </pc:sldChg>
      <pc:sldChg chg="del">
        <pc:chgData name="Drozdzynski, Maik, Prof. Dr. rer. pol." userId="73732f81-f114-45c1-a70a-4afb221695f6" providerId="ADAL" clId="{E5B5D8AD-9BDD-4F81-9597-D8CD89C5AF0D}" dt="2026-05-27T12:49:45.443" v="613" actId="47"/>
        <pc:sldMkLst>
          <pc:docMk/>
          <pc:sldMk cId="2063727672" sldId="2147476747"/>
        </pc:sldMkLst>
      </pc:sldChg>
      <pc:sldChg chg="del">
        <pc:chgData name="Drozdzynski, Maik, Prof. Dr. rer. pol." userId="73732f81-f114-45c1-a70a-4afb221695f6" providerId="ADAL" clId="{E5B5D8AD-9BDD-4F81-9597-D8CD89C5AF0D}" dt="2026-05-27T12:49:45.443" v="613" actId="47"/>
        <pc:sldMkLst>
          <pc:docMk/>
          <pc:sldMk cId="487863395" sldId="2147476750"/>
        </pc:sldMkLst>
      </pc:sldChg>
      <pc:sldChg chg="del">
        <pc:chgData name="Drozdzynski, Maik, Prof. Dr. rer. pol." userId="73732f81-f114-45c1-a70a-4afb221695f6" providerId="ADAL" clId="{E5B5D8AD-9BDD-4F81-9597-D8CD89C5AF0D}" dt="2026-05-27T12:49:45.443" v="613" actId="47"/>
        <pc:sldMkLst>
          <pc:docMk/>
          <pc:sldMk cId="2689933344" sldId="2147476751"/>
        </pc:sldMkLst>
      </pc:sldChg>
      <pc:sldChg chg="del">
        <pc:chgData name="Drozdzynski, Maik, Prof. Dr. rer. pol." userId="73732f81-f114-45c1-a70a-4afb221695f6" providerId="ADAL" clId="{E5B5D8AD-9BDD-4F81-9597-D8CD89C5AF0D}" dt="2026-05-27T12:49:45.443" v="613" actId="47"/>
        <pc:sldMkLst>
          <pc:docMk/>
          <pc:sldMk cId="2741354655" sldId="2147476752"/>
        </pc:sldMkLst>
      </pc:sldChg>
      <pc:sldChg chg="del">
        <pc:chgData name="Drozdzynski, Maik, Prof. Dr. rer. pol." userId="73732f81-f114-45c1-a70a-4afb221695f6" providerId="ADAL" clId="{E5B5D8AD-9BDD-4F81-9597-D8CD89C5AF0D}" dt="2026-05-27T12:49:45.443" v="613" actId="47"/>
        <pc:sldMkLst>
          <pc:docMk/>
          <pc:sldMk cId="1122633033" sldId="2147476753"/>
        </pc:sldMkLst>
      </pc:sldChg>
      <pc:sldChg chg="del">
        <pc:chgData name="Drozdzynski, Maik, Prof. Dr. rer. pol." userId="73732f81-f114-45c1-a70a-4afb221695f6" providerId="ADAL" clId="{E5B5D8AD-9BDD-4F81-9597-D8CD89C5AF0D}" dt="2026-05-27T12:49:45.443" v="613" actId="47"/>
        <pc:sldMkLst>
          <pc:docMk/>
          <pc:sldMk cId="4286904034" sldId="2147476754"/>
        </pc:sldMkLst>
      </pc:sldChg>
      <pc:sldChg chg="del">
        <pc:chgData name="Drozdzynski, Maik, Prof. Dr. rer. pol." userId="73732f81-f114-45c1-a70a-4afb221695f6" providerId="ADAL" clId="{E5B5D8AD-9BDD-4F81-9597-D8CD89C5AF0D}" dt="2026-05-27T12:49:45.443" v="613" actId="47"/>
        <pc:sldMkLst>
          <pc:docMk/>
          <pc:sldMk cId="2033690914" sldId="2147476755"/>
        </pc:sldMkLst>
      </pc:sldChg>
      <pc:sldChg chg="del">
        <pc:chgData name="Drozdzynski, Maik, Prof. Dr. rer. pol." userId="73732f81-f114-45c1-a70a-4afb221695f6" providerId="ADAL" clId="{E5B5D8AD-9BDD-4F81-9597-D8CD89C5AF0D}" dt="2026-05-27T12:49:45.443" v="613" actId="47"/>
        <pc:sldMkLst>
          <pc:docMk/>
          <pc:sldMk cId="906741321" sldId="2147476756"/>
        </pc:sldMkLst>
      </pc:sldChg>
      <pc:sldChg chg="del">
        <pc:chgData name="Drozdzynski, Maik, Prof. Dr. rer. pol." userId="73732f81-f114-45c1-a70a-4afb221695f6" providerId="ADAL" clId="{E5B5D8AD-9BDD-4F81-9597-D8CD89C5AF0D}" dt="2026-05-27T12:49:45.443" v="613" actId="47"/>
        <pc:sldMkLst>
          <pc:docMk/>
          <pc:sldMk cId="3213634324" sldId="2147476757"/>
        </pc:sldMkLst>
      </pc:sldChg>
      <pc:sldChg chg="del">
        <pc:chgData name="Drozdzynski, Maik, Prof. Dr. rer. pol." userId="73732f81-f114-45c1-a70a-4afb221695f6" providerId="ADAL" clId="{E5B5D8AD-9BDD-4F81-9597-D8CD89C5AF0D}" dt="2026-05-27T12:49:45.443" v="613" actId="47"/>
        <pc:sldMkLst>
          <pc:docMk/>
          <pc:sldMk cId="1848540715" sldId="2147476758"/>
        </pc:sldMkLst>
      </pc:sldChg>
      <pc:sldChg chg="del">
        <pc:chgData name="Drozdzynski, Maik, Prof. Dr. rer. pol." userId="73732f81-f114-45c1-a70a-4afb221695f6" providerId="ADAL" clId="{E5B5D8AD-9BDD-4F81-9597-D8CD89C5AF0D}" dt="2026-05-27T12:49:45.443" v="613" actId="47"/>
        <pc:sldMkLst>
          <pc:docMk/>
          <pc:sldMk cId="766170090" sldId="2147476759"/>
        </pc:sldMkLst>
      </pc:sldChg>
      <pc:sldChg chg="del">
        <pc:chgData name="Drozdzynski, Maik, Prof. Dr. rer. pol." userId="73732f81-f114-45c1-a70a-4afb221695f6" providerId="ADAL" clId="{E5B5D8AD-9BDD-4F81-9597-D8CD89C5AF0D}" dt="2026-05-27T12:49:45.443" v="613" actId="47"/>
        <pc:sldMkLst>
          <pc:docMk/>
          <pc:sldMk cId="504535384" sldId="2147476761"/>
        </pc:sldMkLst>
      </pc:sldChg>
      <pc:sldChg chg="del">
        <pc:chgData name="Drozdzynski, Maik, Prof. Dr. rer. pol." userId="73732f81-f114-45c1-a70a-4afb221695f6" providerId="ADAL" clId="{E5B5D8AD-9BDD-4F81-9597-D8CD89C5AF0D}" dt="2026-05-27T12:49:45.443" v="613" actId="47"/>
        <pc:sldMkLst>
          <pc:docMk/>
          <pc:sldMk cId="2336440593" sldId="2147476762"/>
        </pc:sldMkLst>
      </pc:sldChg>
      <pc:sldChg chg="del">
        <pc:chgData name="Drozdzynski, Maik, Prof. Dr. rer. pol." userId="73732f81-f114-45c1-a70a-4afb221695f6" providerId="ADAL" clId="{E5B5D8AD-9BDD-4F81-9597-D8CD89C5AF0D}" dt="2026-05-27T12:49:45.443" v="613" actId="47"/>
        <pc:sldMkLst>
          <pc:docMk/>
          <pc:sldMk cId="3865497789" sldId="2147476763"/>
        </pc:sldMkLst>
      </pc:sldChg>
      <pc:sldChg chg="del">
        <pc:chgData name="Drozdzynski, Maik, Prof. Dr. rer. pol." userId="73732f81-f114-45c1-a70a-4afb221695f6" providerId="ADAL" clId="{E5B5D8AD-9BDD-4F81-9597-D8CD89C5AF0D}" dt="2026-05-27T12:49:45.443" v="613" actId="47"/>
        <pc:sldMkLst>
          <pc:docMk/>
          <pc:sldMk cId="3110005544" sldId="2147476764"/>
        </pc:sldMkLst>
      </pc:sldChg>
      <pc:sldChg chg="del">
        <pc:chgData name="Drozdzynski, Maik, Prof. Dr. rer. pol." userId="73732f81-f114-45c1-a70a-4afb221695f6" providerId="ADAL" clId="{E5B5D8AD-9BDD-4F81-9597-D8CD89C5AF0D}" dt="2026-05-27T12:49:45.443" v="613" actId="47"/>
        <pc:sldMkLst>
          <pc:docMk/>
          <pc:sldMk cId="3634283540" sldId="2147476766"/>
        </pc:sldMkLst>
      </pc:sldChg>
      <pc:sldChg chg="del">
        <pc:chgData name="Drozdzynski, Maik, Prof. Dr. rer. pol." userId="73732f81-f114-45c1-a70a-4afb221695f6" providerId="ADAL" clId="{E5B5D8AD-9BDD-4F81-9597-D8CD89C5AF0D}" dt="2026-05-27T12:49:45.443" v="613" actId="47"/>
        <pc:sldMkLst>
          <pc:docMk/>
          <pc:sldMk cId="1291313685" sldId="2147476767"/>
        </pc:sldMkLst>
      </pc:sldChg>
      <pc:sldChg chg="del">
        <pc:chgData name="Drozdzynski, Maik, Prof. Dr. rer. pol." userId="73732f81-f114-45c1-a70a-4afb221695f6" providerId="ADAL" clId="{E5B5D8AD-9BDD-4F81-9597-D8CD89C5AF0D}" dt="2026-05-27T12:49:45.443" v="613" actId="47"/>
        <pc:sldMkLst>
          <pc:docMk/>
          <pc:sldMk cId="3124214463" sldId="2147476768"/>
        </pc:sldMkLst>
      </pc:sldChg>
      <pc:sldChg chg="del">
        <pc:chgData name="Drozdzynski, Maik, Prof. Dr. rer. pol." userId="73732f81-f114-45c1-a70a-4afb221695f6" providerId="ADAL" clId="{E5B5D8AD-9BDD-4F81-9597-D8CD89C5AF0D}" dt="2026-05-27T12:49:45.443" v="613" actId="47"/>
        <pc:sldMkLst>
          <pc:docMk/>
          <pc:sldMk cId="3959086316" sldId="2147476769"/>
        </pc:sldMkLst>
      </pc:sldChg>
      <pc:sldChg chg="del">
        <pc:chgData name="Drozdzynski, Maik, Prof. Dr. rer. pol." userId="73732f81-f114-45c1-a70a-4afb221695f6" providerId="ADAL" clId="{E5B5D8AD-9BDD-4F81-9597-D8CD89C5AF0D}" dt="2026-05-27T12:49:45.443" v="613" actId="47"/>
        <pc:sldMkLst>
          <pc:docMk/>
          <pc:sldMk cId="3499763479" sldId="2147476770"/>
        </pc:sldMkLst>
      </pc:sldChg>
      <pc:sldChg chg="del">
        <pc:chgData name="Drozdzynski, Maik, Prof. Dr. rer. pol." userId="73732f81-f114-45c1-a70a-4afb221695f6" providerId="ADAL" clId="{E5B5D8AD-9BDD-4F81-9597-D8CD89C5AF0D}" dt="2026-05-27T12:49:45.443" v="613" actId="47"/>
        <pc:sldMkLst>
          <pc:docMk/>
          <pc:sldMk cId="280271489" sldId="2147476771"/>
        </pc:sldMkLst>
      </pc:sldChg>
      <pc:sldChg chg="del">
        <pc:chgData name="Drozdzynski, Maik, Prof. Dr. rer. pol." userId="73732f81-f114-45c1-a70a-4afb221695f6" providerId="ADAL" clId="{E5B5D8AD-9BDD-4F81-9597-D8CD89C5AF0D}" dt="2026-05-27T12:49:45.443" v="613" actId="47"/>
        <pc:sldMkLst>
          <pc:docMk/>
          <pc:sldMk cId="3045129101" sldId="2147476772"/>
        </pc:sldMkLst>
      </pc:sldChg>
      <pc:sldChg chg="del">
        <pc:chgData name="Drozdzynski, Maik, Prof. Dr. rer. pol." userId="73732f81-f114-45c1-a70a-4afb221695f6" providerId="ADAL" clId="{E5B5D8AD-9BDD-4F81-9597-D8CD89C5AF0D}" dt="2026-05-27T12:49:45.443" v="613" actId="47"/>
        <pc:sldMkLst>
          <pc:docMk/>
          <pc:sldMk cId="4267681878" sldId="2147476773"/>
        </pc:sldMkLst>
      </pc:sldChg>
      <pc:sldChg chg="del">
        <pc:chgData name="Drozdzynski, Maik, Prof. Dr. rer. pol." userId="73732f81-f114-45c1-a70a-4afb221695f6" providerId="ADAL" clId="{E5B5D8AD-9BDD-4F81-9597-D8CD89C5AF0D}" dt="2026-05-27T12:49:45.443" v="613" actId="47"/>
        <pc:sldMkLst>
          <pc:docMk/>
          <pc:sldMk cId="2708142193" sldId="2147476774"/>
        </pc:sldMkLst>
      </pc:sldChg>
      <pc:sldChg chg="del">
        <pc:chgData name="Drozdzynski, Maik, Prof. Dr. rer. pol." userId="73732f81-f114-45c1-a70a-4afb221695f6" providerId="ADAL" clId="{E5B5D8AD-9BDD-4F81-9597-D8CD89C5AF0D}" dt="2026-05-27T12:49:45.443" v="613" actId="47"/>
        <pc:sldMkLst>
          <pc:docMk/>
          <pc:sldMk cId="2221920411" sldId="2147476775"/>
        </pc:sldMkLst>
      </pc:sldChg>
      <pc:sldChg chg="del">
        <pc:chgData name="Drozdzynski, Maik, Prof. Dr. rer. pol." userId="73732f81-f114-45c1-a70a-4afb221695f6" providerId="ADAL" clId="{E5B5D8AD-9BDD-4F81-9597-D8CD89C5AF0D}" dt="2026-05-27T12:49:45.443" v="613" actId="47"/>
        <pc:sldMkLst>
          <pc:docMk/>
          <pc:sldMk cId="3152778610" sldId="2147476776"/>
        </pc:sldMkLst>
      </pc:sldChg>
      <pc:sldChg chg="del">
        <pc:chgData name="Drozdzynski, Maik, Prof. Dr. rer. pol." userId="73732f81-f114-45c1-a70a-4afb221695f6" providerId="ADAL" clId="{E5B5D8AD-9BDD-4F81-9597-D8CD89C5AF0D}" dt="2026-05-27T12:49:45.443" v="613" actId="47"/>
        <pc:sldMkLst>
          <pc:docMk/>
          <pc:sldMk cId="2520359547" sldId="2147476777"/>
        </pc:sldMkLst>
      </pc:sldChg>
      <pc:sldChg chg="del">
        <pc:chgData name="Drozdzynski, Maik, Prof. Dr. rer. pol." userId="73732f81-f114-45c1-a70a-4afb221695f6" providerId="ADAL" clId="{E5B5D8AD-9BDD-4F81-9597-D8CD89C5AF0D}" dt="2026-05-27T12:49:45.443" v="613" actId="47"/>
        <pc:sldMkLst>
          <pc:docMk/>
          <pc:sldMk cId="992709685" sldId="2147476778"/>
        </pc:sldMkLst>
      </pc:sldChg>
      <pc:sldChg chg="del">
        <pc:chgData name="Drozdzynski, Maik, Prof. Dr. rer. pol." userId="73732f81-f114-45c1-a70a-4afb221695f6" providerId="ADAL" clId="{E5B5D8AD-9BDD-4F81-9597-D8CD89C5AF0D}" dt="2026-05-27T12:49:45.443" v="613" actId="47"/>
        <pc:sldMkLst>
          <pc:docMk/>
          <pc:sldMk cId="2771814980" sldId="2147476779"/>
        </pc:sldMkLst>
      </pc:sldChg>
      <pc:sldChg chg="del">
        <pc:chgData name="Drozdzynski, Maik, Prof. Dr. rer. pol." userId="73732f81-f114-45c1-a70a-4afb221695f6" providerId="ADAL" clId="{E5B5D8AD-9BDD-4F81-9597-D8CD89C5AF0D}" dt="2026-05-27T12:49:45.443" v="613" actId="47"/>
        <pc:sldMkLst>
          <pc:docMk/>
          <pc:sldMk cId="2837438454" sldId="2147476780"/>
        </pc:sldMkLst>
      </pc:sldChg>
      <pc:sldChg chg="del">
        <pc:chgData name="Drozdzynski, Maik, Prof. Dr. rer. pol." userId="73732f81-f114-45c1-a70a-4afb221695f6" providerId="ADAL" clId="{E5B5D8AD-9BDD-4F81-9597-D8CD89C5AF0D}" dt="2026-05-27T12:49:45.443" v="613" actId="47"/>
        <pc:sldMkLst>
          <pc:docMk/>
          <pc:sldMk cId="1374632541" sldId="2147476781"/>
        </pc:sldMkLst>
      </pc:sldChg>
      <pc:sldChg chg="del">
        <pc:chgData name="Drozdzynski, Maik, Prof. Dr. rer. pol." userId="73732f81-f114-45c1-a70a-4afb221695f6" providerId="ADAL" clId="{E5B5D8AD-9BDD-4F81-9597-D8CD89C5AF0D}" dt="2026-05-27T12:49:45.443" v="613" actId="47"/>
        <pc:sldMkLst>
          <pc:docMk/>
          <pc:sldMk cId="271010243" sldId="2147476782"/>
        </pc:sldMkLst>
      </pc:sldChg>
      <pc:sldChg chg="del">
        <pc:chgData name="Drozdzynski, Maik, Prof. Dr. rer. pol." userId="73732f81-f114-45c1-a70a-4afb221695f6" providerId="ADAL" clId="{E5B5D8AD-9BDD-4F81-9597-D8CD89C5AF0D}" dt="2026-05-27T12:49:45.443" v="613" actId="47"/>
        <pc:sldMkLst>
          <pc:docMk/>
          <pc:sldMk cId="2774725315" sldId="2147476784"/>
        </pc:sldMkLst>
      </pc:sldChg>
      <pc:sldChg chg="del">
        <pc:chgData name="Drozdzynski, Maik, Prof. Dr. rer. pol." userId="73732f81-f114-45c1-a70a-4afb221695f6" providerId="ADAL" clId="{E5B5D8AD-9BDD-4F81-9597-D8CD89C5AF0D}" dt="2026-05-27T12:49:45.443" v="613" actId="47"/>
        <pc:sldMkLst>
          <pc:docMk/>
          <pc:sldMk cId="2094867066" sldId="2147476785"/>
        </pc:sldMkLst>
      </pc:sldChg>
      <pc:sldChg chg="del">
        <pc:chgData name="Drozdzynski, Maik, Prof. Dr. rer. pol." userId="73732f81-f114-45c1-a70a-4afb221695f6" providerId="ADAL" clId="{E5B5D8AD-9BDD-4F81-9597-D8CD89C5AF0D}" dt="2026-05-27T12:49:45.443" v="613" actId="47"/>
        <pc:sldMkLst>
          <pc:docMk/>
          <pc:sldMk cId="3651753195" sldId="2147476786"/>
        </pc:sldMkLst>
      </pc:sldChg>
      <pc:sldMasterChg chg="modSldLayout">
        <pc:chgData name="Drozdzynski, Maik, Prof. Dr. rer. pol." userId="73732f81-f114-45c1-a70a-4afb221695f6" providerId="ADAL" clId="{E5B5D8AD-9BDD-4F81-9597-D8CD89C5AF0D}" dt="2026-05-13T10:42:34.519" v="85" actId="478"/>
        <pc:sldMasterMkLst>
          <pc:docMk/>
          <pc:sldMasterMk cId="757824559" sldId="2147483648"/>
        </pc:sldMasterMkLst>
        <pc:sldLayoutChg chg="delSp mod">
          <pc:chgData name="Drozdzynski, Maik, Prof. Dr. rer. pol." userId="73732f81-f114-45c1-a70a-4afb221695f6" providerId="ADAL" clId="{E5B5D8AD-9BDD-4F81-9597-D8CD89C5AF0D}" dt="2026-05-13T10:42:34.519" v="85" actId="478"/>
          <pc:sldLayoutMkLst>
            <pc:docMk/>
            <pc:sldMasterMk cId="757824559" sldId="2147483648"/>
            <pc:sldLayoutMk cId="746262413" sldId="214748387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8E471F1A-4B75-761F-DDF9-03F05026C6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48B51A69-3DE5-FD91-09BB-C58BA9B1619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401A88-1362-48E7-819A-B8DA6735514F}" type="datetimeFigureOut">
              <a:rPr lang="de-DE" smtClean="0"/>
              <a:t>27.05.2026</a:t>
            </a:fld>
            <a:endParaRPr lang="de-DE"/>
          </a:p>
        </p:txBody>
      </p:sp>
      <p:sp>
        <p:nvSpPr>
          <p:cNvPr id="4" name="Fußzeilenplatzhalter 3">
            <a:extLst>
              <a:ext uri="{FF2B5EF4-FFF2-40B4-BE49-F238E27FC236}">
                <a16:creationId xmlns:a16="http://schemas.microsoft.com/office/drawing/2014/main" id="{F44EB7BE-5B01-37C0-0600-0EC5135C82B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23F73D7F-3993-C320-7847-BA2F69B2ADB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29A8B1C-AAAB-4E7E-92AA-987C106B372E}" type="slidenum">
              <a:rPr lang="de-DE" smtClean="0"/>
              <a:t>‹Nr.›</a:t>
            </a:fld>
            <a:endParaRPr lang="de-DE"/>
          </a:p>
        </p:txBody>
      </p:sp>
    </p:spTree>
    <p:extLst>
      <p:ext uri="{BB962C8B-B14F-4D97-AF65-F5344CB8AC3E}">
        <p14:creationId xmlns:p14="http://schemas.microsoft.com/office/powerpoint/2010/main" val="3574787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772701-2F08-C245-9EA4-5106B960BE8B}" type="datetimeFigureOut">
              <a:rPr lang="de-DE" smtClean="0"/>
              <a:t>27.05.2026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29B241-E77C-B541-A915-756C703A1E31}" type="slidenum">
              <a:rPr lang="de-DE" smtClean="0"/>
              <a:t>‹Nr.›</a:t>
            </a:fld>
            <a:endParaRPr lang="de-DE"/>
          </a:p>
        </p:txBody>
      </p:sp>
    </p:spTree>
    <p:extLst>
      <p:ext uri="{BB962C8B-B14F-4D97-AF65-F5344CB8AC3E}">
        <p14:creationId xmlns:p14="http://schemas.microsoft.com/office/powerpoint/2010/main" val="181879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Sofia reads the revenue report per coffee house she printed in February and the same report printed today. Same fact table, different answer. Ask the group where the change came from before revealing that only DIM_EMPLOYEE moved. Key sentence: facts are immutable events, dimensions describe a state that keeps drifting. Hence 'slowly changing' – not slow in speed, but rare and irregular compared with the fact load.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1 is the default in many quick-and-dirty loads. Stress the trade-off: it is cheap and keeps the model small, but it destroys auditability. In a controlling context that is fatal – a variance report that changes retroactively cannot be signed off. Good use: true data errors. Ask: was the old value wrong, or simply no longer current? Only the first case justifies Type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idea to land: the natural key (E-042) identifies the person, the surrogate key (17 / 63) identifies a version of that person. Facts join on the surrogate key, so they stay glued to the state that was valid at the time. Walk through ValidFrom, ValidTo and the current flag; mention that the current flag is redundant but makes queries much easier. Point out the cost: row growth and the need to pick the right version in every query.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3 is the compromise nobody remembers until they need it. It answers exactly one question: how would the numbers look under the old structure versus the new one? Classic case: Sofia reorganises her cake categories and wants last year restated both ways. Limitation to emphasise: only one step of history, and one extra column per tracked attribute.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Wrap-up. Let the group assign each Sofia scenario to a type before showing the table. The decisive message is the hint: the type is an attribute-level decision, not a table-level one. A single DIM_PRODUCT row can hold a Type 1 name, a Type 2 category and a Type 3 price band. Optional bridge to the next session: how the ETL job detects the change in the first place (hash comparison, change data capture).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V1">
    <p:spTree>
      <p:nvGrpSpPr>
        <p:cNvPr id="1" name=""/>
        <p:cNvGrpSpPr/>
        <p:nvPr/>
      </p:nvGrpSpPr>
      <p:grpSpPr>
        <a:xfrm>
          <a:off x="0" y="0"/>
          <a:ext cx="0" cy="0"/>
          <a:chOff x="0" y="0"/>
          <a:chExt cx="0" cy="0"/>
        </a:xfrm>
      </p:grpSpPr>
      <p:sp>
        <p:nvSpPr>
          <p:cNvPr id="10" name="Textplatzhalter 7">
            <a:extLst>
              <a:ext uri="{FF2B5EF4-FFF2-40B4-BE49-F238E27FC236}">
                <a16:creationId xmlns:a16="http://schemas.microsoft.com/office/drawing/2014/main" id="{F56C5516-50F4-8039-87F6-E9A902DAF9D8}"/>
              </a:ext>
            </a:extLst>
          </p:cNvPr>
          <p:cNvSpPr>
            <a:spLocks noGrp="1"/>
          </p:cNvSpPr>
          <p:nvPr>
            <p:ph idx="1" hasCustomPrompt="1"/>
          </p:nvPr>
        </p:nvSpPr>
        <p:spPr>
          <a:xfrm>
            <a:off x="420688" y="1018141"/>
            <a:ext cx="11350208" cy="5112141"/>
          </a:xfrm>
          <a:prstGeom prst="rect">
            <a:avLst/>
          </a:prstGeom>
          <a:ln>
            <a:noFill/>
          </a:ln>
        </p:spPr>
        <p:txBody>
          <a:bodyPr vert="horz" lIns="0" tIns="0" rIns="0" bIns="0" rtlCol="0">
            <a:noAutofit/>
          </a:bodyPr>
          <a:lstStyle>
            <a:lvl1pPr marL="514350" indent="-514350">
              <a:buClr>
                <a:schemeClr val="accent5"/>
              </a:buClr>
              <a:buFont typeface="+mj-lt"/>
              <a:buAutoNum type="arabicParenBoth"/>
              <a:defRPr sz="3200" b="0" i="0">
                <a:latin typeface="Source Sans Pro" panose="020B0503030403020204" pitchFamily="34" charset="0"/>
                <a:ea typeface="Source Sans Pro" panose="020B0503030403020204" pitchFamily="34" charset="0"/>
              </a:defRPr>
            </a:lvl1pPr>
            <a:lvl2pPr marL="695325" indent="-514350">
              <a:buClr>
                <a:schemeClr val="accent5"/>
              </a:buClr>
              <a:buFont typeface="+mj-lt"/>
              <a:buAutoNum type="arabicParenBoth"/>
              <a:defRPr sz="2800" b="0" i="0">
                <a:latin typeface="Source Sans Pro" panose="020B0503030403020204" pitchFamily="34" charset="0"/>
                <a:ea typeface="Source Sans Pro" panose="020B0503030403020204" pitchFamily="34" charset="0"/>
              </a:defRPr>
            </a:lvl2pPr>
            <a:lvl3pPr marL="876300" indent="-514350">
              <a:buClr>
                <a:schemeClr val="accent5"/>
              </a:buClr>
              <a:buFont typeface="+mj-lt"/>
              <a:buAutoNum type="arabicParenBoth"/>
              <a:defRPr sz="2400" b="0" i="0">
                <a:latin typeface="Source Sans Pro" panose="020B0503030403020204" pitchFamily="34" charset="0"/>
                <a:ea typeface="Source Sans Pro" panose="020B0503030403020204" pitchFamily="34" charset="0"/>
              </a:defRPr>
            </a:lvl3pPr>
            <a:lvl4pPr marL="542925" indent="0">
              <a:buClr>
                <a:schemeClr val="accent5"/>
              </a:buClr>
              <a:buFont typeface="+mj-lt"/>
              <a:buAutoNum type="arabicParenBoth"/>
              <a:defRPr sz="2000" b="0" i="0">
                <a:latin typeface="Source Sans Pro" panose="020B0503030403020204" pitchFamily="34" charset="0"/>
                <a:ea typeface="Source Sans Pro" panose="020B0503030403020204" pitchFamily="34" charset="0"/>
              </a:defRPr>
            </a:lvl4pPr>
            <a:lvl5pPr marL="1828800" indent="0">
              <a:buNone/>
              <a:defRPr/>
            </a:lvl5pPr>
          </a:lstStyle>
          <a:p>
            <a:pPr marL="457200" indent="-457200">
              <a:lnSpc>
                <a:spcPct val="120000"/>
              </a:lnSpc>
              <a:spcBef>
                <a:spcPts val="0"/>
              </a:spcBef>
              <a:buClr>
                <a:schemeClr val="accent5"/>
              </a:buClr>
              <a:buFont typeface="Symbol" pitchFamily="2" charset="2"/>
              <a:buChar char="-"/>
            </a:pPr>
            <a:r>
              <a:rPr lang="de-DE" b="0" i="0" noProof="0">
                <a:latin typeface="Source Sans Pro" panose="020B0503030403020204" pitchFamily="34" charset="0"/>
                <a:ea typeface="Source Sans Pro" panose="020B0503030403020204" pitchFamily="34" charset="0"/>
              </a:rPr>
              <a:t>Erste Ebene, Aufzählung, Source Sans Pro Regular, 32 </a:t>
            </a:r>
            <a:r>
              <a:rPr lang="de-DE" b="0" i="0" noProof="0" err="1">
                <a:latin typeface="Source Sans Pro" panose="020B0503030403020204" pitchFamily="34" charset="0"/>
                <a:ea typeface="Source Sans Pro" panose="020B0503030403020204" pitchFamily="34" charset="0"/>
              </a:rPr>
              <a:t>pt</a:t>
            </a:r>
            <a:r>
              <a:rPr lang="de-DE" b="0" i="0" noProof="0">
                <a:latin typeface="Source Sans Pro" panose="020B0503030403020204" pitchFamily="34" charset="0"/>
                <a:ea typeface="Source Sans Pro" panose="020B0503030403020204" pitchFamily="34" charset="0"/>
              </a:rPr>
              <a:t>.</a:t>
            </a:r>
          </a:p>
          <a:p>
            <a:pPr marL="638175" lvl="1" indent="-457200">
              <a:buClr>
                <a:schemeClr val="accent5"/>
              </a:buClr>
              <a:buFont typeface="Symbol" pitchFamily="2" charset="2"/>
              <a:buChar char="-"/>
            </a:pPr>
            <a:r>
              <a:rPr lang="de-DE" i="0" noProof="0">
                <a:latin typeface="Source Sans Pro" panose="020B0503030403020204" pitchFamily="34" charset="0"/>
                <a:ea typeface="Source Sans Pro" panose="020B0503030403020204" pitchFamily="34" charset="0"/>
              </a:rPr>
              <a:t>Zweite Ebene, Source Sans Pro Regular, 28 </a:t>
            </a:r>
            <a:r>
              <a:rPr lang="de-DE" i="0" noProof="0" err="1">
                <a:latin typeface="Source Sans Pro" panose="020B0503030403020204" pitchFamily="34" charset="0"/>
                <a:ea typeface="Source Sans Pro" panose="020B0503030403020204" pitchFamily="34" charset="0"/>
              </a:rPr>
              <a:t>pt</a:t>
            </a:r>
            <a:r>
              <a:rPr lang="de-DE" i="0" noProof="0">
                <a:latin typeface="Source Sans Pro" panose="020B0503030403020204" pitchFamily="34" charset="0"/>
                <a:ea typeface="Source Sans Pro" panose="020B0503030403020204" pitchFamily="34" charset="0"/>
              </a:rPr>
              <a:t>. </a:t>
            </a:r>
          </a:p>
          <a:p>
            <a:pPr marL="819150" lvl="2" indent="-457200">
              <a:buClr>
                <a:schemeClr val="accent5"/>
              </a:buClr>
              <a:buFont typeface="Symbol" pitchFamily="2" charset="2"/>
              <a:buChar char="-"/>
            </a:pPr>
            <a:r>
              <a:rPr lang="de-DE" noProof="0">
                <a:latin typeface="Source Sans Pro" panose="020B0503030403020204" pitchFamily="34" charset="0"/>
                <a:ea typeface="Source Sans Pro" panose="020B0503030403020204" pitchFamily="34" charset="0"/>
              </a:rPr>
              <a:t>Dritte Ebene, Source Sans Pro Regular, 24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a:t>
            </a:r>
          </a:p>
          <a:p>
            <a:pPr marL="1000125" lvl="3" indent="-457200">
              <a:buClr>
                <a:schemeClr val="accent5"/>
              </a:buClr>
              <a:buFont typeface="Symbol" pitchFamily="2" charset="2"/>
              <a:buChar char="-"/>
            </a:pPr>
            <a:r>
              <a:rPr lang="de-DE" noProof="0">
                <a:latin typeface="Source Sans Pro" panose="020B0503030403020204" pitchFamily="34" charset="0"/>
                <a:ea typeface="Source Sans Pro" panose="020B0503030403020204" pitchFamily="34" charset="0"/>
              </a:rPr>
              <a:t>Vierte Ebene, Source Sans Pro Regular, 20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a:t>
            </a:r>
          </a:p>
          <a:p>
            <a:pPr marL="1000125" marR="0" lvl="3" indent="-457200" algn="l" defTabSz="914400" rtl="0" eaLnBrk="1" fontAlgn="auto" latinLnBrk="0" hangingPunct="1">
              <a:lnSpc>
                <a:spcPct val="120000"/>
              </a:lnSpc>
              <a:spcBef>
                <a:spcPts val="0"/>
              </a:spcBef>
              <a:spcAft>
                <a:spcPts val="0"/>
              </a:spcAft>
              <a:buClr>
                <a:schemeClr val="accent3"/>
              </a:buClr>
              <a:buSzTx/>
              <a:buFont typeface="Symbol" pitchFamily="2" charset="2"/>
              <a:buChar char="-"/>
              <a:tabLst/>
              <a:defRPr/>
            </a:pPr>
            <a:endParaRPr lang="de-DE" i="0" noProof="0">
              <a:latin typeface="Source Sans Pro" panose="020B0503030403020204" pitchFamily="34" charset="0"/>
              <a:ea typeface="Source Sans Pro" panose="020B0503030403020204" pitchFamily="34" charset="0"/>
            </a:endParaRPr>
          </a:p>
          <a:p>
            <a:pPr marL="819150" lvl="2" indent="-457200">
              <a:lnSpc>
                <a:spcPct val="120000"/>
              </a:lnSpc>
              <a:spcBef>
                <a:spcPts val="0"/>
              </a:spcBef>
              <a:buFont typeface="Symbol" pitchFamily="2" charset="2"/>
              <a:buChar char="-"/>
            </a:pPr>
            <a:endParaRPr lang="de-DE" i="0" noProof="0">
              <a:latin typeface="Source Sans Pro" panose="020B0503030403020204" pitchFamily="34" charset="0"/>
              <a:ea typeface="Source Sans Pro" panose="020B0503030403020204" pitchFamily="34" charset="0"/>
            </a:endParaRPr>
          </a:p>
        </p:txBody>
      </p:sp>
      <p:sp>
        <p:nvSpPr>
          <p:cNvPr id="3" name="Textplatzhalter 2">
            <a:extLst>
              <a:ext uri="{FF2B5EF4-FFF2-40B4-BE49-F238E27FC236}">
                <a16:creationId xmlns:a16="http://schemas.microsoft.com/office/drawing/2014/main" id="{208ED1F9-C71D-5712-F4CF-529A911DB9BF}"/>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5" name="Fußzeilenplatzhalter 2">
            <a:extLst>
              <a:ext uri="{FF2B5EF4-FFF2-40B4-BE49-F238E27FC236}">
                <a16:creationId xmlns:a16="http://schemas.microsoft.com/office/drawing/2014/main" id="{39E513A2-C5DA-EAC8-553E-59905613E269}"/>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Tree>
    <p:extLst>
      <p:ext uri="{BB962C8B-B14F-4D97-AF65-F5344CB8AC3E}">
        <p14:creationId xmlns:p14="http://schemas.microsoft.com/office/powerpoint/2010/main" val="316398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_Lektionsvideo">
    <p:bg>
      <p:bgPr>
        <a:solidFill>
          <a:schemeClr val="accent6"/>
        </a:solidFill>
        <a:effectLst/>
      </p:bgPr>
    </p:bg>
    <p:spTree>
      <p:nvGrpSpPr>
        <p:cNvPr id="1" name=""/>
        <p:cNvGrpSpPr/>
        <p:nvPr/>
      </p:nvGrpSpPr>
      <p:grpSpPr>
        <a:xfrm>
          <a:off x="0" y="0"/>
          <a:ext cx="0" cy="0"/>
          <a:chOff x="0" y="0"/>
          <a:chExt cx="0" cy="0"/>
        </a:xfrm>
      </p:grpSpPr>
      <p:sp>
        <p:nvSpPr>
          <p:cNvPr id="8" name="Textplatzhalter 13">
            <a:extLst>
              <a:ext uri="{FF2B5EF4-FFF2-40B4-BE49-F238E27FC236}">
                <a16:creationId xmlns:a16="http://schemas.microsoft.com/office/drawing/2014/main" id="{39E8992B-8BC6-E70D-1094-302C5F33DAAB}"/>
              </a:ext>
            </a:extLst>
          </p:cNvPr>
          <p:cNvSpPr>
            <a:spLocks noGrp="1"/>
          </p:cNvSpPr>
          <p:nvPr>
            <p:ph type="body" sz="quarter" idx="22" hasCustomPrompt="1"/>
          </p:nvPr>
        </p:nvSpPr>
        <p:spPr>
          <a:xfrm>
            <a:off x="0" y="2554311"/>
            <a:ext cx="6778880" cy="726024"/>
          </a:xfrm>
          <a:solidFill>
            <a:schemeClr val="bg1"/>
          </a:solidFill>
          <a:ln>
            <a:noFill/>
          </a:ln>
        </p:spPr>
        <p:txBody>
          <a:bodyPr vert="horz" wrap="none" lIns="108000" tIns="0" rIns="108000" bIns="72000" rtlCol="0" anchor="ctr">
            <a:spAutoFit/>
          </a:bodyPr>
          <a:lstStyle>
            <a:lvl1pPr>
              <a:defRPr kumimoji="0" lang="de-DE" sz="3800" b="1" i="0" u="none" strike="noStrike" cap="all" spc="-20" normalizeH="0" baseline="0" dirty="0">
                <a:ln>
                  <a:noFill/>
                </a:ln>
                <a:solidFill>
                  <a:schemeClr val="tx1"/>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lang="de-DE" cap="all"/>
              <a:t>TITEL DES KURSES STEHT hier</a:t>
            </a:r>
          </a:p>
        </p:txBody>
      </p:sp>
      <p:sp>
        <p:nvSpPr>
          <p:cNvPr id="12" name="Textplatzhalter 2">
            <a:extLst>
              <a:ext uri="{FF2B5EF4-FFF2-40B4-BE49-F238E27FC236}">
                <a16:creationId xmlns:a16="http://schemas.microsoft.com/office/drawing/2014/main" id="{C108FFC0-EDAA-CB5C-D222-6021642A3EFE}"/>
              </a:ext>
            </a:extLst>
          </p:cNvPr>
          <p:cNvSpPr>
            <a:spLocks noGrp="1"/>
          </p:cNvSpPr>
          <p:nvPr>
            <p:ph type="body" sz="quarter" idx="23" hasCustomPrompt="1"/>
          </p:nvPr>
        </p:nvSpPr>
        <p:spPr>
          <a:xfrm>
            <a:off x="0" y="3343301"/>
            <a:ext cx="4530508" cy="726024"/>
          </a:xfrm>
          <a:prstGeom prst="rect">
            <a:avLst/>
          </a:prstGeom>
          <a:solidFill>
            <a:schemeClr val="bg1"/>
          </a:solidFill>
          <a:ln>
            <a:noFill/>
          </a:ln>
        </p:spPr>
        <p:txBody>
          <a:bodyPr vert="horz" wrap="none" lIns="108000" tIns="0" rIns="108000" bIns="72000" rtlCol="0" anchor="ctr">
            <a:spAutoFit/>
          </a:bodyPr>
          <a:lstStyle>
            <a:lvl1pPr>
              <a:defRPr kumimoji="0" lang="de-DE" sz="3800" b="1" i="0" u="none" strike="noStrike" cap="all" spc="-20" normalizeH="0" baseline="0" dirty="0">
                <a:ln>
                  <a:noFill/>
                </a:ln>
                <a:solidFill>
                  <a:schemeClr val="tx1"/>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lang="de-DE" cap="all"/>
              <a:t>ZWEITE ZEILE texte</a:t>
            </a:r>
          </a:p>
        </p:txBody>
      </p:sp>
      <p:sp>
        <p:nvSpPr>
          <p:cNvPr id="6" name="Textplatzhalter 2">
            <a:extLst>
              <a:ext uri="{FF2B5EF4-FFF2-40B4-BE49-F238E27FC236}">
                <a16:creationId xmlns:a16="http://schemas.microsoft.com/office/drawing/2014/main" id="{966AB510-F9CA-2C6F-0973-05B5F778AFFC}"/>
              </a:ext>
            </a:extLst>
          </p:cNvPr>
          <p:cNvSpPr>
            <a:spLocks noGrp="1"/>
          </p:cNvSpPr>
          <p:nvPr>
            <p:ph type="body" sz="quarter" idx="10" hasCustomPrompt="1"/>
          </p:nvPr>
        </p:nvSpPr>
        <p:spPr>
          <a:xfrm>
            <a:off x="0" y="2213902"/>
            <a:ext cx="1022176" cy="277443"/>
          </a:xfrm>
          <a:solidFill>
            <a:schemeClr val="tx1"/>
          </a:solidFill>
          <a:ln>
            <a:noFill/>
          </a:ln>
        </p:spPr>
        <p:txBody>
          <a:bodyPr vert="horz" wrap="none" lIns="108000" tIns="0" rIns="108000" bIns="36000" rtlCol="0" anchor="ctr">
            <a:spAutoFit/>
          </a:bodyPr>
          <a:lstStyle>
            <a:lvl1pPr>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Lektion 1</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171750400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_Greenscreen">
    <p:spTree>
      <p:nvGrpSpPr>
        <p:cNvPr id="1" name=""/>
        <p:cNvGrpSpPr/>
        <p:nvPr/>
      </p:nvGrpSpPr>
      <p:grpSpPr>
        <a:xfrm>
          <a:off x="0" y="0"/>
          <a:ext cx="0" cy="0"/>
          <a:chOff x="0" y="0"/>
          <a:chExt cx="0" cy="0"/>
        </a:xfrm>
      </p:grpSpPr>
      <p:sp>
        <p:nvSpPr>
          <p:cNvPr id="15" name="Textplatzhalter 9">
            <a:extLst>
              <a:ext uri="{FF2B5EF4-FFF2-40B4-BE49-F238E27FC236}">
                <a16:creationId xmlns:a16="http://schemas.microsoft.com/office/drawing/2014/main" id="{023EB728-8F6A-061E-1AC0-894F74CAC5F4}"/>
              </a:ext>
            </a:extLst>
          </p:cNvPr>
          <p:cNvSpPr>
            <a:spLocks noGrp="1"/>
          </p:cNvSpPr>
          <p:nvPr>
            <p:ph type="body" sz="quarter" idx="13" hasCustomPrompt="1"/>
          </p:nvPr>
        </p:nvSpPr>
        <p:spPr>
          <a:xfrm>
            <a:off x="419096" y="1011932"/>
            <a:ext cx="4189000" cy="998537"/>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noProof="0" err="1"/>
              <a:t>Lektionstitel</a:t>
            </a:r>
            <a:endParaRPr lang="de-DE" noProof="0"/>
          </a:p>
        </p:txBody>
      </p:sp>
      <p:sp>
        <p:nvSpPr>
          <p:cNvPr id="16" name="Textplatzhalter 9">
            <a:extLst>
              <a:ext uri="{FF2B5EF4-FFF2-40B4-BE49-F238E27FC236}">
                <a16:creationId xmlns:a16="http://schemas.microsoft.com/office/drawing/2014/main" id="{B0BA0248-68BE-28DE-0EEC-23D754DC809B}"/>
              </a:ext>
            </a:extLst>
          </p:cNvPr>
          <p:cNvSpPr>
            <a:spLocks noGrp="1"/>
          </p:cNvSpPr>
          <p:nvPr>
            <p:ph type="body" sz="quarter" idx="14" hasCustomPrompt="1"/>
          </p:nvPr>
        </p:nvSpPr>
        <p:spPr>
          <a:xfrm>
            <a:off x="419096" y="2083592"/>
            <a:ext cx="4189000" cy="927237"/>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noProof="0" err="1"/>
              <a:t>Lektionstitel</a:t>
            </a:r>
            <a:endParaRPr lang="de-DE" noProof="0"/>
          </a:p>
        </p:txBody>
      </p:sp>
      <p:sp>
        <p:nvSpPr>
          <p:cNvPr id="17" name="Textplatzhalter 9">
            <a:extLst>
              <a:ext uri="{FF2B5EF4-FFF2-40B4-BE49-F238E27FC236}">
                <a16:creationId xmlns:a16="http://schemas.microsoft.com/office/drawing/2014/main" id="{F14BA508-EAB7-91DC-3532-A075854B1617}"/>
              </a:ext>
            </a:extLst>
          </p:cNvPr>
          <p:cNvSpPr>
            <a:spLocks noGrp="1"/>
          </p:cNvSpPr>
          <p:nvPr>
            <p:ph type="body" sz="quarter" idx="15" hasCustomPrompt="1"/>
          </p:nvPr>
        </p:nvSpPr>
        <p:spPr>
          <a:xfrm>
            <a:off x="419096" y="3095234"/>
            <a:ext cx="4189000" cy="950590"/>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noProof="0"/>
              <a:t>Nicht benötigte Punkte löschen</a:t>
            </a:r>
          </a:p>
        </p:txBody>
      </p:sp>
      <p:sp>
        <p:nvSpPr>
          <p:cNvPr id="18" name="Textplatzhalter 9">
            <a:extLst>
              <a:ext uri="{FF2B5EF4-FFF2-40B4-BE49-F238E27FC236}">
                <a16:creationId xmlns:a16="http://schemas.microsoft.com/office/drawing/2014/main" id="{F3FFCB26-9729-977E-E987-94CC63BC8C0B}"/>
              </a:ext>
            </a:extLst>
          </p:cNvPr>
          <p:cNvSpPr>
            <a:spLocks noGrp="1"/>
          </p:cNvSpPr>
          <p:nvPr>
            <p:ph type="body" sz="quarter" idx="16" hasCustomPrompt="1"/>
          </p:nvPr>
        </p:nvSpPr>
        <p:spPr>
          <a:xfrm>
            <a:off x="419096" y="4119568"/>
            <a:ext cx="4189000" cy="950590"/>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noProof="0"/>
              <a:t>Nicht benötigte Punkte löschen</a:t>
            </a:r>
          </a:p>
        </p:txBody>
      </p:sp>
      <p:sp>
        <p:nvSpPr>
          <p:cNvPr id="19" name="Textplatzhalter 9">
            <a:extLst>
              <a:ext uri="{FF2B5EF4-FFF2-40B4-BE49-F238E27FC236}">
                <a16:creationId xmlns:a16="http://schemas.microsoft.com/office/drawing/2014/main" id="{2FD5B1A4-1338-9ADC-0141-44141CB5F0CE}"/>
              </a:ext>
            </a:extLst>
          </p:cNvPr>
          <p:cNvSpPr>
            <a:spLocks noGrp="1"/>
          </p:cNvSpPr>
          <p:nvPr>
            <p:ph type="body" sz="quarter" idx="17" hasCustomPrompt="1"/>
          </p:nvPr>
        </p:nvSpPr>
        <p:spPr>
          <a:xfrm>
            <a:off x="419096" y="5138924"/>
            <a:ext cx="4189000" cy="987694"/>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a:t>Weitere Punkte unten einfügen</a:t>
            </a:r>
          </a:p>
        </p:txBody>
      </p:sp>
      <p:sp>
        <p:nvSpPr>
          <p:cNvPr id="20" name="Textplatzhalter 9">
            <a:extLst>
              <a:ext uri="{FF2B5EF4-FFF2-40B4-BE49-F238E27FC236}">
                <a16:creationId xmlns:a16="http://schemas.microsoft.com/office/drawing/2014/main" id="{A63ED18E-B2F1-A658-6017-A9DC8CEFE9AA}"/>
              </a:ext>
            </a:extLst>
          </p:cNvPr>
          <p:cNvSpPr>
            <a:spLocks noGrp="1"/>
          </p:cNvSpPr>
          <p:nvPr>
            <p:ph type="body" sz="quarter" idx="18" hasCustomPrompt="1"/>
          </p:nvPr>
        </p:nvSpPr>
        <p:spPr>
          <a:xfrm>
            <a:off x="4840286" y="1014832"/>
            <a:ext cx="646114" cy="995638"/>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1</a:t>
            </a:r>
          </a:p>
        </p:txBody>
      </p:sp>
      <p:sp>
        <p:nvSpPr>
          <p:cNvPr id="21" name="Textplatzhalter 9">
            <a:extLst>
              <a:ext uri="{FF2B5EF4-FFF2-40B4-BE49-F238E27FC236}">
                <a16:creationId xmlns:a16="http://schemas.microsoft.com/office/drawing/2014/main" id="{A11C6399-5E43-43D8-1DCE-972A176AA6C9}"/>
              </a:ext>
            </a:extLst>
          </p:cNvPr>
          <p:cNvSpPr>
            <a:spLocks noGrp="1"/>
          </p:cNvSpPr>
          <p:nvPr>
            <p:ph type="body" sz="quarter" idx="19" hasCustomPrompt="1"/>
          </p:nvPr>
        </p:nvSpPr>
        <p:spPr>
          <a:xfrm>
            <a:off x="4840286" y="2083593"/>
            <a:ext cx="646114" cy="927237"/>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2</a:t>
            </a:r>
          </a:p>
        </p:txBody>
      </p:sp>
      <p:sp>
        <p:nvSpPr>
          <p:cNvPr id="22" name="Textplatzhalter 9">
            <a:extLst>
              <a:ext uri="{FF2B5EF4-FFF2-40B4-BE49-F238E27FC236}">
                <a16:creationId xmlns:a16="http://schemas.microsoft.com/office/drawing/2014/main" id="{8CCC8585-F99C-5465-DCED-1DEAFF92A4C5}"/>
              </a:ext>
            </a:extLst>
          </p:cNvPr>
          <p:cNvSpPr>
            <a:spLocks noGrp="1"/>
          </p:cNvSpPr>
          <p:nvPr>
            <p:ph type="body" sz="quarter" idx="20" hasCustomPrompt="1"/>
          </p:nvPr>
        </p:nvSpPr>
        <p:spPr>
          <a:xfrm>
            <a:off x="4840286" y="3100213"/>
            <a:ext cx="646114" cy="950589"/>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3</a:t>
            </a:r>
          </a:p>
        </p:txBody>
      </p:sp>
      <p:sp>
        <p:nvSpPr>
          <p:cNvPr id="23" name="Textplatzhalter 9">
            <a:extLst>
              <a:ext uri="{FF2B5EF4-FFF2-40B4-BE49-F238E27FC236}">
                <a16:creationId xmlns:a16="http://schemas.microsoft.com/office/drawing/2014/main" id="{C4673F9A-2D2C-A168-14AC-8E2EED790B8F}"/>
              </a:ext>
            </a:extLst>
          </p:cNvPr>
          <p:cNvSpPr>
            <a:spLocks noGrp="1"/>
          </p:cNvSpPr>
          <p:nvPr>
            <p:ph type="body" sz="quarter" idx="21" hasCustomPrompt="1"/>
          </p:nvPr>
        </p:nvSpPr>
        <p:spPr>
          <a:xfrm>
            <a:off x="4840286" y="4119568"/>
            <a:ext cx="646114" cy="950590"/>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4</a:t>
            </a:r>
          </a:p>
        </p:txBody>
      </p:sp>
      <p:sp>
        <p:nvSpPr>
          <p:cNvPr id="24" name="Textplatzhalter 9">
            <a:extLst>
              <a:ext uri="{FF2B5EF4-FFF2-40B4-BE49-F238E27FC236}">
                <a16:creationId xmlns:a16="http://schemas.microsoft.com/office/drawing/2014/main" id="{45EF674B-39D3-0830-14C4-8F9AB36A4A54}"/>
              </a:ext>
            </a:extLst>
          </p:cNvPr>
          <p:cNvSpPr>
            <a:spLocks noGrp="1"/>
          </p:cNvSpPr>
          <p:nvPr>
            <p:ph type="body" sz="quarter" idx="22" hasCustomPrompt="1"/>
          </p:nvPr>
        </p:nvSpPr>
        <p:spPr>
          <a:xfrm>
            <a:off x="4840286" y="5138924"/>
            <a:ext cx="646114" cy="987694"/>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5</a:t>
            </a:r>
          </a:p>
        </p:txBody>
      </p:sp>
      <p:sp>
        <p:nvSpPr>
          <p:cNvPr id="4" name="Textplatzhalter 2">
            <a:extLst>
              <a:ext uri="{FF2B5EF4-FFF2-40B4-BE49-F238E27FC236}">
                <a16:creationId xmlns:a16="http://schemas.microsoft.com/office/drawing/2014/main" id="{31A4ABE5-A638-A5F2-DD17-ED31906FFE51}"/>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Agenda</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2" name="Rechteck 1">
            <a:extLst>
              <a:ext uri="{FF2B5EF4-FFF2-40B4-BE49-F238E27FC236}">
                <a16:creationId xmlns:a16="http://schemas.microsoft.com/office/drawing/2014/main" id="{01FE02A9-C84C-AED0-C7A5-46CC59957D0E}"/>
              </a:ext>
            </a:extLst>
          </p:cNvPr>
          <p:cNvSpPr/>
          <p:nvPr userDrawn="1"/>
        </p:nvSpPr>
        <p:spPr>
          <a:xfrm>
            <a:off x="6095687" y="0"/>
            <a:ext cx="6096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807954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5" name="Textplatzhalter 9">
            <a:extLst>
              <a:ext uri="{FF2B5EF4-FFF2-40B4-BE49-F238E27FC236}">
                <a16:creationId xmlns:a16="http://schemas.microsoft.com/office/drawing/2014/main" id="{023EB728-8F6A-061E-1AC0-894F74CAC5F4}"/>
              </a:ext>
            </a:extLst>
          </p:cNvPr>
          <p:cNvSpPr>
            <a:spLocks noGrp="1"/>
          </p:cNvSpPr>
          <p:nvPr>
            <p:ph type="body" sz="quarter" idx="13" hasCustomPrompt="1"/>
          </p:nvPr>
        </p:nvSpPr>
        <p:spPr>
          <a:xfrm>
            <a:off x="419095" y="1011932"/>
            <a:ext cx="9539605" cy="998537"/>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err="1"/>
              <a:t>Lektionstitel</a:t>
            </a:r>
            <a:endParaRPr lang="de-DE"/>
          </a:p>
        </p:txBody>
      </p:sp>
      <p:sp>
        <p:nvSpPr>
          <p:cNvPr id="16" name="Textplatzhalter 9">
            <a:extLst>
              <a:ext uri="{FF2B5EF4-FFF2-40B4-BE49-F238E27FC236}">
                <a16:creationId xmlns:a16="http://schemas.microsoft.com/office/drawing/2014/main" id="{B0BA0248-68BE-28DE-0EEC-23D754DC809B}"/>
              </a:ext>
            </a:extLst>
          </p:cNvPr>
          <p:cNvSpPr>
            <a:spLocks noGrp="1"/>
          </p:cNvSpPr>
          <p:nvPr>
            <p:ph type="body" sz="quarter" idx="14" hasCustomPrompt="1"/>
          </p:nvPr>
        </p:nvSpPr>
        <p:spPr>
          <a:xfrm>
            <a:off x="419095" y="2083592"/>
            <a:ext cx="9539605" cy="927237"/>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err="1"/>
              <a:t>Lektionstitel</a:t>
            </a:r>
            <a:endParaRPr lang="de-DE"/>
          </a:p>
        </p:txBody>
      </p:sp>
      <p:sp>
        <p:nvSpPr>
          <p:cNvPr id="17" name="Textplatzhalter 9">
            <a:extLst>
              <a:ext uri="{FF2B5EF4-FFF2-40B4-BE49-F238E27FC236}">
                <a16:creationId xmlns:a16="http://schemas.microsoft.com/office/drawing/2014/main" id="{F14BA508-EAB7-91DC-3532-A075854B1617}"/>
              </a:ext>
            </a:extLst>
          </p:cNvPr>
          <p:cNvSpPr>
            <a:spLocks noGrp="1"/>
          </p:cNvSpPr>
          <p:nvPr>
            <p:ph type="body" sz="quarter" idx="15" hasCustomPrompt="1"/>
          </p:nvPr>
        </p:nvSpPr>
        <p:spPr>
          <a:xfrm>
            <a:off x="419095" y="3095234"/>
            <a:ext cx="9539605" cy="950590"/>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a:t>Nicht benötigte Punkte löschen</a:t>
            </a:r>
          </a:p>
        </p:txBody>
      </p:sp>
      <p:sp>
        <p:nvSpPr>
          <p:cNvPr id="18" name="Textplatzhalter 9">
            <a:extLst>
              <a:ext uri="{FF2B5EF4-FFF2-40B4-BE49-F238E27FC236}">
                <a16:creationId xmlns:a16="http://schemas.microsoft.com/office/drawing/2014/main" id="{F3FFCB26-9729-977E-E987-94CC63BC8C0B}"/>
              </a:ext>
            </a:extLst>
          </p:cNvPr>
          <p:cNvSpPr>
            <a:spLocks noGrp="1"/>
          </p:cNvSpPr>
          <p:nvPr>
            <p:ph type="body" sz="quarter" idx="16" hasCustomPrompt="1"/>
          </p:nvPr>
        </p:nvSpPr>
        <p:spPr>
          <a:xfrm>
            <a:off x="419095" y="4119568"/>
            <a:ext cx="9539605" cy="950590"/>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a:t>Nicht benötigte Punkte löschen</a:t>
            </a:r>
          </a:p>
        </p:txBody>
      </p:sp>
      <p:sp>
        <p:nvSpPr>
          <p:cNvPr id="19" name="Textplatzhalter 9">
            <a:extLst>
              <a:ext uri="{FF2B5EF4-FFF2-40B4-BE49-F238E27FC236}">
                <a16:creationId xmlns:a16="http://schemas.microsoft.com/office/drawing/2014/main" id="{2FD5B1A4-1338-9ADC-0141-44141CB5F0CE}"/>
              </a:ext>
            </a:extLst>
          </p:cNvPr>
          <p:cNvSpPr>
            <a:spLocks noGrp="1"/>
          </p:cNvSpPr>
          <p:nvPr>
            <p:ph type="body" sz="quarter" idx="17" hasCustomPrompt="1"/>
          </p:nvPr>
        </p:nvSpPr>
        <p:spPr>
          <a:xfrm>
            <a:off x="419095" y="5138924"/>
            <a:ext cx="9539605" cy="987694"/>
          </a:xfrm>
        </p:spPr>
        <p:txBody>
          <a:bodyPr anchor="ctr"/>
          <a:lstStyle>
            <a:lvl1pPr marL="0" indent="0">
              <a:buNone/>
              <a:defRPr sz="2200" b="1" i="0">
                <a:latin typeface="Source Sans Pro" panose="020B0503030403020204" pitchFamily="34" charset="0"/>
                <a:ea typeface="Source Sans Pro" panose="020B0503030403020204" pitchFamily="34" charset="0"/>
              </a:defRPr>
            </a:lvl1pPr>
          </a:lstStyle>
          <a:p>
            <a:pPr lvl="0"/>
            <a:r>
              <a:rPr lang="de-DE"/>
              <a:t>Weitere Punkte unten einfügen</a:t>
            </a:r>
          </a:p>
        </p:txBody>
      </p:sp>
      <p:sp>
        <p:nvSpPr>
          <p:cNvPr id="20" name="Textplatzhalter 9">
            <a:extLst>
              <a:ext uri="{FF2B5EF4-FFF2-40B4-BE49-F238E27FC236}">
                <a16:creationId xmlns:a16="http://schemas.microsoft.com/office/drawing/2014/main" id="{A63ED18E-B2F1-A658-6017-A9DC8CEFE9AA}"/>
              </a:ext>
            </a:extLst>
          </p:cNvPr>
          <p:cNvSpPr>
            <a:spLocks noGrp="1"/>
          </p:cNvSpPr>
          <p:nvPr>
            <p:ph type="body" sz="quarter" idx="18" hasCustomPrompt="1"/>
          </p:nvPr>
        </p:nvSpPr>
        <p:spPr>
          <a:xfrm>
            <a:off x="10515182" y="1014831"/>
            <a:ext cx="1255714" cy="995638"/>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6</a:t>
            </a:r>
          </a:p>
        </p:txBody>
      </p:sp>
      <p:sp>
        <p:nvSpPr>
          <p:cNvPr id="21" name="Textplatzhalter 9">
            <a:extLst>
              <a:ext uri="{FF2B5EF4-FFF2-40B4-BE49-F238E27FC236}">
                <a16:creationId xmlns:a16="http://schemas.microsoft.com/office/drawing/2014/main" id="{A11C6399-5E43-43D8-1DCE-972A176AA6C9}"/>
              </a:ext>
            </a:extLst>
          </p:cNvPr>
          <p:cNvSpPr>
            <a:spLocks noGrp="1"/>
          </p:cNvSpPr>
          <p:nvPr>
            <p:ph type="body" sz="quarter" idx="19" hasCustomPrompt="1"/>
          </p:nvPr>
        </p:nvSpPr>
        <p:spPr>
          <a:xfrm>
            <a:off x="10515182" y="2083592"/>
            <a:ext cx="1255714" cy="927237"/>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7</a:t>
            </a:r>
          </a:p>
        </p:txBody>
      </p:sp>
      <p:sp>
        <p:nvSpPr>
          <p:cNvPr id="22" name="Textplatzhalter 9">
            <a:extLst>
              <a:ext uri="{FF2B5EF4-FFF2-40B4-BE49-F238E27FC236}">
                <a16:creationId xmlns:a16="http://schemas.microsoft.com/office/drawing/2014/main" id="{8CCC8585-F99C-5465-DCED-1DEAFF92A4C5}"/>
              </a:ext>
            </a:extLst>
          </p:cNvPr>
          <p:cNvSpPr>
            <a:spLocks noGrp="1"/>
          </p:cNvSpPr>
          <p:nvPr>
            <p:ph type="body" sz="quarter" idx="20" hasCustomPrompt="1"/>
          </p:nvPr>
        </p:nvSpPr>
        <p:spPr>
          <a:xfrm>
            <a:off x="10515182" y="3100212"/>
            <a:ext cx="1255714" cy="950589"/>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8</a:t>
            </a:r>
          </a:p>
        </p:txBody>
      </p:sp>
      <p:sp>
        <p:nvSpPr>
          <p:cNvPr id="23" name="Textplatzhalter 9">
            <a:extLst>
              <a:ext uri="{FF2B5EF4-FFF2-40B4-BE49-F238E27FC236}">
                <a16:creationId xmlns:a16="http://schemas.microsoft.com/office/drawing/2014/main" id="{C4673F9A-2D2C-A168-14AC-8E2EED790B8F}"/>
              </a:ext>
            </a:extLst>
          </p:cNvPr>
          <p:cNvSpPr>
            <a:spLocks noGrp="1"/>
          </p:cNvSpPr>
          <p:nvPr>
            <p:ph type="body" sz="quarter" idx="21" hasCustomPrompt="1"/>
          </p:nvPr>
        </p:nvSpPr>
        <p:spPr>
          <a:xfrm>
            <a:off x="10515182" y="4119567"/>
            <a:ext cx="1255714" cy="950590"/>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9</a:t>
            </a:r>
          </a:p>
        </p:txBody>
      </p:sp>
      <p:sp>
        <p:nvSpPr>
          <p:cNvPr id="24" name="Textplatzhalter 9">
            <a:extLst>
              <a:ext uri="{FF2B5EF4-FFF2-40B4-BE49-F238E27FC236}">
                <a16:creationId xmlns:a16="http://schemas.microsoft.com/office/drawing/2014/main" id="{45EF674B-39D3-0830-14C4-8F9AB36A4A54}"/>
              </a:ext>
            </a:extLst>
          </p:cNvPr>
          <p:cNvSpPr>
            <a:spLocks noGrp="1"/>
          </p:cNvSpPr>
          <p:nvPr>
            <p:ph type="body" sz="quarter" idx="22" hasCustomPrompt="1"/>
          </p:nvPr>
        </p:nvSpPr>
        <p:spPr>
          <a:xfrm>
            <a:off x="10515182" y="5138923"/>
            <a:ext cx="1255714" cy="987694"/>
          </a:xfrm>
          <a:solidFill>
            <a:schemeClr val="accent1"/>
          </a:solidFill>
        </p:spPr>
        <p:txBody>
          <a:bodyPr anchor="ctr"/>
          <a:lstStyle>
            <a:lvl1pPr marL="0" indent="0" algn="ctr">
              <a:buNone/>
              <a:defRPr sz="2200" b="1" i="0">
                <a:latin typeface="Source Sans Pro" panose="020B0503030403020204" pitchFamily="34" charset="0"/>
                <a:ea typeface="Source Sans Pro" panose="020B0503030403020204" pitchFamily="34" charset="0"/>
              </a:defRPr>
            </a:lvl1pPr>
          </a:lstStyle>
          <a:p>
            <a:pPr lvl="0"/>
            <a:r>
              <a:rPr lang="de-DE"/>
              <a:t>10</a:t>
            </a:r>
          </a:p>
        </p:txBody>
      </p:sp>
      <p:sp>
        <p:nvSpPr>
          <p:cNvPr id="4" name="Textplatzhalter 2">
            <a:extLst>
              <a:ext uri="{FF2B5EF4-FFF2-40B4-BE49-F238E27FC236}">
                <a16:creationId xmlns:a16="http://schemas.microsoft.com/office/drawing/2014/main" id="{31A4ABE5-A638-A5F2-DD17-ED31906FFE51}"/>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Agenda</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725535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hortcast_Titel">
    <p:bg>
      <p:bgPr>
        <a:solidFill>
          <a:schemeClr val="accent4"/>
        </a:solidFill>
        <a:effectLst/>
      </p:bgPr>
    </p:bg>
    <p:spTree>
      <p:nvGrpSpPr>
        <p:cNvPr id="1" name=""/>
        <p:cNvGrpSpPr/>
        <p:nvPr/>
      </p:nvGrpSpPr>
      <p:grpSpPr>
        <a:xfrm>
          <a:off x="0" y="0"/>
          <a:ext cx="0" cy="0"/>
          <a:chOff x="0" y="0"/>
          <a:chExt cx="0" cy="0"/>
        </a:xfrm>
      </p:grpSpPr>
      <p:sp>
        <p:nvSpPr>
          <p:cNvPr id="4" name="Textplatzhalter 13">
            <a:extLst>
              <a:ext uri="{FF2B5EF4-FFF2-40B4-BE49-F238E27FC236}">
                <a16:creationId xmlns:a16="http://schemas.microsoft.com/office/drawing/2014/main" id="{94F4FBC7-3174-37D3-4FCF-4AFE29E93EF5}"/>
              </a:ext>
            </a:extLst>
          </p:cNvPr>
          <p:cNvSpPr>
            <a:spLocks noGrp="1"/>
          </p:cNvSpPr>
          <p:nvPr>
            <p:ph type="body" sz="quarter" idx="22" hasCustomPrompt="1"/>
          </p:nvPr>
        </p:nvSpPr>
        <p:spPr>
          <a:xfrm>
            <a:off x="0" y="2492901"/>
            <a:ext cx="6217829" cy="726024"/>
          </a:xfrm>
          <a:solidFill>
            <a:schemeClr val="bg1"/>
          </a:solidFill>
          <a:ln>
            <a:noFill/>
          </a:ln>
        </p:spPr>
        <p:txBody>
          <a:bodyPr vert="horz" wrap="none" lIns="108000" tIns="0" rIns="108000" bIns="72000" rtlCol="0" anchor="ctr">
            <a:spAutoFit/>
          </a:bodyPr>
          <a:lstStyle>
            <a:lvl1pPr algn="l">
              <a:defRPr kumimoji="0" lang="de-DE" sz="3800" b="1" i="0" u="none" strike="noStrike" cap="all" spc="-20" normalizeH="0" baseline="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lang="de-DE"/>
              <a:t>1. ZEILE TITEL DER </a:t>
            </a:r>
            <a:r>
              <a:rPr lang="de-DE" err="1"/>
              <a:t>lektion</a:t>
            </a:r>
            <a:r>
              <a:rPr lang="de-DE"/>
              <a:t> </a:t>
            </a:r>
          </a:p>
        </p:txBody>
      </p:sp>
      <p:sp>
        <p:nvSpPr>
          <p:cNvPr id="5" name="Textplatzhalter 2">
            <a:extLst>
              <a:ext uri="{FF2B5EF4-FFF2-40B4-BE49-F238E27FC236}">
                <a16:creationId xmlns:a16="http://schemas.microsoft.com/office/drawing/2014/main" id="{6BAA7CB9-354D-A6C5-EC09-7740224643E1}"/>
              </a:ext>
            </a:extLst>
          </p:cNvPr>
          <p:cNvSpPr>
            <a:spLocks noGrp="1"/>
          </p:cNvSpPr>
          <p:nvPr>
            <p:ph type="body" sz="quarter" idx="23" hasCustomPrompt="1"/>
          </p:nvPr>
        </p:nvSpPr>
        <p:spPr>
          <a:xfrm>
            <a:off x="0" y="3276064"/>
            <a:ext cx="6122611" cy="726024"/>
          </a:xfrm>
          <a:prstGeom prst="rect">
            <a:avLst/>
          </a:prstGeom>
          <a:solidFill>
            <a:schemeClr val="bg1"/>
          </a:solidFill>
          <a:ln>
            <a:noFill/>
          </a:ln>
        </p:spPr>
        <p:txBody>
          <a:bodyPr vert="horz" wrap="none" lIns="108000" tIns="0" rIns="108000" bIns="72000" rtlCol="0" anchor="ctr">
            <a:spAutoFit/>
          </a:bodyPr>
          <a:lstStyle>
            <a:lvl1pPr>
              <a:defRPr kumimoji="0" lang="de-DE" sz="3800" b="1" i="0" u="none" strike="noStrike" cap="all" spc="-20" normalizeH="0" baseline="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lang="de-DE"/>
              <a:t>2. ZEILE TITEL DER </a:t>
            </a:r>
            <a:r>
              <a:rPr lang="de-DE" err="1"/>
              <a:t>lektion</a:t>
            </a:r>
            <a:endParaRPr lang="de-DE"/>
          </a:p>
        </p:txBody>
      </p:sp>
      <p:sp>
        <p:nvSpPr>
          <p:cNvPr id="2" name="Textfeld 1">
            <a:extLst>
              <a:ext uri="{FF2B5EF4-FFF2-40B4-BE49-F238E27FC236}">
                <a16:creationId xmlns:a16="http://schemas.microsoft.com/office/drawing/2014/main" id="{7547274E-419E-9421-A430-1A7E95CA3069}"/>
              </a:ext>
            </a:extLst>
          </p:cNvPr>
          <p:cNvSpPr txBox="1"/>
          <p:nvPr userDrawn="1"/>
        </p:nvSpPr>
        <p:spPr>
          <a:xfrm>
            <a:off x="866274" y="1812758"/>
            <a:ext cx="0" cy="0"/>
          </a:xfrm>
          <a:prstGeom prst="rect">
            <a:avLst/>
          </a:prstGeom>
          <a:noFill/>
        </p:spPr>
        <p:txBody>
          <a:bodyPr vert="horz" wrap="none" lIns="0" tIns="0" rIns="0" bIns="0" rtlCol="0" anchor="ctr">
            <a:noAutofit/>
          </a:bodyPr>
          <a:lstStyle/>
          <a:p>
            <a:pPr marL="0" indent="0" algn="l">
              <a:buFont typeface="Arial" panose="020B0604020202020204" pitchFamily="34" charset="0"/>
              <a:buNone/>
            </a:pPr>
            <a:endParaRPr lang="de-DE" b="1" i="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58470042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6DA5A764-688C-F849-A0C8-A288FCF71677}"/>
              </a:ext>
            </a:extLst>
          </p:cNvPr>
          <p:cNvPicPr>
            <a:picLocks noChangeAspect="1"/>
          </p:cNvPicPr>
          <p:nvPr userDrawn="1"/>
        </p:nvPicPr>
        <p:blipFill>
          <a:blip r:embed="rId2" cstate="hqprint">
            <a:alphaModFix amt="40000"/>
            <a:extLst>
              <a:ext uri="{28A0092B-C50C-407E-A947-70E740481C1C}">
                <a14:useLocalDpi xmlns:a14="http://schemas.microsoft.com/office/drawing/2010/main" val="0"/>
              </a:ext>
            </a:extLst>
          </a:blip>
          <a:stretch>
            <a:fillRect/>
          </a:stretch>
        </p:blipFill>
        <p:spPr>
          <a:xfrm>
            <a:off x="10670691" y="243227"/>
            <a:ext cx="1100308" cy="1100308"/>
          </a:xfrm>
          <a:prstGeom prst="rect">
            <a:avLst/>
          </a:prstGeom>
        </p:spPr>
      </p:pic>
      <p:sp>
        <p:nvSpPr>
          <p:cNvPr id="4" name="Textfeld 3">
            <a:extLst>
              <a:ext uri="{FF2B5EF4-FFF2-40B4-BE49-F238E27FC236}">
                <a16:creationId xmlns:a16="http://schemas.microsoft.com/office/drawing/2014/main" id="{9FDF7296-0CC5-6ED7-0925-5D8F1D79DFA1}"/>
              </a:ext>
            </a:extLst>
          </p:cNvPr>
          <p:cNvSpPr txBox="1"/>
          <p:nvPr userDrawn="1"/>
        </p:nvSpPr>
        <p:spPr>
          <a:xfrm>
            <a:off x="902043" y="642551"/>
            <a:ext cx="0" cy="0"/>
          </a:xfrm>
          <a:prstGeom prst="rect">
            <a:avLst/>
          </a:prstGeom>
          <a:noFill/>
        </p:spPr>
        <p:txBody>
          <a:bodyPr vert="horz" wrap="none" lIns="0" tIns="0" rIns="0" bIns="0" rtlCol="0" anchor="ctr">
            <a:noAutofit/>
          </a:bodyPr>
          <a:lstStyle/>
          <a:p>
            <a:pPr marL="0" indent="0" algn="l">
              <a:buFont typeface="Arial" panose="020B0604020202020204" pitchFamily="34" charset="0"/>
              <a:buNone/>
            </a:pPr>
            <a:endParaRPr lang="de-DE" b="1" i="0">
              <a:latin typeface="Source Sans Pro" panose="020B0503030403020204" pitchFamily="34" charset="0"/>
              <a:ea typeface="Source Sans Pro" panose="020B0503030403020204" pitchFamily="34" charset="0"/>
            </a:endParaRPr>
          </a:p>
        </p:txBody>
      </p:sp>
      <p:sp>
        <p:nvSpPr>
          <p:cNvPr id="5" name="Textplatzhalter 2">
            <a:extLst>
              <a:ext uri="{FF2B5EF4-FFF2-40B4-BE49-F238E27FC236}">
                <a16:creationId xmlns:a16="http://schemas.microsoft.com/office/drawing/2014/main" id="{4D4618B0-F49E-A3E9-75B2-EA834CBC1155}"/>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LERNZIELE</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6" name="Textplatzhalter 5">
            <a:extLst>
              <a:ext uri="{FF2B5EF4-FFF2-40B4-BE49-F238E27FC236}">
                <a16:creationId xmlns:a16="http://schemas.microsoft.com/office/drawing/2014/main" id="{29971CDA-7551-D712-3F97-D6E5C0A14C4A}"/>
              </a:ext>
            </a:extLst>
          </p:cNvPr>
          <p:cNvSpPr>
            <a:spLocks noGrp="1"/>
          </p:cNvSpPr>
          <p:nvPr>
            <p:ph type="body" sz="quarter" idx="20" hasCustomPrompt="1"/>
          </p:nvPr>
        </p:nvSpPr>
        <p:spPr>
          <a:xfrm>
            <a:off x="420687" y="1019175"/>
            <a:ext cx="9553575" cy="5149850"/>
          </a:xfrm>
        </p:spPr>
        <p:txBody>
          <a:bodyPr/>
          <a:lstStyle>
            <a:lvl1pPr marL="457200" indent="-457200">
              <a:lnSpc>
                <a:spcPct val="120000"/>
              </a:lnSpc>
              <a:buFont typeface="Symbol" pitchFamily="2" charset="2"/>
              <a:buChar char="-"/>
              <a:defRPr sz="2400" b="0" i="0">
                <a:latin typeface="Source Sans Pro" panose="020B0503030403020204" pitchFamily="34" charset="0"/>
                <a:ea typeface="Source Sans Pro" panose="020B0503030403020204" pitchFamily="34" charset="0"/>
              </a:defRPr>
            </a:lvl1pPr>
          </a:lstStyle>
          <a:p>
            <a:pPr lvl="0"/>
            <a:r>
              <a:rPr lang="de-DE" sz="2400" b="0" i="0">
                <a:latin typeface="Source Sans Pro" panose="020B0503030403020204" pitchFamily="34" charset="0"/>
                <a:ea typeface="Source Sans Pro" panose="020B0503030403020204" pitchFamily="34" charset="0"/>
              </a:rPr>
              <a:t>Aufzählungen oder Fließtext Source Sans Pro Regular, 24-32 </a:t>
            </a:r>
            <a:r>
              <a:rPr lang="de-DE" sz="2400" b="0" i="0" err="1">
                <a:latin typeface="Source Sans Pro" panose="020B0503030403020204" pitchFamily="34" charset="0"/>
                <a:ea typeface="Source Sans Pro" panose="020B0503030403020204" pitchFamily="34" charset="0"/>
              </a:rPr>
              <a:t>pt</a:t>
            </a:r>
            <a:r>
              <a:rPr lang="de-DE" sz="2400" b="0" i="0">
                <a:latin typeface="Source Sans Pro" panose="020B0503030403020204" pitchFamily="34" charset="0"/>
                <a:ea typeface="Source Sans Pro" panose="020B0503030403020204" pitchFamily="34" charset="0"/>
              </a:rPr>
              <a:t>.; </a:t>
            </a:r>
            <a:r>
              <a:rPr lang="de-DE" sz="2400" b="1" i="0">
                <a:latin typeface="Source Sans Pro" panose="020B0503030403020204" pitchFamily="34" charset="0"/>
                <a:ea typeface="Source Sans Pro" panose="020B0503030403020204" pitchFamily="34" charset="0"/>
              </a:rPr>
              <a:t>Hervorhebungen Source Sans Pro </a:t>
            </a:r>
            <a:r>
              <a:rPr lang="de-DE" sz="2400" b="1" i="0" err="1">
                <a:latin typeface="Source Sans Pro" panose="020B0503030403020204" pitchFamily="34" charset="0"/>
                <a:ea typeface="Source Sans Pro" panose="020B0503030403020204" pitchFamily="34" charset="0"/>
              </a:rPr>
              <a:t>Bold</a:t>
            </a:r>
            <a:r>
              <a:rPr lang="de-DE" sz="2400" b="1" i="0">
                <a:latin typeface="Source Sans Pro" panose="020B0503030403020204" pitchFamily="34" charset="0"/>
                <a:ea typeface="Source Sans Pro" panose="020B0503030403020204" pitchFamily="34" charset="0"/>
              </a:rPr>
              <a:t>, 24-32 </a:t>
            </a:r>
            <a:r>
              <a:rPr lang="de-DE" sz="2400" b="1" i="0" err="1">
                <a:latin typeface="Source Sans Pro" panose="020B0503030403020204" pitchFamily="34" charset="0"/>
                <a:ea typeface="Source Sans Pro" panose="020B0503030403020204" pitchFamily="34" charset="0"/>
              </a:rPr>
              <a:t>pt</a:t>
            </a:r>
            <a:r>
              <a:rPr lang="de-DE" sz="2400" b="1" i="0">
                <a:latin typeface="Source Sans Pro" panose="020B0503030403020204" pitchFamily="34" charset="0"/>
                <a:ea typeface="Source Sans Pro" panose="020B0503030403020204" pitchFamily="34" charset="0"/>
              </a:rPr>
              <a:t>.</a:t>
            </a:r>
          </a:p>
        </p:txBody>
      </p:sp>
    </p:spTree>
    <p:extLst>
      <p:ext uri="{BB962C8B-B14F-4D97-AF65-F5344CB8AC3E}">
        <p14:creationId xmlns:p14="http://schemas.microsoft.com/office/powerpoint/2010/main" val="1661474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infach_erklären">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A3B03E04-BFD1-3891-99FC-6134B6337177}"/>
              </a:ext>
            </a:extLst>
          </p:cNvPr>
          <p:cNvPicPr>
            <a:picLocks noChangeAspect="1"/>
          </p:cNvPicPr>
          <p:nvPr userDrawn="1"/>
        </p:nvPicPr>
        <p:blipFill>
          <a:blip r:embed="rId2" cstate="hqprint">
            <a:alphaModFix amt="40000"/>
            <a:extLst>
              <a:ext uri="{28A0092B-C50C-407E-A947-70E740481C1C}">
                <a14:useLocalDpi xmlns:a14="http://schemas.microsoft.com/office/drawing/2010/main" val="0"/>
              </a:ext>
            </a:extLst>
          </a:blip>
          <a:stretch>
            <a:fillRect/>
          </a:stretch>
        </p:blipFill>
        <p:spPr>
          <a:xfrm>
            <a:off x="10670691" y="248596"/>
            <a:ext cx="1100308" cy="1100308"/>
          </a:xfrm>
          <a:prstGeom prst="rect">
            <a:avLst/>
          </a:prstGeom>
        </p:spPr>
      </p:pic>
      <p:sp>
        <p:nvSpPr>
          <p:cNvPr id="4" name="Textplatzhalter 2">
            <a:extLst>
              <a:ext uri="{FF2B5EF4-FFF2-40B4-BE49-F238E27FC236}">
                <a16:creationId xmlns:a16="http://schemas.microsoft.com/office/drawing/2014/main" id="{54A5E9D9-9DE0-D793-3AAC-ECEF39246C08}"/>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EINFACH ERKLÄREN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5" name="Textplatzhalter 5">
            <a:extLst>
              <a:ext uri="{FF2B5EF4-FFF2-40B4-BE49-F238E27FC236}">
                <a16:creationId xmlns:a16="http://schemas.microsoft.com/office/drawing/2014/main" id="{E164E7B8-57D1-9670-E17E-5ABBD347932D}"/>
              </a:ext>
            </a:extLst>
          </p:cNvPr>
          <p:cNvSpPr>
            <a:spLocks noGrp="1"/>
          </p:cNvSpPr>
          <p:nvPr>
            <p:ph type="body" sz="quarter" idx="20" hasCustomPrompt="1"/>
          </p:nvPr>
        </p:nvSpPr>
        <p:spPr>
          <a:xfrm>
            <a:off x="420687" y="1019175"/>
            <a:ext cx="9553575" cy="5149850"/>
          </a:xfrm>
        </p:spPr>
        <p:txBody>
          <a:bodyPr/>
          <a:lstStyle>
            <a:lvl1pPr marL="457200" indent="-457200">
              <a:buFont typeface="Symbol" pitchFamily="2" charset="2"/>
              <a:buChar char="-"/>
              <a:defRPr sz="2400" b="0" i="0">
                <a:latin typeface="Source Sans Pro" panose="020B0503030403020204" pitchFamily="34" charset="0"/>
                <a:ea typeface="Source Sans Pro" panose="020B0503030403020204" pitchFamily="34" charset="0"/>
              </a:defRPr>
            </a:lvl1pPr>
          </a:lstStyle>
          <a:p>
            <a:pPr lvl="0"/>
            <a:r>
              <a:rPr lang="de-DE" sz="2400" b="0" i="0">
                <a:latin typeface="Source Sans Pro" panose="020B0503030403020204" pitchFamily="34" charset="0"/>
                <a:ea typeface="Source Sans Pro" panose="020B0503030403020204" pitchFamily="34" charset="0"/>
              </a:rPr>
              <a:t>Aufzählungen oder Fließtext Source Sans Pro Regular, 24-32 </a:t>
            </a:r>
            <a:r>
              <a:rPr lang="de-DE" sz="2400" b="0" i="0" err="1">
                <a:latin typeface="Source Sans Pro" panose="020B0503030403020204" pitchFamily="34" charset="0"/>
                <a:ea typeface="Source Sans Pro" panose="020B0503030403020204" pitchFamily="34" charset="0"/>
              </a:rPr>
              <a:t>pt</a:t>
            </a:r>
            <a:r>
              <a:rPr lang="de-DE" sz="2400" b="0" i="0">
                <a:latin typeface="Source Sans Pro" panose="020B0503030403020204" pitchFamily="34" charset="0"/>
                <a:ea typeface="Source Sans Pro" panose="020B0503030403020204" pitchFamily="34" charset="0"/>
              </a:rPr>
              <a:t>.; </a:t>
            </a:r>
            <a:r>
              <a:rPr lang="de-DE" sz="2400" b="1" i="0">
                <a:latin typeface="Source Sans Pro" panose="020B0503030403020204" pitchFamily="34" charset="0"/>
                <a:ea typeface="Source Sans Pro" panose="020B0503030403020204" pitchFamily="34" charset="0"/>
              </a:rPr>
              <a:t>Hervorhebungen Source Sans Pro </a:t>
            </a:r>
            <a:r>
              <a:rPr lang="de-DE" sz="2400" b="1" i="0" err="1">
                <a:latin typeface="Source Sans Pro" panose="020B0503030403020204" pitchFamily="34" charset="0"/>
                <a:ea typeface="Source Sans Pro" panose="020B0503030403020204" pitchFamily="34" charset="0"/>
              </a:rPr>
              <a:t>Bold</a:t>
            </a:r>
            <a:r>
              <a:rPr lang="de-DE" sz="2400" b="1" i="0">
                <a:latin typeface="Source Sans Pro" panose="020B0503030403020204" pitchFamily="34" charset="0"/>
                <a:ea typeface="Source Sans Pro" panose="020B0503030403020204" pitchFamily="34" charset="0"/>
              </a:rPr>
              <a:t>, 24-32 </a:t>
            </a:r>
            <a:r>
              <a:rPr lang="de-DE" sz="2400" b="1" i="0" err="1">
                <a:latin typeface="Source Sans Pro" panose="020B0503030403020204" pitchFamily="34" charset="0"/>
                <a:ea typeface="Source Sans Pro" panose="020B0503030403020204" pitchFamily="34" charset="0"/>
              </a:rPr>
              <a:t>pt</a:t>
            </a:r>
            <a:r>
              <a:rPr lang="de-DE" sz="2400" b="1" i="0">
                <a:latin typeface="Source Sans Pro" panose="020B0503030403020204" pitchFamily="34" charset="0"/>
                <a:ea typeface="Source Sans Pro" panose="020B0503030403020204" pitchFamily="34" charset="0"/>
              </a:rPr>
              <a:t>.</a:t>
            </a:r>
          </a:p>
        </p:txBody>
      </p:sp>
    </p:spTree>
    <p:extLst>
      <p:ext uri="{BB962C8B-B14F-4D97-AF65-F5344CB8AC3E}">
        <p14:creationId xmlns:p14="http://schemas.microsoft.com/office/powerpoint/2010/main" val="826289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infacher_Text">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sp>
        <p:nvSpPr>
          <p:cNvPr id="2" name="Textplatzhalter 10">
            <a:extLst>
              <a:ext uri="{FF2B5EF4-FFF2-40B4-BE49-F238E27FC236}">
                <a16:creationId xmlns:a16="http://schemas.microsoft.com/office/drawing/2014/main" id="{E555E73A-1C0B-94C0-1EE0-0A4EB0FA3E75}"/>
              </a:ext>
            </a:extLst>
          </p:cNvPr>
          <p:cNvSpPr>
            <a:spLocks noGrp="1"/>
          </p:cNvSpPr>
          <p:nvPr>
            <p:ph type="body" sz="quarter" idx="10" hasCustomPrompt="1"/>
          </p:nvPr>
        </p:nvSpPr>
        <p:spPr>
          <a:xfrm>
            <a:off x="420688" y="1020592"/>
            <a:ext cx="11350311" cy="5113508"/>
          </a:xfrm>
          <a:prstGeom prst="rect">
            <a:avLst/>
          </a:prstGeom>
          <a:ln>
            <a:noFill/>
          </a:ln>
        </p:spPr>
        <p:txBody>
          <a:bodyPr/>
          <a:lstStyle>
            <a:lvl1pPr marL="457200" indent="-457200">
              <a:buFont typeface="Symbol" pitchFamily="2" charset="2"/>
              <a:buChar char="-"/>
              <a:defRPr sz="3200" b="0" i="0">
                <a:latin typeface="Source Sans Pro" panose="020B0503030403020204" pitchFamily="34" charset="0"/>
                <a:ea typeface="Source Sans Pro" panose="020B0503030403020204" pitchFamily="34" charset="0"/>
              </a:defRPr>
            </a:lvl1pPr>
          </a:lstStyle>
          <a:p>
            <a:pPr lvl="0"/>
            <a:r>
              <a:rPr lang="de-DE" sz="3200" b="0" i="0" noProof="0">
                <a:latin typeface="Source Sans Pro" panose="020B0503030403020204" pitchFamily="34" charset="0"/>
                <a:ea typeface="Source Sans Pro" panose="020B0503030403020204" pitchFamily="34" charset="0"/>
              </a:rPr>
              <a:t>Aufzählungen oder Fließtext Source Sans Pro Regular, 32 </a:t>
            </a:r>
            <a:r>
              <a:rPr lang="de-DE" sz="3200" b="0" i="0" noProof="0" err="1">
                <a:latin typeface="Source Sans Pro" panose="020B0503030403020204" pitchFamily="34" charset="0"/>
                <a:ea typeface="Source Sans Pro" panose="020B0503030403020204" pitchFamily="34" charset="0"/>
              </a:rPr>
              <a:t>pt</a:t>
            </a:r>
            <a:r>
              <a:rPr lang="de-DE" sz="3200" b="0" i="0" noProof="0">
                <a:latin typeface="Source Sans Pro" panose="020B0503030403020204" pitchFamily="34" charset="0"/>
                <a:ea typeface="Source Sans Pro" panose="020B0503030403020204" pitchFamily="34" charset="0"/>
              </a:rPr>
              <a:t>.; </a:t>
            </a:r>
            <a:r>
              <a:rPr lang="de-DE" sz="3200" b="1" i="0" noProof="0">
                <a:latin typeface="Source Sans Pro" panose="020B0503030403020204" pitchFamily="34" charset="0"/>
                <a:ea typeface="Source Sans Pro" panose="020B0503030403020204" pitchFamily="34" charset="0"/>
              </a:rPr>
              <a:t>Hervorhebungen Source Sans Pro </a:t>
            </a:r>
            <a:r>
              <a:rPr lang="de-DE" sz="3200" b="1" i="0" noProof="0" err="1">
                <a:latin typeface="Source Sans Pro" panose="020B0503030403020204" pitchFamily="34" charset="0"/>
                <a:ea typeface="Source Sans Pro" panose="020B0503030403020204" pitchFamily="34" charset="0"/>
              </a:rPr>
              <a:t>Bold</a:t>
            </a:r>
            <a:r>
              <a:rPr lang="de-DE" sz="3200" b="1" i="0" noProof="0">
                <a:latin typeface="Source Sans Pro" panose="020B0503030403020204" pitchFamily="34" charset="0"/>
                <a:ea typeface="Source Sans Pro" panose="020B0503030403020204" pitchFamily="34" charset="0"/>
              </a:rPr>
              <a:t>, 32 </a:t>
            </a:r>
            <a:r>
              <a:rPr lang="de-DE" sz="3200" b="1" i="0" noProof="0" err="1">
                <a:latin typeface="Source Sans Pro" panose="020B0503030403020204" pitchFamily="34" charset="0"/>
                <a:ea typeface="Source Sans Pro" panose="020B0503030403020204" pitchFamily="34" charset="0"/>
              </a:rPr>
              <a:t>pt</a:t>
            </a:r>
            <a:r>
              <a:rPr lang="de-DE" sz="3200" b="1" i="0" noProof="0">
                <a:latin typeface="Source Sans Pro" panose="020B0503030403020204" pitchFamily="34" charset="0"/>
                <a:ea typeface="Source Sans Pro" panose="020B0503030403020204" pitchFamily="34" charset="0"/>
              </a:rPr>
              <a:t>.</a:t>
            </a:r>
          </a:p>
        </p:txBody>
      </p:sp>
      <p:sp>
        <p:nvSpPr>
          <p:cNvPr id="3" name="Textfeld 2">
            <a:extLst>
              <a:ext uri="{FF2B5EF4-FFF2-40B4-BE49-F238E27FC236}">
                <a16:creationId xmlns:a16="http://schemas.microsoft.com/office/drawing/2014/main" id="{D1C50D73-D8AA-7FF8-5D12-275B72264E85}"/>
              </a:ext>
            </a:extLst>
          </p:cNvPr>
          <p:cNvSpPr txBox="1"/>
          <p:nvPr userDrawn="1"/>
        </p:nvSpPr>
        <p:spPr>
          <a:xfrm>
            <a:off x="2095018" y="335666"/>
            <a:ext cx="0" cy="0"/>
          </a:xfrm>
          <a:prstGeom prst="rect">
            <a:avLst/>
          </a:prstGeom>
          <a:noFill/>
        </p:spPr>
        <p:txBody>
          <a:bodyPr vert="horz" wrap="none" lIns="0" tIns="0" rIns="0" bIns="0" rtlCol="0" anchor="ctr">
            <a:noAutofit/>
          </a:bodyPr>
          <a:lstStyle/>
          <a:p>
            <a:pPr marL="0" indent="0" algn="l">
              <a:buFont typeface="Arial" panose="020B0604020202020204" pitchFamily="34" charset="0"/>
              <a:buNone/>
            </a:pPr>
            <a:endParaRPr lang="de-DE" b="1" i="0">
              <a:latin typeface="Source Sans Pro" panose="020B0503030403020204" pitchFamily="34" charset="0"/>
              <a:ea typeface="Source Sans Pro" panose="020B0503030403020204" pitchFamily="34" charset="0"/>
            </a:endParaRPr>
          </a:p>
        </p:txBody>
      </p:sp>
      <p:sp>
        <p:nvSpPr>
          <p:cNvPr id="4" name="Textplatzhalter 2">
            <a:extLst>
              <a:ext uri="{FF2B5EF4-FFF2-40B4-BE49-F238E27FC236}">
                <a16:creationId xmlns:a16="http://schemas.microsoft.com/office/drawing/2014/main" id="{0B946CFF-395B-4255-07F8-227AED34C337}"/>
              </a:ext>
            </a:extLst>
          </p:cNvPr>
          <p:cNvSpPr>
            <a:spLocks noGrp="1"/>
          </p:cNvSpPr>
          <p:nvPr>
            <p:ph type="body" sz="quarter" idx="11"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1406400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usammenfassung">
    <p:bg>
      <p:bgPr>
        <a:solidFill>
          <a:schemeClr val="accent2"/>
        </a:solidFill>
        <a:effectLst/>
      </p:bgPr>
    </p:bg>
    <p:spTree>
      <p:nvGrpSpPr>
        <p:cNvPr id="1" name=""/>
        <p:cNvGrpSpPr/>
        <p:nvPr/>
      </p:nvGrpSpPr>
      <p:grpSpPr>
        <a:xfrm>
          <a:off x="0" y="0"/>
          <a:ext cx="0" cy="0"/>
          <a:chOff x="0" y="0"/>
          <a:chExt cx="0" cy="0"/>
        </a:xfrm>
      </p:grpSpPr>
      <p:sp>
        <p:nvSpPr>
          <p:cNvPr id="2" name="Textplatzhalter 10">
            <a:extLst>
              <a:ext uri="{FF2B5EF4-FFF2-40B4-BE49-F238E27FC236}">
                <a16:creationId xmlns:a16="http://schemas.microsoft.com/office/drawing/2014/main" id="{E555E73A-1C0B-94C0-1EE0-0A4EB0FA3E75}"/>
              </a:ext>
            </a:extLst>
          </p:cNvPr>
          <p:cNvSpPr>
            <a:spLocks noGrp="1"/>
          </p:cNvSpPr>
          <p:nvPr>
            <p:ph type="body" sz="quarter" idx="10" hasCustomPrompt="1"/>
          </p:nvPr>
        </p:nvSpPr>
        <p:spPr>
          <a:xfrm>
            <a:off x="420688" y="1020592"/>
            <a:ext cx="11350311" cy="5113508"/>
          </a:xfrm>
          <a:prstGeom prst="rect">
            <a:avLst/>
          </a:prstGeom>
          <a:ln>
            <a:noFill/>
          </a:ln>
        </p:spPr>
        <p:txBody>
          <a:bodyPr/>
          <a:lstStyle>
            <a:lvl1pPr marL="457200" indent="-457200">
              <a:buFont typeface="Symbol" pitchFamily="2" charset="2"/>
              <a:buChar char="-"/>
              <a:defRPr sz="3200" b="0" i="0">
                <a:latin typeface="Source Sans Pro" panose="020B0503030403020204" pitchFamily="34" charset="0"/>
                <a:ea typeface="Source Sans Pro" panose="020B0503030403020204" pitchFamily="34" charset="0"/>
              </a:defRPr>
            </a:lvl1pPr>
          </a:lstStyle>
          <a:p>
            <a:pPr lvl="0"/>
            <a:r>
              <a:rPr lang="de-DE" sz="3200" b="0" i="0" noProof="0">
                <a:latin typeface="Source Sans Pro" panose="020B0503030403020204" pitchFamily="34" charset="0"/>
                <a:ea typeface="Source Sans Pro" panose="020B0503030403020204" pitchFamily="34" charset="0"/>
              </a:rPr>
              <a:t>Aufzählungen oder Fließtext Source Sans Pro Regular, 32 </a:t>
            </a:r>
            <a:r>
              <a:rPr lang="de-DE" sz="3200" b="0" i="0" noProof="0" err="1">
                <a:latin typeface="Source Sans Pro" panose="020B0503030403020204" pitchFamily="34" charset="0"/>
                <a:ea typeface="Source Sans Pro" panose="020B0503030403020204" pitchFamily="34" charset="0"/>
              </a:rPr>
              <a:t>pt</a:t>
            </a:r>
            <a:r>
              <a:rPr lang="de-DE" sz="3200" b="0" i="0" noProof="0">
                <a:latin typeface="Source Sans Pro" panose="020B0503030403020204" pitchFamily="34" charset="0"/>
                <a:ea typeface="Source Sans Pro" panose="020B0503030403020204" pitchFamily="34" charset="0"/>
              </a:rPr>
              <a:t>.; </a:t>
            </a:r>
            <a:r>
              <a:rPr lang="de-DE" sz="3200" b="1" i="0" noProof="0">
                <a:latin typeface="Source Sans Pro" panose="020B0503030403020204" pitchFamily="34" charset="0"/>
                <a:ea typeface="Source Sans Pro" panose="020B0503030403020204" pitchFamily="34" charset="0"/>
              </a:rPr>
              <a:t>Hervorhebungen Source Sans Pro </a:t>
            </a:r>
            <a:r>
              <a:rPr lang="de-DE" sz="3200" b="1" i="0" noProof="0" err="1">
                <a:latin typeface="Source Sans Pro" panose="020B0503030403020204" pitchFamily="34" charset="0"/>
                <a:ea typeface="Source Sans Pro" panose="020B0503030403020204" pitchFamily="34" charset="0"/>
              </a:rPr>
              <a:t>Bold</a:t>
            </a:r>
            <a:r>
              <a:rPr lang="de-DE" sz="3200" b="1" i="0" noProof="0">
                <a:latin typeface="Source Sans Pro" panose="020B0503030403020204" pitchFamily="34" charset="0"/>
                <a:ea typeface="Source Sans Pro" panose="020B0503030403020204" pitchFamily="34" charset="0"/>
              </a:rPr>
              <a:t>, 32 </a:t>
            </a:r>
            <a:r>
              <a:rPr lang="de-DE" sz="3200" b="1" i="0" noProof="0" err="1">
                <a:latin typeface="Source Sans Pro" panose="020B0503030403020204" pitchFamily="34" charset="0"/>
                <a:ea typeface="Source Sans Pro" panose="020B0503030403020204" pitchFamily="34" charset="0"/>
              </a:rPr>
              <a:t>pt</a:t>
            </a:r>
            <a:r>
              <a:rPr lang="de-DE" sz="3200" b="1" i="0" noProof="0">
                <a:latin typeface="Source Sans Pro" panose="020B0503030403020204" pitchFamily="34" charset="0"/>
                <a:ea typeface="Source Sans Pro" panose="020B0503030403020204" pitchFamily="34" charset="0"/>
              </a:rPr>
              <a:t>.</a:t>
            </a:r>
          </a:p>
        </p:txBody>
      </p:sp>
      <p:sp>
        <p:nvSpPr>
          <p:cNvPr id="3" name="Textfeld 2">
            <a:extLst>
              <a:ext uri="{FF2B5EF4-FFF2-40B4-BE49-F238E27FC236}">
                <a16:creationId xmlns:a16="http://schemas.microsoft.com/office/drawing/2014/main" id="{D1C50D73-D8AA-7FF8-5D12-275B72264E85}"/>
              </a:ext>
            </a:extLst>
          </p:cNvPr>
          <p:cNvSpPr txBox="1"/>
          <p:nvPr userDrawn="1"/>
        </p:nvSpPr>
        <p:spPr>
          <a:xfrm>
            <a:off x="2095018" y="335666"/>
            <a:ext cx="0" cy="0"/>
          </a:xfrm>
          <a:prstGeom prst="rect">
            <a:avLst/>
          </a:prstGeom>
          <a:noFill/>
        </p:spPr>
        <p:txBody>
          <a:bodyPr vert="horz" wrap="none" lIns="0" tIns="0" rIns="0" bIns="0" rtlCol="0" anchor="ctr">
            <a:noAutofit/>
          </a:bodyPr>
          <a:lstStyle/>
          <a:p>
            <a:pPr marL="0" indent="0" algn="l">
              <a:buFont typeface="Arial" panose="020B0604020202020204" pitchFamily="34" charset="0"/>
              <a:buNone/>
            </a:pPr>
            <a:endParaRPr lang="de-DE" b="1" i="0">
              <a:latin typeface="Source Sans Pro" panose="020B0503030403020204" pitchFamily="34" charset="0"/>
              <a:ea typeface="Source Sans Pro" panose="020B0503030403020204" pitchFamily="34" charset="0"/>
            </a:endParaRPr>
          </a:p>
        </p:txBody>
      </p:sp>
      <p:sp>
        <p:nvSpPr>
          <p:cNvPr id="5" name="Textfeld 4">
            <a:extLst>
              <a:ext uri="{FF2B5EF4-FFF2-40B4-BE49-F238E27FC236}">
                <a16:creationId xmlns:a16="http://schemas.microsoft.com/office/drawing/2014/main" id="{BDDBAA3F-4139-418C-F2BB-6F100871F172}"/>
              </a:ext>
            </a:extLst>
          </p:cNvPr>
          <p:cNvSpPr txBox="1"/>
          <p:nvPr userDrawn="1"/>
        </p:nvSpPr>
        <p:spPr>
          <a:xfrm>
            <a:off x="420687" y="337552"/>
            <a:ext cx="1872000" cy="248399"/>
          </a:xfrm>
          <a:prstGeom prst="rect">
            <a:avLst/>
          </a:prstGeom>
          <a:solidFill>
            <a:schemeClr val="tx1"/>
          </a:solidFill>
        </p:spPr>
        <p:txBody>
          <a:bodyPr vert="horz" wrap="square" lIns="108000" tIns="0" rIns="108000" bIns="0" rtlCol="0" anchor="ctr">
            <a:noAutofit/>
          </a:bodyPr>
          <a:lstStyle/>
          <a:p>
            <a:pPr marL="0" indent="0" algn="l">
              <a:buFont typeface="Arial" panose="020B0604020202020204" pitchFamily="34" charset="0"/>
              <a:buNone/>
            </a:pPr>
            <a:r>
              <a:rPr lang="de-DE" sz="1400" b="1" i="0">
                <a:solidFill>
                  <a:schemeClr val="bg1"/>
                </a:solidFill>
                <a:latin typeface="Source Sans Pro" panose="020B0503030403020204" pitchFamily="34" charset="0"/>
                <a:ea typeface="Source Sans Pro" panose="020B0503030403020204" pitchFamily="34" charset="0"/>
              </a:rPr>
              <a:t>ZUSAMMENFASSUNG</a:t>
            </a:r>
          </a:p>
        </p:txBody>
      </p:sp>
    </p:spTree>
    <p:extLst>
      <p:ext uri="{BB962C8B-B14F-4D97-AF65-F5344CB8AC3E}">
        <p14:creationId xmlns:p14="http://schemas.microsoft.com/office/powerpoint/2010/main" val="298288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_zwei_Spalt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2" name="Textplatzhalter 2">
            <a:extLst>
              <a:ext uri="{FF2B5EF4-FFF2-40B4-BE49-F238E27FC236}">
                <a16:creationId xmlns:a16="http://schemas.microsoft.com/office/drawing/2014/main" id="{DDC90C45-9382-185A-2864-6DADCAEE38DB}"/>
              </a:ext>
            </a:extLst>
          </p:cNvPr>
          <p:cNvSpPr>
            <a:spLocks noGrp="1"/>
          </p:cNvSpPr>
          <p:nvPr>
            <p:ph type="body" sz="quarter" idx="10" hasCustomPrompt="1"/>
          </p:nvPr>
        </p:nvSpPr>
        <p:spPr>
          <a:xfrm>
            <a:off x="421002" y="1020592"/>
            <a:ext cx="5504953" cy="5113508"/>
          </a:xfrm>
        </p:spPr>
        <p:txBody>
          <a:bodyPr/>
          <a:lstStyle>
            <a:lvl1pPr marL="457200" indent="-457200">
              <a:buFont typeface="Symbol" pitchFamily="2" charset="2"/>
              <a:buChar char="-"/>
              <a:defRPr b="0" i="0">
                <a:latin typeface="Source Sans Pro" panose="020B0503030403020204" pitchFamily="34" charset="0"/>
                <a:ea typeface="Source Sans Pro" panose="020B0503030403020204" pitchFamily="34" charset="0"/>
              </a:defRPr>
            </a:lvl1pPr>
          </a:lstStyle>
          <a:p>
            <a:r>
              <a:rPr lang="de-DE" b="0" i="0" noProof="0">
                <a:latin typeface="Source Sans Pro" panose="020B0503030403020204" pitchFamily="34" charset="0"/>
                <a:ea typeface="Source Sans Pro" panose="020B0503030403020204" pitchFamily="34" charset="0"/>
              </a:rPr>
              <a:t>Aufzählung oder Fließtext Source Sans Pro Regular, 32 </a:t>
            </a:r>
            <a:r>
              <a:rPr lang="de-DE" b="0" i="0" noProof="0" err="1">
                <a:latin typeface="Source Sans Pro" panose="020B0503030403020204" pitchFamily="34" charset="0"/>
                <a:ea typeface="Source Sans Pro" panose="020B0503030403020204" pitchFamily="34" charset="0"/>
              </a:rPr>
              <a:t>pt</a:t>
            </a:r>
            <a:r>
              <a:rPr lang="de-DE" b="0" i="0" noProof="0">
                <a:latin typeface="Source Sans Pro" panose="020B0503030403020204" pitchFamily="34" charset="0"/>
                <a:ea typeface="Source Sans Pro" panose="020B0503030403020204" pitchFamily="34" charset="0"/>
              </a:rPr>
              <a:t>. </a:t>
            </a:r>
            <a:r>
              <a:rPr lang="de-DE" b="1" i="0" noProof="0">
                <a:latin typeface="Source Sans Pro" panose="020B0503030403020204" pitchFamily="34" charset="0"/>
                <a:ea typeface="Source Sans Pro" panose="020B0503030403020204" pitchFamily="34" charset="0"/>
              </a:rPr>
              <a:t>Hervorhebungen Source Sans Pro </a:t>
            </a:r>
            <a:r>
              <a:rPr lang="de-DE" b="1" i="0" noProof="0" err="1">
                <a:latin typeface="Source Sans Pro" panose="020B0503030403020204" pitchFamily="34" charset="0"/>
                <a:ea typeface="Source Sans Pro" panose="020B0503030403020204" pitchFamily="34" charset="0"/>
              </a:rPr>
              <a:t>Bold</a:t>
            </a:r>
            <a:r>
              <a:rPr lang="de-DE" b="1" i="0" noProof="0">
                <a:latin typeface="Source Sans Pro" panose="020B0503030403020204" pitchFamily="34" charset="0"/>
                <a:ea typeface="Source Sans Pro" panose="020B0503030403020204" pitchFamily="34" charset="0"/>
              </a:rPr>
              <a:t>, 32 </a:t>
            </a:r>
            <a:r>
              <a:rPr lang="de-DE" b="1" i="0" noProof="0" err="1">
                <a:latin typeface="Source Sans Pro" panose="020B0503030403020204" pitchFamily="34" charset="0"/>
                <a:ea typeface="Source Sans Pro" panose="020B0503030403020204" pitchFamily="34" charset="0"/>
              </a:rPr>
              <a:t>pt</a:t>
            </a:r>
            <a:r>
              <a:rPr lang="de-DE" b="0" i="0" noProof="0">
                <a:latin typeface="Source Sans Pro" panose="020B0503030403020204" pitchFamily="34" charset="0"/>
                <a:ea typeface="Source Sans Pro" panose="020B0503030403020204" pitchFamily="34" charset="0"/>
              </a:rPr>
              <a:t>. </a:t>
            </a:r>
            <a:endParaRPr lang="de-DE" noProof="0"/>
          </a:p>
        </p:txBody>
      </p:sp>
      <p:sp>
        <p:nvSpPr>
          <p:cNvPr id="3" name="Textplatzhalter 4">
            <a:extLst>
              <a:ext uri="{FF2B5EF4-FFF2-40B4-BE49-F238E27FC236}">
                <a16:creationId xmlns:a16="http://schemas.microsoft.com/office/drawing/2014/main" id="{3DB24E1E-DA72-C595-D5DB-A96FD054ADEF}"/>
              </a:ext>
            </a:extLst>
          </p:cNvPr>
          <p:cNvSpPr>
            <a:spLocks noGrp="1"/>
          </p:cNvSpPr>
          <p:nvPr>
            <p:ph type="body" sz="quarter" idx="14" hasCustomPrompt="1"/>
          </p:nvPr>
        </p:nvSpPr>
        <p:spPr>
          <a:xfrm>
            <a:off x="6266045" y="1020592"/>
            <a:ext cx="5504953" cy="5113508"/>
          </a:xfrm>
        </p:spPr>
        <p:txBody>
          <a:bodyPr/>
          <a:lstStyle>
            <a:lvl1pPr marL="457200" indent="-457200">
              <a:buFont typeface="Symbol" pitchFamily="2" charset="2"/>
              <a:buChar char="-"/>
              <a:defRPr b="0" i="0">
                <a:latin typeface="Source Sans Pro" panose="020B0503030403020204" pitchFamily="34" charset="0"/>
                <a:ea typeface="Source Sans Pro" panose="020B0503030403020204" pitchFamily="34" charset="0"/>
              </a:defRPr>
            </a:lvl1pPr>
          </a:lstStyle>
          <a:p>
            <a:r>
              <a:rPr lang="de-DE" b="0" i="0">
                <a:latin typeface="Source Sans Pro" panose="020B0503030403020204" pitchFamily="34" charset="0"/>
                <a:ea typeface="Source Sans Pro" panose="020B0503030403020204" pitchFamily="34" charset="0"/>
              </a:rPr>
              <a:t>Aufzählung oder Fließtext Source Sans Pro Regular, 32 </a:t>
            </a:r>
            <a:r>
              <a:rPr lang="de-DE" b="0" i="0" err="1">
                <a:latin typeface="Source Sans Pro" panose="020B0503030403020204" pitchFamily="34" charset="0"/>
                <a:ea typeface="Source Sans Pro" panose="020B0503030403020204" pitchFamily="34" charset="0"/>
              </a:rPr>
              <a:t>pt</a:t>
            </a:r>
            <a:r>
              <a:rPr lang="de-DE" b="0" i="0">
                <a:latin typeface="Source Sans Pro" panose="020B0503030403020204" pitchFamily="34" charset="0"/>
                <a:ea typeface="Source Sans Pro" panose="020B0503030403020204" pitchFamily="34" charset="0"/>
              </a:rPr>
              <a:t>. </a:t>
            </a:r>
            <a:r>
              <a:rPr lang="de-DE" b="1" i="0">
                <a:latin typeface="Source Sans Pro" panose="020B0503030403020204" pitchFamily="34" charset="0"/>
                <a:ea typeface="Source Sans Pro" panose="020B0503030403020204" pitchFamily="34" charset="0"/>
              </a:rPr>
              <a:t>Hervorhebungen Source Sans Pro </a:t>
            </a:r>
            <a:r>
              <a:rPr lang="de-DE" b="1" i="0" err="1">
                <a:latin typeface="Source Sans Pro" panose="020B0503030403020204" pitchFamily="34" charset="0"/>
                <a:ea typeface="Source Sans Pro" panose="020B0503030403020204" pitchFamily="34" charset="0"/>
              </a:rPr>
              <a:t>Bold</a:t>
            </a:r>
            <a:r>
              <a:rPr lang="de-DE" b="1" i="0">
                <a:latin typeface="Source Sans Pro" panose="020B0503030403020204" pitchFamily="34" charset="0"/>
                <a:ea typeface="Source Sans Pro" panose="020B0503030403020204" pitchFamily="34" charset="0"/>
              </a:rPr>
              <a:t>, 32 pt</a:t>
            </a:r>
            <a:r>
              <a:rPr lang="de-DE" b="0" i="0">
                <a:latin typeface="Source Sans Pro" panose="020B0503030403020204" pitchFamily="34" charset="0"/>
                <a:ea typeface="Source Sans Pro" panose="020B0503030403020204" pitchFamily="34" charset="0"/>
              </a:rPr>
              <a:t>. </a:t>
            </a:r>
            <a:endParaRPr lang="de-DE"/>
          </a:p>
        </p:txBody>
      </p:sp>
      <p:sp>
        <p:nvSpPr>
          <p:cNvPr id="4" name="Textplatzhalter 2">
            <a:extLst>
              <a:ext uri="{FF2B5EF4-FFF2-40B4-BE49-F238E27FC236}">
                <a16:creationId xmlns:a16="http://schemas.microsoft.com/office/drawing/2014/main" id="{07B09614-4668-2D62-5731-7CF6E8A5C2A7}"/>
              </a:ext>
            </a:extLst>
          </p:cNvPr>
          <p:cNvSpPr>
            <a:spLocks noGrp="1"/>
          </p:cNvSpPr>
          <p:nvPr>
            <p:ph type="body" sz="quarter" idx="15"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3570757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teraturverzeichnis">
    <p:spTree>
      <p:nvGrpSpPr>
        <p:cNvPr id="1" name=""/>
        <p:cNvGrpSpPr/>
        <p:nvPr/>
      </p:nvGrpSpPr>
      <p:grpSpPr>
        <a:xfrm>
          <a:off x="0" y="0"/>
          <a:ext cx="0" cy="0"/>
          <a:chOff x="0" y="0"/>
          <a:chExt cx="0" cy="0"/>
        </a:xfrm>
      </p:grpSpPr>
      <p:sp>
        <p:nvSpPr>
          <p:cNvPr id="6" name="Textplatzhalter 5">
            <a:extLst>
              <a:ext uri="{FF2B5EF4-FFF2-40B4-BE49-F238E27FC236}">
                <a16:creationId xmlns:a16="http://schemas.microsoft.com/office/drawing/2014/main" id="{282FB8ED-0A23-CF1A-4BC0-AB880EB45351}"/>
              </a:ext>
            </a:extLst>
          </p:cNvPr>
          <p:cNvSpPr>
            <a:spLocks noGrp="1"/>
          </p:cNvSpPr>
          <p:nvPr>
            <p:ph type="body" sz="quarter" idx="12"/>
          </p:nvPr>
        </p:nvSpPr>
        <p:spPr>
          <a:xfrm>
            <a:off x="420688" y="1020763"/>
            <a:ext cx="11350625" cy="5113337"/>
          </a:xfrm>
        </p:spPr>
        <p:txBody>
          <a:bodyPr/>
          <a:lstStyle>
            <a:lvl1pPr>
              <a:defRPr sz="1000" b="0" i="0">
                <a:latin typeface="Source Sans Pro" panose="020B0503030403020204" pitchFamily="34" charset="0"/>
                <a:ea typeface="Source Sans Pro" panose="020B0503030403020204" pitchFamily="34" charset="0"/>
              </a:defRPr>
            </a:lvl1pPr>
          </a:lstStyle>
          <a:p>
            <a:pPr lvl="0"/>
            <a:endParaRPr lang="de-DE"/>
          </a:p>
        </p:txBody>
      </p:sp>
      <p:sp>
        <p:nvSpPr>
          <p:cNvPr id="9" name="Textfeld 8">
            <a:extLst>
              <a:ext uri="{FF2B5EF4-FFF2-40B4-BE49-F238E27FC236}">
                <a16:creationId xmlns:a16="http://schemas.microsoft.com/office/drawing/2014/main" id="{8F73058B-6C8D-7F31-26AD-7AED69AC6E23}"/>
              </a:ext>
            </a:extLst>
          </p:cNvPr>
          <p:cNvSpPr txBox="1"/>
          <p:nvPr userDrawn="1"/>
        </p:nvSpPr>
        <p:spPr>
          <a:xfrm>
            <a:off x="420688" y="337551"/>
            <a:ext cx="3483980" cy="388800"/>
          </a:xfrm>
          <a:prstGeom prst="rect">
            <a:avLst/>
          </a:prstGeom>
          <a:noFill/>
        </p:spPr>
        <p:txBody>
          <a:bodyPr vert="horz" wrap="square" lIns="0" tIns="0" rIns="0" bIns="0" rtlCol="0" anchor="ctr">
            <a:noAutofit/>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de-DE" sz="1400" b="1" i="0" u="none" strike="noStrike" kern="1200" cap="none" spc="0" normalizeH="0" baseline="0" noProof="0">
                <a:ln>
                  <a:noFill/>
                </a:ln>
                <a:solidFill>
                  <a:srgbClr val="1D1D1F"/>
                </a:solidFill>
                <a:effectLst/>
                <a:uLnTx/>
                <a:uFillTx/>
                <a:latin typeface="Source Sans Pro" panose="020B0503030403020204" pitchFamily="34" charset="0"/>
                <a:ea typeface="Source Sans Pro" panose="020B0503030403020204" pitchFamily="34" charset="0"/>
                <a:cs typeface="+mn-cs"/>
              </a:rPr>
              <a:t>LITERATURVERZEICHNIS</a:t>
            </a:r>
            <a:endParaRPr lang="de-DE" b="1" i="0" noProof="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7184105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_Links">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5" name="Textplatzhalter 2">
            <a:extLst>
              <a:ext uri="{FF2B5EF4-FFF2-40B4-BE49-F238E27FC236}">
                <a16:creationId xmlns:a16="http://schemas.microsoft.com/office/drawing/2014/main" id="{6AD715C1-DFD9-F8A4-F9BE-D55C272AEA1D}"/>
              </a:ext>
            </a:extLst>
          </p:cNvPr>
          <p:cNvSpPr>
            <a:spLocks noGrp="1"/>
          </p:cNvSpPr>
          <p:nvPr>
            <p:ph type="body" sz="quarter" idx="10" hasCustomPrompt="1"/>
          </p:nvPr>
        </p:nvSpPr>
        <p:spPr>
          <a:xfrm>
            <a:off x="420689" y="1020592"/>
            <a:ext cx="5772148" cy="5113508"/>
          </a:xfrm>
        </p:spPr>
        <p:txBody>
          <a:bodyPr/>
          <a:lstStyle>
            <a:lvl1pPr marL="457200" indent="-457200">
              <a:spcBef>
                <a:spcPts val="200"/>
              </a:spcBef>
              <a:buClr>
                <a:schemeClr val="accent5"/>
              </a:buClr>
              <a:buFont typeface="Symbol" pitchFamily="2" charset="2"/>
              <a:buChar char="-"/>
              <a:defRPr>
                <a:latin typeface="Source Sans Pro" panose="020B0503030403020204" pitchFamily="34" charset="0"/>
                <a:ea typeface="Source Sans Pro" panose="020B0503030403020204" pitchFamily="34" charset="0"/>
              </a:defRPr>
            </a:lvl1pPr>
          </a:lstStyle>
          <a:p>
            <a:r>
              <a:rPr lang="de-DE" noProof="0">
                <a:latin typeface="Source Sans Pro" panose="020B0503030403020204" pitchFamily="34" charset="0"/>
                <a:ea typeface="Source Sans Pro" panose="020B0503030403020204" pitchFamily="34" charset="0"/>
              </a:rPr>
              <a:t>Aufzählung oder Fließtext Source Sans Pro Regular, 24 – 32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r>
              <a:rPr lang="de-DE" b="1" noProof="0">
                <a:latin typeface="Source Sans Pro" panose="020B0503030403020204" pitchFamily="34" charset="0"/>
                <a:ea typeface="Source Sans Pro" panose="020B0503030403020204" pitchFamily="34" charset="0"/>
              </a:rPr>
              <a:t>Hervorhebungen Source Sans Pro </a:t>
            </a:r>
            <a:r>
              <a:rPr lang="de-DE" b="1" noProof="0" err="1">
                <a:latin typeface="Source Sans Pro" panose="020B0503030403020204" pitchFamily="34" charset="0"/>
                <a:ea typeface="Source Sans Pro" panose="020B0503030403020204" pitchFamily="34" charset="0"/>
              </a:rPr>
              <a:t>Bold</a:t>
            </a:r>
            <a:r>
              <a:rPr lang="de-DE" b="1" noProof="0">
                <a:latin typeface="Source Sans Pro" panose="020B0503030403020204" pitchFamily="34" charset="0"/>
                <a:ea typeface="Source Sans Pro" panose="020B0503030403020204" pitchFamily="34" charset="0"/>
              </a:rPr>
              <a:t>, 24 - 32 </a:t>
            </a:r>
            <a:r>
              <a:rPr lang="de-DE" b="1"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endParaRPr lang="de-DE" noProof="0"/>
          </a:p>
          <a:p>
            <a:endParaRPr lang="de-DE" noProof="0"/>
          </a:p>
        </p:txBody>
      </p:sp>
      <p:sp>
        <p:nvSpPr>
          <p:cNvPr id="6" name="Inhaltsplatzhalter 3">
            <a:extLst>
              <a:ext uri="{FF2B5EF4-FFF2-40B4-BE49-F238E27FC236}">
                <a16:creationId xmlns:a16="http://schemas.microsoft.com/office/drawing/2014/main" id="{895E6745-4938-A56D-317D-48B4147B6569}"/>
              </a:ext>
            </a:extLst>
          </p:cNvPr>
          <p:cNvSpPr>
            <a:spLocks noGrp="1"/>
          </p:cNvSpPr>
          <p:nvPr>
            <p:ph sz="quarter" idx="17" hasCustomPrompt="1"/>
          </p:nvPr>
        </p:nvSpPr>
        <p:spPr>
          <a:xfrm>
            <a:off x="6419850" y="1363436"/>
            <a:ext cx="5772150" cy="4770664"/>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7" name="Textplatzhalter 5">
            <a:extLst>
              <a:ext uri="{FF2B5EF4-FFF2-40B4-BE49-F238E27FC236}">
                <a16:creationId xmlns:a16="http://schemas.microsoft.com/office/drawing/2014/main" id="{FE03A003-7FFD-4E93-6551-C9B426F9A17C}"/>
              </a:ext>
            </a:extLst>
          </p:cNvPr>
          <p:cNvSpPr>
            <a:spLocks noGrp="1"/>
          </p:cNvSpPr>
          <p:nvPr>
            <p:ph type="body" sz="quarter" idx="21" hasCustomPrompt="1"/>
          </p:nvPr>
        </p:nvSpPr>
        <p:spPr>
          <a:xfrm>
            <a:off x="6419850" y="1020592"/>
            <a:ext cx="5351150"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2" name="Textplatzhalter 2">
            <a:extLst>
              <a:ext uri="{FF2B5EF4-FFF2-40B4-BE49-F238E27FC236}">
                <a16:creationId xmlns:a16="http://schemas.microsoft.com/office/drawing/2014/main" id="{CFA48510-121C-1DC5-5435-3F5AD1C733BA}"/>
              </a:ext>
            </a:extLst>
          </p:cNvPr>
          <p:cNvSpPr>
            <a:spLocks noGrp="1"/>
          </p:cNvSpPr>
          <p:nvPr>
            <p:ph type="body" sz="quarter" idx="22"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3" name="Textfeld 2">
            <a:extLst>
              <a:ext uri="{FF2B5EF4-FFF2-40B4-BE49-F238E27FC236}">
                <a16:creationId xmlns:a16="http://schemas.microsoft.com/office/drawing/2014/main" id="{481BD0BA-EBC4-A9E9-A5E6-E57E90FD8778}"/>
              </a:ext>
            </a:extLst>
          </p:cNvPr>
          <p:cNvSpPr txBox="1"/>
          <p:nvPr userDrawn="1"/>
        </p:nvSpPr>
        <p:spPr>
          <a:xfrm>
            <a:off x="7097486" y="1143000"/>
            <a:ext cx="0" cy="0"/>
          </a:xfrm>
          <a:prstGeom prst="rect">
            <a:avLst/>
          </a:prstGeom>
          <a:noFill/>
        </p:spPr>
        <p:txBody>
          <a:bodyPr vert="horz" wrap="none" lIns="0" tIns="0" rIns="0" bIns="0" rtlCol="0" anchor="ctr">
            <a:noAutofit/>
          </a:bodyPr>
          <a:lstStyle/>
          <a:p>
            <a:pPr marL="0" indent="0" algn="l">
              <a:buFont typeface="Arial" panose="020B0604020202020204" pitchFamily="34" charset="0"/>
              <a:buNone/>
            </a:pPr>
            <a:endParaRPr lang="de-DE" b="1" i="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513820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_Greenscre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499"/>
            <a:ext cx="5342333" cy="318837"/>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5" name="Textplatzhalter 2">
            <a:extLst>
              <a:ext uri="{FF2B5EF4-FFF2-40B4-BE49-F238E27FC236}">
                <a16:creationId xmlns:a16="http://schemas.microsoft.com/office/drawing/2014/main" id="{6AD715C1-DFD9-F8A4-F9BE-D55C272AEA1D}"/>
              </a:ext>
            </a:extLst>
          </p:cNvPr>
          <p:cNvSpPr>
            <a:spLocks noGrp="1"/>
          </p:cNvSpPr>
          <p:nvPr>
            <p:ph type="body" sz="quarter" idx="10" hasCustomPrompt="1"/>
          </p:nvPr>
        </p:nvSpPr>
        <p:spPr>
          <a:xfrm>
            <a:off x="420689" y="1020592"/>
            <a:ext cx="5342437" cy="5113508"/>
          </a:xfrm>
        </p:spPr>
        <p:txBody>
          <a:bodyPr/>
          <a:lstStyle>
            <a:lvl1pPr marL="457200" indent="-457200">
              <a:spcBef>
                <a:spcPts val="200"/>
              </a:spcBef>
              <a:buClr>
                <a:schemeClr val="accent5"/>
              </a:buClr>
              <a:buFont typeface="Symbol" pitchFamily="2" charset="2"/>
              <a:buChar char="-"/>
              <a:defRPr>
                <a:latin typeface="Source Sans Pro" panose="020B0503030403020204" pitchFamily="34" charset="0"/>
                <a:ea typeface="Source Sans Pro" panose="020B0503030403020204" pitchFamily="34" charset="0"/>
              </a:defRPr>
            </a:lvl1pPr>
          </a:lstStyle>
          <a:p>
            <a:r>
              <a:rPr lang="de-DE" noProof="0">
                <a:latin typeface="Source Sans Pro" panose="020B0503030403020204" pitchFamily="34" charset="0"/>
                <a:ea typeface="Source Sans Pro" panose="020B0503030403020204" pitchFamily="34" charset="0"/>
              </a:rPr>
              <a:t>Aufzählung oder Fließtext Source Sans Pro Regular, 24 – 32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r>
              <a:rPr lang="de-DE" b="1" noProof="0">
                <a:latin typeface="Source Sans Pro" panose="020B0503030403020204" pitchFamily="34" charset="0"/>
                <a:ea typeface="Source Sans Pro" panose="020B0503030403020204" pitchFamily="34" charset="0"/>
              </a:rPr>
              <a:t>Hervorhebungen Source Sans Pro </a:t>
            </a:r>
            <a:r>
              <a:rPr lang="de-DE" b="1" noProof="0" err="1">
                <a:latin typeface="Source Sans Pro" panose="020B0503030403020204" pitchFamily="34" charset="0"/>
                <a:ea typeface="Source Sans Pro" panose="020B0503030403020204" pitchFamily="34" charset="0"/>
              </a:rPr>
              <a:t>Bold</a:t>
            </a:r>
            <a:r>
              <a:rPr lang="de-DE" b="1" noProof="0">
                <a:latin typeface="Source Sans Pro" panose="020B0503030403020204" pitchFamily="34" charset="0"/>
                <a:ea typeface="Source Sans Pro" panose="020B0503030403020204" pitchFamily="34" charset="0"/>
              </a:rPr>
              <a:t>, 24 - 32 </a:t>
            </a:r>
            <a:r>
              <a:rPr lang="de-DE" b="1"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endParaRPr lang="de-DE" noProof="0"/>
          </a:p>
          <a:p>
            <a:endParaRPr lang="de-DE" noProof="0"/>
          </a:p>
        </p:txBody>
      </p:sp>
      <p:sp>
        <p:nvSpPr>
          <p:cNvPr id="4" name="Textplatzhalter 2">
            <a:extLst>
              <a:ext uri="{FF2B5EF4-FFF2-40B4-BE49-F238E27FC236}">
                <a16:creationId xmlns:a16="http://schemas.microsoft.com/office/drawing/2014/main" id="{409B7C4A-477B-D43F-E038-A690128A3148}"/>
              </a:ext>
            </a:extLst>
          </p:cNvPr>
          <p:cNvSpPr>
            <a:spLocks noGrp="1"/>
          </p:cNvSpPr>
          <p:nvPr>
            <p:ph type="body" sz="quarter" idx="11" hasCustomPrompt="1"/>
          </p:nvPr>
        </p:nvSpPr>
        <p:spPr>
          <a:xfrm>
            <a:off x="420687" y="337551"/>
            <a:ext cx="5342333"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7462624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ld_Greenscre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5351044"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6" name="Inhaltsplatzhalter 3">
            <a:extLst>
              <a:ext uri="{FF2B5EF4-FFF2-40B4-BE49-F238E27FC236}">
                <a16:creationId xmlns:a16="http://schemas.microsoft.com/office/drawing/2014/main" id="{895E6745-4938-A56D-317D-48B4147B6569}"/>
              </a:ext>
            </a:extLst>
          </p:cNvPr>
          <p:cNvSpPr>
            <a:spLocks noGrp="1"/>
          </p:cNvSpPr>
          <p:nvPr>
            <p:ph sz="quarter" idx="17" hasCustomPrompt="1"/>
          </p:nvPr>
        </p:nvSpPr>
        <p:spPr>
          <a:xfrm>
            <a:off x="420687" y="1363436"/>
            <a:ext cx="5351150" cy="4770664"/>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7" name="Textplatzhalter 5">
            <a:extLst>
              <a:ext uri="{FF2B5EF4-FFF2-40B4-BE49-F238E27FC236}">
                <a16:creationId xmlns:a16="http://schemas.microsoft.com/office/drawing/2014/main" id="{FE03A003-7FFD-4E93-6551-C9B426F9A17C}"/>
              </a:ext>
            </a:extLst>
          </p:cNvPr>
          <p:cNvSpPr>
            <a:spLocks noGrp="1"/>
          </p:cNvSpPr>
          <p:nvPr>
            <p:ph type="body" sz="quarter" idx="21" hasCustomPrompt="1"/>
          </p:nvPr>
        </p:nvSpPr>
        <p:spPr>
          <a:xfrm>
            <a:off x="420687" y="1020592"/>
            <a:ext cx="5351150"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2" name="Textplatzhalter 2">
            <a:extLst>
              <a:ext uri="{FF2B5EF4-FFF2-40B4-BE49-F238E27FC236}">
                <a16:creationId xmlns:a16="http://schemas.microsoft.com/office/drawing/2014/main" id="{CFA48510-121C-1DC5-5435-3F5AD1C733BA}"/>
              </a:ext>
            </a:extLst>
          </p:cNvPr>
          <p:cNvSpPr>
            <a:spLocks noGrp="1"/>
          </p:cNvSpPr>
          <p:nvPr>
            <p:ph type="body" sz="quarter" idx="22" hasCustomPrompt="1"/>
          </p:nvPr>
        </p:nvSpPr>
        <p:spPr>
          <a:xfrm>
            <a:off x="420687" y="337551"/>
            <a:ext cx="5351150"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3" name="Rechteck 2">
            <a:extLst>
              <a:ext uri="{FF2B5EF4-FFF2-40B4-BE49-F238E27FC236}">
                <a16:creationId xmlns:a16="http://schemas.microsoft.com/office/drawing/2014/main" id="{E79474A8-F77E-1229-4A6B-D3EE621DC98A}"/>
              </a:ext>
            </a:extLst>
          </p:cNvPr>
          <p:cNvSpPr/>
          <p:nvPr userDrawn="1"/>
        </p:nvSpPr>
        <p:spPr>
          <a:xfrm>
            <a:off x="6095687" y="0"/>
            <a:ext cx="6096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621280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Zwei_Bilder_Greenscre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5380704"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a:t>Quelle Text: Autorennachname, JJJJ, S. 123.</a:t>
            </a:r>
            <a:br>
              <a:rPr lang="de-DE"/>
            </a:br>
            <a:r>
              <a:rPr lang="de-DE"/>
              <a:t>Quelle </a:t>
            </a:r>
            <a:r>
              <a:rPr lang="de-DE" noProof="0"/>
              <a:t>Abbildung</a:t>
            </a:r>
            <a:r>
              <a:rPr lang="de-DE"/>
              <a:t>: Autorennachname, JJJJ.</a:t>
            </a:r>
            <a:endParaRPr lang="de-DE" sz="800"/>
          </a:p>
        </p:txBody>
      </p:sp>
      <p:sp>
        <p:nvSpPr>
          <p:cNvPr id="28" name="Inhaltsplatzhalter 5">
            <a:extLst>
              <a:ext uri="{FF2B5EF4-FFF2-40B4-BE49-F238E27FC236}">
                <a16:creationId xmlns:a16="http://schemas.microsoft.com/office/drawing/2014/main" id="{6DD2515F-823D-B9C5-0127-569F3FDCC7C3}"/>
              </a:ext>
            </a:extLst>
          </p:cNvPr>
          <p:cNvSpPr>
            <a:spLocks noGrp="1"/>
          </p:cNvSpPr>
          <p:nvPr>
            <p:ph sz="quarter" idx="21" hasCustomPrompt="1"/>
          </p:nvPr>
        </p:nvSpPr>
        <p:spPr>
          <a:xfrm>
            <a:off x="420687" y="1329585"/>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29" name="Textplatzhalter 8">
            <a:extLst>
              <a:ext uri="{FF2B5EF4-FFF2-40B4-BE49-F238E27FC236}">
                <a16:creationId xmlns:a16="http://schemas.microsoft.com/office/drawing/2014/main" id="{7B6B3BEA-CAE6-E795-B307-D0B7FF5C7B13}"/>
              </a:ext>
            </a:extLst>
          </p:cNvPr>
          <p:cNvSpPr>
            <a:spLocks noGrp="1"/>
          </p:cNvSpPr>
          <p:nvPr>
            <p:ph type="body" sz="quarter" idx="22" hasCustomPrompt="1"/>
          </p:nvPr>
        </p:nvSpPr>
        <p:spPr>
          <a:xfrm>
            <a:off x="420687" y="986741"/>
            <a:ext cx="3386138"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30" name="Inhaltsplatzhalter 9">
            <a:extLst>
              <a:ext uri="{FF2B5EF4-FFF2-40B4-BE49-F238E27FC236}">
                <a16:creationId xmlns:a16="http://schemas.microsoft.com/office/drawing/2014/main" id="{823ED5C8-267C-F15D-5CB8-A09D07ACD0D1}"/>
              </a:ext>
            </a:extLst>
          </p:cNvPr>
          <p:cNvSpPr>
            <a:spLocks noGrp="1"/>
          </p:cNvSpPr>
          <p:nvPr>
            <p:ph sz="quarter" idx="23" hasCustomPrompt="1"/>
          </p:nvPr>
        </p:nvSpPr>
        <p:spPr>
          <a:xfrm>
            <a:off x="420687" y="4034856"/>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31" name="Textplatzhalter 10">
            <a:extLst>
              <a:ext uri="{FF2B5EF4-FFF2-40B4-BE49-F238E27FC236}">
                <a16:creationId xmlns:a16="http://schemas.microsoft.com/office/drawing/2014/main" id="{2F837B84-8C2C-853F-0A5B-CB7701E4956A}"/>
              </a:ext>
            </a:extLst>
          </p:cNvPr>
          <p:cNvSpPr>
            <a:spLocks noGrp="1"/>
          </p:cNvSpPr>
          <p:nvPr>
            <p:ph type="body" sz="quarter" idx="24" hasCustomPrompt="1"/>
          </p:nvPr>
        </p:nvSpPr>
        <p:spPr>
          <a:xfrm>
            <a:off x="420687" y="3692012"/>
            <a:ext cx="3386138"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2" name="Textplatzhalter 2">
            <a:extLst>
              <a:ext uri="{FF2B5EF4-FFF2-40B4-BE49-F238E27FC236}">
                <a16:creationId xmlns:a16="http://schemas.microsoft.com/office/drawing/2014/main" id="{0B379B73-8A55-04C2-552F-2589C049E929}"/>
              </a:ext>
            </a:extLst>
          </p:cNvPr>
          <p:cNvSpPr>
            <a:spLocks noGrp="1"/>
          </p:cNvSpPr>
          <p:nvPr>
            <p:ph type="body" sz="quarter" idx="10" hasCustomPrompt="1"/>
          </p:nvPr>
        </p:nvSpPr>
        <p:spPr>
          <a:xfrm>
            <a:off x="420687" y="337551"/>
            <a:ext cx="5380810"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3" name="Rechteck 2">
            <a:extLst>
              <a:ext uri="{FF2B5EF4-FFF2-40B4-BE49-F238E27FC236}">
                <a16:creationId xmlns:a16="http://schemas.microsoft.com/office/drawing/2014/main" id="{98CD34C1-F1CA-7AE3-AAD9-D1F144CD3A8E}"/>
              </a:ext>
            </a:extLst>
          </p:cNvPr>
          <p:cNvSpPr/>
          <p:nvPr userDrawn="1"/>
        </p:nvSpPr>
        <p:spPr>
          <a:xfrm>
            <a:off x="6095687" y="0"/>
            <a:ext cx="6096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0857823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_Bild_Greenscre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5380704"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28" name="Inhaltsplatzhalter 5">
            <a:extLst>
              <a:ext uri="{FF2B5EF4-FFF2-40B4-BE49-F238E27FC236}">
                <a16:creationId xmlns:a16="http://schemas.microsoft.com/office/drawing/2014/main" id="{6DD2515F-823D-B9C5-0127-569F3FDCC7C3}"/>
              </a:ext>
            </a:extLst>
          </p:cNvPr>
          <p:cNvSpPr>
            <a:spLocks noGrp="1"/>
          </p:cNvSpPr>
          <p:nvPr>
            <p:ph sz="quarter" idx="21" hasCustomPrompt="1"/>
          </p:nvPr>
        </p:nvSpPr>
        <p:spPr>
          <a:xfrm>
            <a:off x="420687" y="1329585"/>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29" name="Textplatzhalter 8">
            <a:extLst>
              <a:ext uri="{FF2B5EF4-FFF2-40B4-BE49-F238E27FC236}">
                <a16:creationId xmlns:a16="http://schemas.microsoft.com/office/drawing/2014/main" id="{7B6B3BEA-CAE6-E795-B307-D0B7FF5C7B13}"/>
              </a:ext>
            </a:extLst>
          </p:cNvPr>
          <p:cNvSpPr>
            <a:spLocks noGrp="1"/>
          </p:cNvSpPr>
          <p:nvPr>
            <p:ph type="body" sz="quarter" idx="22" hasCustomPrompt="1"/>
          </p:nvPr>
        </p:nvSpPr>
        <p:spPr>
          <a:xfrm>
            <a:off x="420687" y="986741"/>
            <a:ext cx="3386138"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2" name="Textplatzhalter 2">
            <a:extLst>
              <a:ext uri="{FF2B5EF4-FFF2-40B4-BE49-F238E27FC236}">
                <a16:creationId xmlns:a16="http://schemas.microsoft.com/office/drawing/2014/main" id="{0B379B73-8A55-04C2-552F-2589C049E929}"/>
              </a:ext>
            </a:extLst>
          </p:cNvPr>
          <p:cNvSpPr>
            <a:spLocks noGrp="1"/>
          </p:cNvSpPr>
          <p:nvPr>
            <p:ph type="body" sz="quarter" idx="10" hasCustomPrompt="1"/>
          </p:nvPr>
        </p:nvSpPr>
        <p:spPr>
          <a:xfrm>
            <a:off x="420687" y="337551"/>
            <a:ext cx="5380810"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3" name="Rechteck 2">
            <a:extLst>
              <a:ext uri="{FF2B5EF4-FFF2-40B4-BE49-F238E27FC236}">
                <a16:creationId xmlns:a16="http://schemas.microsoft.com/office/drawing/2014/main" id="{98CD34C1-F1CA-7AE3-AAD9-D1F144CD3A8E}"/>
              </a:ext>
            </a:extLst>
          </p:cNvPr>
          <p:cNvSpPr/>
          <p:nvPr userDrawn="1"/>
        </p:nvSpPr>
        <p:spPr>
          <a:xfrm>
            <a:off x="6095687" y="0"/>
            <a:ext cx="6096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platzhalter 2">
            <a:extLst>
              <a:ext uri="{FF2B5EF4-FFF2-40B4-BE49-F238E27FC236}">
                <a16:creationId xmlns:a16="http://schemas.microsoft.com/office/drawing/2014/main" id="{6CB3AF1B-6405-8BF8-F8E1-570230109937}"/>
              </a:ext>
            </a:extLst>
          </p:cNvPr>
          <p:cNvSpPr>
            <a:spLocks noGrp="1"/>
          </p:cNvSpPr>
          <p:nvPr>
            <p:ph type="body" sz="quarter" idx="25" hasCustomPrompt="1"/>
          </p:nvPr>
        </p:nvSpPr>
        <p:spPr>
          <a:xfrm>
            <a:off x="420687" y="3692012"/>
            <a:ext cx="5380704" cy="2442088"/>
          </a:xfrm>
        </p:spPr>
        <p:txBody>
          <a:bodyPr/>
          <a:lstStyle>
            <a:lvl1pPr marL="457200" indent="-457200">
              <a:spcBef>
                <a:spcPts val="200"/>
              </a:spcBef>
              <a:buClr>
                <a:schemeClr val="accent5"/>
              </a:buClr>
              <a:buFont typeface="Symbol" pitchFamily="2" charset="2"/>
              <a:buChar char="-"/>
              <a:defRPr sz="2400">
                <a:latin typeface="Source Sans Pro" panose="020B0503030403020204" pitchFamily="34" charset="0"/>
                <a:ea typeface="Source Sans Pro" panose="020B0503030403020204" pitchFamily="34" charset="0"/>
              </a:defRPr>
            </a:lvl1pPr>
          </a:lstStyle>
          <a:p>
            <a:r>
              <a:rPr lang="de-DE" noProof="0">
                <a:latin typeface="Source Sans Pro" panose="020B0503030403020204" pitchFamily="34" charset="0"/>
                <a:ea typeface="Source Sans Pro" panose="020B0503030403020204" pitchFamily="34" charset="0"/>
              </a:rPr>
              <a:t>Aufzählung oder Fließtext Source Sans Pro Regular, 24 – 32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r>
              <a:rPr lang="de-DE" b="1" noProof="0">
                <a:latin typeface="Source Sans Pro" panose="020B0503030403020204" pitchFamily="34" charset="0"/>
                <a:ea typeface="Source Sans Pro" panose="020B0503030403020204" pitchFamily="34" charset="0"/>
              </a:rPr>
              <a:t>Hervorhebungen Source Sans Pro </a:t>
            </a:r>
            <a:r>
              <a:rPr lang="de-DE" b="1" noProof="0" err="1">
                <a:latin typeface="Source Sans Pro" panose="020B0503030403020204" pitchFamily="34" charset="0"/>
                <a:ea typeface="Source Sans Pro" panose="020B0503030403020204" pitchFamily="34" charset="0"/>
              </a:rPr>
              <a:t>Bold</a:t>
            </a:r>
            <a:r>
              <a:rPr lang="de-DE" b="1" noProof="0">
                <a:latin typeface="Source Sans Pro" panose="020B0503030403020204" pitchFamily="34" charset="0"/>
                <a:ea typeface="Source Sans Pro" panose="020B0503030403020204" pitchFamily="34" charset="0"/>
              </a:rPr>
              <a:t>, 24 - 32 </a:t>
            </a:r>
            <a:r>
              <a:rPr lang="de-DE" b="1"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endParaRPr lang="de-DE" noProof="0"/>
          </a:p>
          <a:p>
            <a:endParaRPr lang="de-DE" noProof="0"/>
          </a:p>
        </p:txBody>
      </p:sp>
    </p:spTree>
    <p:extLst>
      <p:ext uri="{BB962C8B-B14F-4D97-AF65-F5344CB8AC3E}">
        <p14:creationId xmlns:p14="http://schemas.microsoft.com/office/powerpoint/2010/main" val="22140166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eer_Greenscre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5380704"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a:t>Quelle Text: Autorennachname, JJJJ, S. 123.</a:t>
            </a:r>
            <a:br>
              <a:rPr lang="de-DE"/>
            </a:br>
            <a:r>
              <a:rPr lang="de-DE" noProof="0"/>
              <a:t>Quelle</a:t>
            </a:r>
            <a:r>
              <a:rPr lang="de-DE"/>
              <a:t> Abbildung: Autorennachname, JJJJ.</a:t>
            </a:r>
            <a:endParaRPr lang="de-DE" sz="800"/>
          </a:p>
        </p:txBody>
      </p:sp>
      <p:sp>
        <p:nvSpPr>
          <p:cNvPr id="2" name="Textplatzhalter 2">
            <a:extLst>
              <a:ext uri="{FF2B5EF4-FFF2-40B4-BE49-F238E27FC236}">
                <a16:creationId xmlns:a16="http://schemas.microsoft.com/office/drawing/2014/main" id="{0B379B73-8A55-04C2-552F-2589C049E929}"/>
              </a:ext>
            </a:extLst>
          </p:cNvPr>
          <p:cNvSpPr>
            <a:spLocks noGrp="1"/>
          </p:cNvSpPr>
          <p:nvPr>
            <p:ph type="body" sz="quarter" idx="10" hasCustomPrompt="1"/>
          </p:nvPr>
        </p:nvSpPr>
        <p:spPr>
          <a:xfrm>
            <a:off x="420687" y="337551"/>
            <a:ext cx="5380810"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3" name="Rechteck 2">
            <a:extLst>
              <a:ext uri="{FF2B5EF4-FFF2-40B4-BE49-F238E27FC236}">
                <a16:creationId xmlns:a16="http://schemas.microsoft.com/office/drawing/2014/main" id="{98CD34C1-F1CA-7AE3-AAD9-D1F144CD3A8E}"/>
              </a:ext>
            </a:extLst>
          </p:cNvPr>
          <p:cNvSpPr/>
          <p:nvPr userDrawn="1"/>
        </p:nvSpPr>
        <p:spPr>
          <a:xfrm>
            <a:off x="6095687" y="0"/>
            <a:ext cx="6096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8993614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yramide_Greenscre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5380704"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2" name="Textplatzhalter 2">
            <a:extLst>
              <a:ext uri="{FF2B5EF4-FFF2-40B4-BE49-F238E27FC236}">
                <a16:creationId xmlns:a16="http://schemas.microsoft.com/office/drawing/2014/main" id="{0B379B73-8A55-04C2-552F-2589C049E929}"/>
              </a:ext>
            </a:extLst>
          </p:cNvPr>
          <p:cNvSpPr>
            <a:spLocks noGrp="1"/>
          </p:cNvSpPr>
          <p:nvPr>
            <p:ph type="body" sz="quarter" idx="10" hasCustomPrompt="1"/>
          </p:nvPr>
        </p:nvSpPr>
        <p:spPr>
          <a:xfrm>
            <a:off x="420687" y="337551"/>
            <a:ext cx="5380810"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3" name="Rechteck 2">
            <a:extLst>
              <a:ext uri="{FF2B5EF4-FFF2-40B4-BE49-F238E27FC236}">
                <a16:creationId xmlns:a16="http://schemas.microsoft.com/office/drawing/2014/main" id="{98CD34C1-F1CA-7AE3-AAD9-D1F144CD3A8E}"/>
              </a:ext>
            </a:extLst>
          </p:cNvPr>
          <p:cNvSpPr/>
          <p:nvPr userDrawn="1"/>
        </p:nvSpPr>
        <p:spPr>
          <a:xfrm>
            <a:off x="6095687" y="0"/>
            <a:ext cx="6096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Freihandform 12">
            <a:extLst>
              <a:ext uri="{FF2B5EF4-FFF2-40B4-BE49-F238E27FC236}">
                <a16:creationId xmlns:a16="http://schemas.microsoft.com/office/drawing/2014/main" id="{583A27FF-5350-ECF8-2159-6E6A6BF8835A}"/>
              </a:ext>
            </a:extLst>
          </p:cNvPr>
          <p:cNvSpPr/>
          <p:nvPr userDrawn="1"/>
        </p:nvSpPr>
        <p:spPr>
          <a:xfrm>
            <a:off x="2648746" y="1074615"/>
            <a:ext cx="924689" cy="829248"/>
          </a:xfrm>
          <a:custGeom>
            <a:avLst/>
            <a:gdLst>
              <a:gd name="connsiteX0" fmla="*/ 0 w 1035646"/>
              <a:gd name="connsiteY0" fmla="*/ 714209 h 714209"/>
              <a:gd name="connsiteX1" fmla="*/ 517823 w 1035646"/>
              <a:gd name="connsiteY1" fmla="*/ 0 h 714209"/>
              <a:gd name="connsiteX2" fmla="*/ 517823 w 1035646"/>
              <a:gd name="connsiteY2" fmla="*/ 0 h 714209"/>
              <a:gd name="connsiteX3" fmla="*/ 1035646 w 1035646"/>
              <a:gd name="connsiteY3" fmla="*/ 714209 h 714209"/>
              <a:gd name="connsiteX4" fmla="*/ 0 w 1035646"/>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646" h="714209">
                <a:moveTo>
                  <a:pt x="0" y="714209"/>
                </a:moveTo>
                <a:lnTo>
                  <a:pt x="517823" y="0"/>
                </a:lnTo>
                <a:lnTo>
                  <a:pt x="517823" y="0"/>
                </a:lnTo>
                <a:lnTo>
                  <a:pt x="1035646" y="714209"/>
                </a:lnTo>
                <a:lnTo>
                  <a:pt x="0" y="714209"/>
                </a:lnTo>
                <a:close/>
              </a:path>
            </a:pathLst>
          </a:custGeom>
          <a:solidFill>
            <a:schemeClr val="accent3"/>
          </a:solidFill>
        </p:spPr>
        <p:style>
          <a:lnRef idx="2">
            <a:schemeClr val="lt1">
              <a:hueOff val="0"/>
              <a:satOff val="0"/>
              <a:lumOff val="0"/>
              <a:alphaOff val="0"/>
            </a:schemeClr>
          </a:lnRef>
          <a:fillRef idx="1">
            <a:scrgbClr r="0" g="0" b="0"/>
          </a:fillRef>
          <a:effectRef idx="0">
            <a:schemeClr val="accent1">
              <a:alpha val="90000"/>
              <a:hueOff val="0"/>
              <a:satOff val="0"/>
              <a:lumOff val="0"/>
              <a:alphaOff val="0"/>
            </a:schemeClr>
          </a:effectRef>
          <a:fontRef idx="minor">
            <a:schemeClr val="lt1"/>
          </a:fontRef>
        </p:style>
        <p:txBody>
          <a:bodyPr spcFirstLastPara="0" vert="horz" wrap="square" lIns="13970" tIns="13970" rIns="13970" bIns="13970" numCol="1" spcCol="1270" anchor="ctr" anchorCtr="0">
            <a:normAutofit/>
          </a:bodyPr>
          <a:lstStyle/>
          <a:p>
            <a:pPr lvl="0" algn="ctr" defTabSz="488950">
              <a:lnSpc>
                <a:spcPct val="90000"/>
              </a:lnSpc>
              <a:spcBef>
                <a:spcPct val="0"/>
              </a:spcBef>
              <a:spcAft>
                <a:spcPct val="35000"/>
              </a:spcAft>
            </a:pPr>
            <a:endParaRPr lang="de-DE" sz="1700" kern="12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4" name="Freihandform 13">
            <a:extLst>
              <a:ext uri="{FF2B5EF4-FFF2-40B4-BE49-F238E27FC236}">
                <a16:creationId xmlns:a16="http://schemas.microsoft.com/office/drawing/2014/main" id="{1C97CA0C-CD2E-7EC4-82FA-76ED71BE3F05}"/>
              </a:ext>
            </a:extLst>
          </p:cNvPr>
          <p:cNvSpPr/>
          <p:nvPr userDrawn="1"/>
        </p:nvSpPr>
        <p:spPr>
          <a:xfrm>
            <a:off x="2128117" y="2006220"/>
            <a:ext cx="1965949" cy="934872"/>
          </a:xfrm>
          <a:custGeom>
            <a:avLst/>
            <a:gdLst>
              <a:gd name="connsiteX0" fmla="*/ 0 w 2071292"/>
              <a:gd name="connsiteY0" fmla="*/ 714209 h 714209"/>
              <a:gd name="connsiteX1" fmla="*/ 517823 w 2071292"/>
              <a:gd name="connsiteY1" fmla="*/ 0 h 714209"/>
              <a:gd name="connsiteX2" fmla="*/ 1553469 w 2071292"/>
              <a:gd name="connsiteY2" fmla="*/ 0 h 714209"/>
              <a:gd name="connsiteX3" fmla="*/ 2071292 w 2071292"/>
              <a:gd name="connsiteY3" fmla="*/ 714209 h 714209"/>
              <a:gd name="connsiteX4" fmla="*/ 0 w 2071292"/>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1292" h="714209">
                <a:moveTo>
                  <a:pt x="0" y="714209"/>
                </a:moveTo>
                <a:lnTo>
                  <a:pt x="517823" y="0"/>
                </a:lnTo>
                <a:lnTo>
                  <a:pt x="1553469" y="0"/>
                </a:lnTo>
                <a:lnTo>
                  <a:pt x="2071292" y="714209"/>
                </a:lnTo>
                <a:lnTo>
                  <a:pt x="0" y="714209"/>
                </a:lnTo>
                <a:close/>
              </a:path>
            </a:pathLst>
          </a:custGeom>
          <a:solidFill>
            <a:schemeClr val="accent2"/>
          </a:solidFill>
        </p:spPr>
        <p:style>
          <a:lnRef idx="2">
            <a:schemeClr val="lt1">
              <a:hueOff val="0"/>
              <a:satOff val="0"/>
              <a:lumOff val="0"/>
              <a:alphaOff val="0"/>
            </a:schemeClr>
          </a:lnRef>
          <a:fillRef idx="1">
            <a:scrgbClr r="0" g="0" b="0"/>
          </a:fillRef>
          <a:effectRef idx="0">
            <a:schemeClr val="accent1">
              <a:alpha val="90000"/>
              <a:hueOff val="0"/>
              <a:satOff val="0"/>
              <a:lumOff val="0"/>
              <a:alphaOff val="-10000"/>
            </a:schemeClr>
          </a:effectRef>
          <a:fontRef idx="minor">
            <a:schemeClr val="lt1"/>
          </a:fontRef>
        </p:style>
        <p:txBody>
          <a:bodyPr spcFirstLastPara="0" vert="horz" wrap="square" lIns="376446" tIns="13970" rIns="376447" bIns="13970" numCol="1" spcCol="1270" anchor="ctr" anchorCtr="0">
            <a:noAutofit/>
          </a:bodyPr>
          <a:lstStyle/>
          <a:p>
            <a:pPr lvl="0" algn="ctr" defTabSz="488950">
              <a:lnSpc>
                <a:spcPct val="90000"/>
              </a:lnSpc>
              <a:spcBef>
                <a:spcPct val="0"/>
              </a:spcBef>
              <a:spcAft>
                <a:spcPct val="35000"/>
              </a:spcAft>
            </a:pPr>
            <a:endParaRPr lang="de-DE" sz="1700" kern="12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5" name="Freihandform 14">
            <a:extLst>
              <a:ext uri="{FF2B5EF4-FFF2-40B4-BE49-F238E27FC236}">
                <a16:creationId xmlns:a16="http://schemas.microsoft.com/office/drawing/2014/main" id="{0EA07E66-D08F-B663-88B0-5485C347DEF2}"/>
              </a:ext>
            </a:extLst>
          </p:cNvPr>
          <p:cNvSpPr/>
          <p:nvPr userDrawn="1"/>
        </p:nvSpPr>
        <p:spPr>
          <a:xfrm>
            <a:off x="1579036" y="3043449"/>
            <a:ext cx="3081087" cy="928049"/>
          </a:xfrm>
          <a:custGeom>
            <a:avLst/>
            <a:gdLst>
              <a:gd name="connsiteX0" fmla="*/ 0 w 3106938"/>
              <a:gd name="connsiteY0" fmla="*/ 714209 h 714209"/>
              <a:gd name="connsiteX1" fmla="*/ 517823 w 3106938"/>
              <a:gd name="connsiteY1" fmla="*/ 0 h 714209"/>
              <a:gd name="connsiteX2" fmla="*/ 2589115 w 3106938"/>
              <a:gd name="connsiteY2" fmla="*/ 0 h 714209"/>
              <a:gd name="connsiteX3" fmla="*/ 3106938 w 3106938"/>
              <a:gd name="connsiteY3" fmla="*/ 714209 h 714209"/>
              <a:gd name="connsiteX4" fmla="*/ 0 w 3106938"/>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938" h="714209">
                <a:moveTo>
                  <a:pt x="0" y="714209"/>
                </a:moveTo>
                <a:lnTo>
                  <a:pt x="517823" y="0"/>
                </a:lnTo>
                <a:lnTo>
                  <a:pt x="2589115" y="0"/>
                </a:lnTo>
                <a:lnTo>
                  <a:pt x="3106938" y="714209"/>
                </a:lnTo>
                <a:lnTo>
                  <a:pt x="0" y="714209"/>
                </a:lnTo>
                <a:close/>
              </a:path>
            </a:pathLst>
          </a:custGeom>
          <a:solidFill>
            <a:schemeClr val="accent1"/>
          </a:solidFill>
        </p:spPr>
        <p:style>
          <a:lnRef idx="2">
            <a:schemeClr val="lt1">
              <a:hueOff val="0"/>
              <a:satOff val="0"/>
              <a:lumOff val="0"/>
              <a:alphaOff val="0"/>
            </a:schemeClr>
          </a:lnRef>
          <a:fillRef idx="1">
            <a:scrgbClr r="0" g="0" b="0"/>
          </a:fillRef>
          <a:effectRef idx="0">
            <a:schemeClr val="accent1">
              <a:alpha val="90000"/>
              <a:hueOff val="0"/>
              <a:satOff val="0"/>
              <a:lumOff val="0"/>
              <a:alphaOff val="-20000"/>
            </a:schemeClr>
          </a:effectRef>
          <a:fontRef idx="minor">
            <a:schemeClr val="lt1"/>
          </a:fontRef>
        </p:style>
        <p:txBody>
          <a:bodyPr spcFirstLastPara="0" vert="horz" wrap="square" lIns="557684" tIns="13970" rIns="557685" bIns="13970" numCol="1" spcCol="1270" anchor="ctr" anchorCtr="0">
            <a:noAutofit/>
          </a:bodyPr>
          <a:lstStyle/>
          <a:p>
            <a:pPr lvl="0" algn="ctr" defTabSz="488950">
              <a:lnSpc>
                <a:spcPct val="90000"/>
              </a:lnSpc>
              <a:spcBef>
                <a:spcPct val="0"/>
              </a:spcBef>
              <a:spcAft>
                <a:spcPct val="35000"/>
              </a:spcAft>
            </a:pPr>
            <a:endParaRPr lang="de-DE" sz="1700" kern="12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6" name="Freihandform 15">
            <a:extLst>
              <a:ext uri="{FF2B5EF4-FFF2-40B4-BE49-F238E27FC236}">
                <a16:creationId xmlns:a16="http://schemas.microsoft.com/office/drawing/2014/main" id="{E30EE489-3A16-CA84-4A2A-D040AEBFCFDD}"/>
              </a:ext>
            </a:extLst>
          </p:cNvPr>
          <p:cNvSpPr/>
          <p:nvPr userDrawn="1"/>
        </p:nvSpPr>
        <p:spPr>
          <a:xfrm>
            <a:off x="1016083" y="4073855"/>
            <a:ext cx="4206995" cy="948520"/>
          </a:xfrm>
          <a:custGeom>
            <a:avLst/>
            <a:gdLst>
              <a:gd name="connsiteX0" fmla="*/ 0 w 4142584"/>
              <a:gd name="connsiteY0" fmla="*/ 714209 h 714209"/>
              <a:gd name="connsiteX1" fmla="*/ 517823 w 4142584"/>
              <a:gd name="connsiteY1" fmla="*/ 0 h 714209"/>
              <a:gd name="connsiteX2" fmla="*/ 3624761 w 4142584"/>
              <a:gd name="connsiteY2" fmla="*/ 0 h 714209"/>
              <a:gd name="connsiteX3" fmla="*/ 4142584 w 4142584"/>
              <a:gd name="connsiteY3" fmla="*/ 714209 h 714209"/>
              <a:gd name="connsiteX4" fmla="*/ 0 w 4142584"/>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2584" h="714209">
                <a:moveTo>
                  <a:pt x="0" y="714209"/>
                </a:moveTo>
                <a:lnTo>
                  <a:pt x="517823" y="0"/>
                </a:lnTo>
                <a:lnTo>
                  <a:pt x="3624761" y="0"/>
                </a:lnTo>
                <a:lnTo>
                  <a:pt x="4142584" y="714209"/>
                </a:lnTo>
                <a:lnTo>
                  <a:pt x="0" y="714209"/>
                </a:lnTo>
                <a:close/>
              </a:path>
            </a:pathLst>
          </a:custGeom>
          <a:solidFill>
            <a:schemeClr val="accent6"/>
          </a:solidFill>
        </p:spPr>
        <p:style>
          <a:lnRef idx="2">
            <a:schemeClr val="lt1">
              <a:hueOff val="0"/>
              <a:satOff val="0"/>
              <a:lumOff val="0"/>
              <a:alphaOff val="0"/>
            </a:schemeClr>
          </a:lnRef>
          <a:fillRef idx="1">
            <a:scrgbClr r="0" g="0" b="0"/>
          </a:fillRef>
          <a:effectRef idx="0">
            <a:schemeClr val="accent1">
              <a:alpha val="90000"/>
              <a:hueOff val="0"/>
              <a:satOff val="0"/>
              <a:lumOff val="0"/>
              <a:alphaOff val="-30000"/>
            </a:schemeClr>
          </a:effectRef>
          <a:fontRef idx="minor">
            <a:schemeClr val="lt1"/>
          </a:fontRef>
        </p:style>
        <p:txBody>
          <a:bodyPr spcFirstLastPara="0" vert="horz" wrap="square" lIns="738922" tIns="13970" rIns="738923" bIns="13970" numCol="1" spcCol="1270" anchor="ctr" anchorCtr="0">
            <a:noAutofit/>
          </a:bodyPr>
          <a:lstStyle/>
          <a:p>
            <a:pPr algn="ctr" defTabSz="48895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7" name="Freihandform 16">
            <a:extLst>
              <a:ext uri="{FF2B5EF4-FFF2-40B4-BE49-F238E27FC236}">
                <a16:creationId xmlns:a16="http://schemas.microsoft.com/office/drawing/2014/main" id="{0F91192C-0781-9AEA-E80F-4C64DB89D5AE}"/>
              </a:ext>
            </a:extLst>
          </p:cNvPr>
          <p:cNvSpPr/>
          <p:nvPr userDrawn="1"/>
        </p:nvSpPr>
        <p:spPr>
          <a:xfrm>
            <a:off x="429229" y="5124734"/>
            <a:ext cx="5380704" cy="934872"/>
          </a:xfrm>
          <a:custGeom>
            <a:avLst/>
            <a:gdLst>
              <a:gd name="connsiteX0" fmla="*/ 0 w 5178230"/>
              <a:gd name="connsiteY0" fmla="*/ 714209 h 714209"/>
              <a:gd name="connsiteX1" fmla="*/ 517823 w 5178230"/>
              <a:gd name="connsiteY1" fmla="*/ 0 h 714209"/>
              <a:gd name="connsiteX2" fmla="*/ 4660407 w 5178230"/>
              <a:gd name="connsiteY2" fmla="*/ 0 h 714209"/>
              <a:gd name="connsiteX3" fmla="*/ 5178230 w 5178230"/>
              <a:gd name="connsiteY3" fmla="*/ 714209 h 714209"/>
              <a:gd name="connsiteX4" fmla="*/ 0 w 5178230"/>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8230" h="714209">
                <a:moveTo>
                  <a:pt x="0" y="714209"/>
                </a:moveTo>
                <a:lnTo>
                  <a:pt x="517823" y="0"/>
                </a:lnTo>
                <a:lnTo>
                  <a:pt x="4660407" y="0"/>
                </a:lnTo>
                <a:lnTo>
                  <a:pt x="5178230" y="714209"/>
                </a:lnTo>
                <a:lnTo>
                  <a:pt x="0" y="714209"/>
                </a:lnTo>
                <a:close/>
              </a:path>
            </a:pathLst>
          </a:custGeom>
          <a:solidFill>
            <a:schemeClr val="accent5"/>
          </a:solidFill>
        </p:spPr>
        <p:style>
          <a:lnRef idx="2">
            <a:schemeClr val="lt1">
              <a:hueOff val="0"/>
              <a:satOff val="0"/>
              <a:lumOff val="0"/>
              <a:alphaOff val="0"/>
            </a:schemeClr>
          </a:lnRef>
          <a:fillRef idx="1">
            <a:scrgbClr r="0" g="0" b="0"/>
          </a:fillRef>
          <a:effectRef idx="0">
            <a:schemeClr val="accent1">
              <a:alpha val="90000"/>
              <a:hueOff val="0"/>
              <a:satOff val="0"/>
              <a:lumOff val="0"/>
              <a:alphaOff val="-40000"/>
            </a:schemeClr>
          </a:effectRef>
          <a:fontRef idx="minor">
            <a:schemeClr val="lt1"/>
          </a:fontRef>
        </p:style>
        <p:txBody>
          <a:bodyPr spcFirstLastPara="0" vert="horz" wrap="square" lIns="920160" tIns="13970" rIns="920161" bIns="13970" numCol="1" spcCol="1270" anchor="ctr" anchorCtr="0">
            <a:noAutofit/>
          </a:bodyPr>
          <a:lstStyle/>
          <a:p>
            <a:pPr lvl="0" algn="ctr" defTabSz="488950">
              <a:lnSpc>
                <a:spcPct val="90000"/>
              </a:lnSpc>
              <a:spcBef>
                <a:spcPct val="0"/>
              </a:spcBef>
              <a:spcAft>
                <a:spcPct val="35000"/>
              </a:spcAft>
            </a:pPr>
            <a:endParaRPr lang="de-DE" sz="1700" kern="1200">
              <a:solidFill>
                <a:schemeClr val="bg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8" name="Textplatzhalter 10">
            <a:extLst>
              <a:ext uri="{FF2B5EF4-FFF2-40B4-BE49-F238E27FC236}">
                <a16:creationId xmlns:a16="http://schemas.microsoft.com/office/drawing/2014/main" id="{89A5DAB6-E550-DB86-83DA-54E06860F813}"/>
              </a:ext>
            </a:extLst>
          </p:cNvPr>
          <p:cNvSpPr>
            <a:spLocks noGrp="1"/>
          </p:cNvSpPr>
          <p:nvPr>
            <p:ph type="body" sz="quarter" idx="11" hasCustomPrompt="1"/>
          </p:nvPr>
        </p:nvSpPr>
        <p:spPr>
          <a:xfrm>
            <a:off x="2648745" y="2006218"/>
            <a:ext cx="924689" cy="927673"/>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p:txBody>
      </p:sp>
      <p:sp>
        <p:nvSpPr>
          <p:cNvPr id="19" name="Textplatzhalter 10">
            <a:extLst>
              <a:ext uri="{FF2B5EF4-FFF2-40B4-BE49-F238E27FC236}">
                <a16:creationId xmlns:a16="http://schemas.microsoft.com/office/drawing/2014/main" id="{17564438-71EB-0568-123E-E1B4E7A1DDF3}"/>
              </a:ext>
            </a:extLst>
          </p:cNvPr>
          <p:cNvSpPr>
            <a:spLocks noGrp="1"/>
          </p:cNvSpPr>
          <p:nvPr>
            <p:ph type="body" sz="quarter" idx="12" hasCustomPrompt="1"/>
          </p:nvPr>
        </p:nvSpPr>
        <p:spPr>
          <a:xfrm>
            <a:off x="2095329" y="3043447"/>
            <a:ext cx="2037923" cy="928049"/>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p:txBody>
      </p:sp>
      <p:sp>
        <p:nvSpPr>
          <p:cNvPr id="20" name="Textplatzhalter 10">
            <a:extLst>
              <a:ext uri="{FF2B5EF4-FFF2-40B4-BE49-F238E27FC236}">
                <a16:creationId xmlns:a16="http://schemas.microsoft.com/office/drawing/2014/main" id="{18914E49-3983-EF23-6F17-2C8496F37DE5}"/>
              </a:ext>
            </a:extLst>
          </p:cNvPr>
          <p:cNvSpPr>
            <a:spLocks noGrp="1"/>
          </p:cNvSpPr>
          <p:nvPr>
            <p:ph type="body" sz="quarter" idx="13" hasCustomPrompt="1"/>
          </p:nvPr>
        </p:nvSpPr>
        <p:spPr>
          <a:xfrm>
            <a:off x="1538965" y="4082006"/>
            <a:ext cx="3156048" cy="928049"/>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p>
          <a:p>
            <a:pPr lvl="0"/>
            <a:r>
              <a:rPr lang="de-DE" noProof="0"/>
              <a:t>Schrift: Source Sans Pro Regular, Schriftgröße: 17 – 32 </a:t>
            </a:r>
            <a:r>
              <a:rPr lang="de-DE" noProof="0" err="1"/>
              <a:t>pt</a:t>
            </a:r>
            <a:r>
              <a:rPr lang="de-DE" noProof="0"/>
              <a:t>.</a:t>
            </a:r>
          </a:p>
        </p:txBody>
      </p:sp>
      <p:sp>
        <p:nvSpPr>
          <p:cNvPr id="21" name="Textplatzhalter 10">
            <a:extLst>
              <a:ext uri="{FF2B5EF4-FFF2-40B4-BE49-F238E27FC236}">
                <a16:creationId xmlns:a16="http://schemas.microsoft.com/office/drawing/2014/main" id="{E55FB587-BC5F-AC86-F716-36388EDFFEE6}"/>
              </a:ext>
            </a:extLst>
          </p:cNvPr>
          <p:cNvSpPr>
            <a:spLocks noGrp="1"/>
          </p:cNvSpPr>
          <p:nvPr>
            <p:ph type="body" sz="quarter" idx="14" hasCustomPrompt="1"/>
          </p:nvPr>
        </p:nvSpPr>
        <p:spPr>
          <a:xfrm>
            <a:off x="975907" y="5130089"/>
            <a:ext cx="4289069" cy="929517"/>
          </a:xfrm>
        </p:spPr>
        <p:txBody>
          <a:bodyPr anchor="ctr"/>
          <a:lstStyle>
            <a:lvl1pPr algn="ctr">
              <a:spcBef>
                <a:spcPts val="200"/>
              </a:spcBef>
              <a:defRPr sz="1700" b="0" i="0">
                <a:solidFill>
                  <a:schemeClr val="bg1"/>
                </a:solidFill>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11990470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ufzählung_Greenscreen">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5380704"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2" name="Textplatzhalter 2">
            <a:extLst>
              <a:ext uri="{FF2B5EF4-FFF2-40B4-BE49-F238E27FC236}">
                <a16:creationId xmlns:a16="http://schemas.microsoft.com/office/drawing/2014/main" id="{0B379B73-8A55-04C2-552F-2589C049E929}"/>
              </a:ext>
            </a:extLst>
          </p:cNvPr>
          <p:cNvSpPr>
            <a:spLocks noGrp="1"/>
          </p:cNvSpPr>
          <p:nvPr>
            <p:ph type="body" sz="quarter" idx="10" hasCustomPrompt="1"/>
          </p:nvPr>
        </p:nvSpPr>
        <p:spPr>
          <a:xfrm>
            <a:off x="420687" y="337551"/>
            <a:ext cx="5380810"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3" name="Rechteck 2">
            <a:extLst>
              <a:ext uri="{FF2B5EF4-FFF2-40B4-BE49-F238E27FC236}">
                <a16:creationId xmlns:a16="http://schemas.microsoft.com/office/drawing/2014/main" id="{98CD34C1-F1CA-7AE3-AAD9-D1F144CD3A8E}"/>
              </a:ext>
            </a:extLst>
          </p:cNvPr>
          <p:cNvSpPr/>
          <p:nvPr userDrawn="1"/>
        </p:nvSpPr>
        <p:spPr>
          <a:xfrm>
            <a:off x="6095687" y="0"/>
            <a:ext cx="6096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Freihandform 3">
            <a:extLst>
              <a:ext uri="{FF2B5EF4-FFF2-40B4-BE49-F238E27FC236}">
                <a16:creationId xmlns:a16="http://schemas.microsoft.com/office/drawing/2014/main" id="{4FF24E1F-E1A4-19C1-AC48-7A473CA2B41B}"/>
              </a:ext>
            </a:extLst>
          </p:cNvPr>
          <p:cNvSpPr/>
          <p:nvPr userDrawn="1"/>
        </p:nvSpPr>
        <p:spPr>
          <a:xfrm>
            <a:off x="409434" y="1153236"/>
            <a:ext cx="5374178" cy="823365"/>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3"/>
          </a:solidFill>
          <a:ln>
            <a:no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77605" tIns="58420" rIns="58420" bIns="58420" numCol="1" spcCol="1270" anchor="ctr" anchorCtr="0">
            <a:noAutofit/>
          </a:bodyPr>
          <a:lstStyle/>
          <a:p>
            <a:pPr marL="0" marR="0" lvl="0" indent="0" algn="l" defTabSz="914400" rtl="0" eaLnBrk="1" fontAlgn="auto" latinLnBrk="0" hangingPunct="1">
              <a:lnSpc>
                <a:spcPct val="100000"/>
              </a:lnSpc>
              <a:spcBef>
                <a:spcPts val="1800"/>
              </a:spcBef>
              <a:spcAft>
                <a:spcPts val="0"/>
              </a:spcAft>
              <a:buClrTx/>
              <a:buSzTx/>
              <a:buFontTx/>
              <a:buNone/>
              <a:tabLst/>
              <a:defRPr/>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5" name="Freihandform 4">
            <a:extLst>
              <a:ext uri="{FF2B5EF4-FFF2-40B4-BE49-F238E27FC236}">
                <a16:creationId xmlns:a16="http://schemas.microsoft.com/office/drawing/2014/main" id="{EB769ECC-47FB-0C49-63BB-807F2BD5BF14}"/>
              </a:ext>
            </a:extLst>
          </p:cNvPr>
          <p:cNvSpPr/>
          <p:nvPr userDrawn="1"/>
        </p:nvSpPr>
        <p:spPr>
          <a:xfrm>
            <a:off x="402609" y="2088107"/>
            <a:ext cx="5374598" cy="832514"/>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2"/>
          </a:solidFill>
          <a:ln>
            <a:noFill/>
          </a:ln>
        </p:spPr>
        <p:style>
          <a:lnRef idx="2">
            <a:scrgbClr r="0" g="0" b="0"/>
          </a:lnRef>
          <a:fillRef idx="1">
            <a:schemeClr val="accent5">
              <a:hueOff val="210382"/>
              <a:satOff val="-10001"/>
              <a:lumOff val="-2696"/>
              <a:alphaOff val="0"/>
            </a:schemeClr>
          </a:fillRef>
          <a:effectRef idx="0">
            <a:schemeClr val="accent5">
              <a:hueOff val="210382"/>
              <a:satOff val="-10001"/>
              <a:lumOff val="-2696"/>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6" name="Freihandform 5">
            <a:extLst>
              <a:ext uri="{FF2B5EF4-FFF2-40B4-BE49-F238E27FC236}">
                <a16:creationId xmlns:a16="http://schemas.microsoft.com/office/drawing/2014/main" id="{24A9F86C-0EB8-8E7D-8796-8746BF2155F8}"/>
              </a:ext>
            </a:extLst>
          </p:cNvPr>
          <p:cNvSpPr/>
          <p:nvPr userDrawn="1"/>
        </p:nvSpPr>
        <p:spPr>
          <a:xfrm>
            <a:off x="416257" y="3104865"/>
            <a:ext cx="5380704" cy="818866"/>
          </a:xfrm>
          <a:custGeom>
            <a:avLst/>
            <a:gdLst>
              <a:gd name="connsiteX0" fmla="*/ 0 w 9658430"/>
              <a:gd name="connsiteY0" fmla="*/ 0 h 475722"/>
              <a:gd name="connsiteX1" fmla="*/ 9658430 w 9658430"/>
              <a:gd name="connsiteY1" fmla="*/ 0 h 475722"/>
              <a:gd name="connsiteX2" fmla="*/ 9658430 w 9658430"/>
              <a:gd name="connsiteY2" fmla="*/ 475722 h 475722"/>
              <a:gd name="connsiteX3" fmla="*/ 0 w 9658430"/>
              <a:gd name="connsiteY3" fmla="*/ 475722 h 475722"/>
              <a:gd name="connsiteX4" fmla="*/ 0 w 9658430"/>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8430" h="475722">
                <a:moveTo>
                  <a:pt x="0" y="0"/>
                </a:moveTo>
                <a:lnTo>
                  <a:pt x="9658430" y="0"/>
                </a:lnTo>
                <a:lnTo>
                  <a:pt x="9658430" y="475722"/>
                </a:lnTo>
                <a:lnTo>
                  <a:pt x="0" y="475722"/>
                </a:lnTo>
                <a:lnTo>
                  <a:pt x="0" y="0"/>
                </a:lnTo>
                <a:close/>
              </a:path>
            </a:pathLst>
          </a:custGeom>
          <a:solidFill>
            <a:schemeClr val="accent1"/>
          </a:solidFill>
          <a:ln>
            <a:noFill/>
          </a:ln>
        </p:spPr>
        <p:style>
          <a:lnRef idx="2">
            <a:scrgbClr r="0" g="0" b="0"/>
          </a:lnRef>
          <a:fillRef idx="1">
            <a:schemeClr val="accent5">
              <a:hueOff val="420764"/>
              <a:satOff val="-20002"/>
              <a:lumOff val="-5392"/>
              <a:alphaOff val="0"/>
            </a:schemeClr>
          </a:fillRef>
          <a:effectRef idx="0">
            <a:schemeClr val="accent5">
              <a:hueOff val="420764"/>
              <a:satOff val="-20002"/>
              <a:lumOff val="-5392"/>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7" name="Freihandform 6">
            <a:extLst>
              <a:ext uri="{FF2B5EF4-FFF2-40B4-BE49-F238E27FC236}">
                <a16:creationId xmlns:a16="http://schemas.microsoft.com/office/drawing/2014/main" id="{7A01D4FC-F6D1-3FF3-34FA-BEDE06EFE102}"/>
              </a:ext>
            </a:extLst>
          </p:cNvPr>
          <p:cNvSpPr/>
          <p:nvPr userDrawn="1"/>
        </p:nvSpPr>
        <p:spPr>
          <a:xfrm>
            <a:off x="402610" y="4087503"/>
            <a:ext cx="5374178" cy="818867"/>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6"/>
          </a:solidFill>
          <a:ln>
            <a:noFill/>
          </a:ln>
        </p:spPr>
        <p:style>
          <a:lnRef idx="2">
            <a:scrgbClr r="0" g="0" b="0"/>
          </a:lnRef>
          <a:fillRef idx="1">
            <a:schemeClr val="accent5">
              <a:hueOff val="631145"/>
              <a:satOff val="-30004"/>
              <a:lumOff val="-8088"/>
              <a:alphaOff val="0"/>
            </a:schemeClr>
          </a:fillRef>
          <a:effectRef idx="0">
            <a:schemeClr val="accent5">
              <a:hueOff val="631145"/>
              <a:satOff val="-30004"/>
              <a:lumOff val="-8088"/>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8" name="Freihandform 7">
            <a:extLst>
              <a:ext uri="{FF2B5EF4-FFF2-40B4-BE49-F238E27FC236}">
                <a16:creationId xmlns:a16="http://schemas.microsoft.com/office/drawing/2014/main" id="{41D70094-123F-3E0D-8BF2-C5E68029E659}"/>
              </a:ext>
            </a:extLst>
          </p:cNvPr>
          <p:cNvSpPr/>
          <p:nvPr userDrawn="1"/>
        </p:nvSpPr>
        <p:spPr>
          <a:xfrm>
            <a:off x="395786" y="5049672"/>
            <a:ext cx="5374944" cy="818865"/>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5"/>
          </a:solidFill>
          <a:ln>
            <a:noFill/>
          </a:ln>
        </p:spPr>
        <p:style>
          <a:lnRef idx="2">
            <a:scrgbClr r="0" g="0" b="0"/>
          </a:lnRef>
          <a:fillRef idx="1">
            <a:schemeClr val="accent5">
              <a:hueOff val="841527"/>
              <a:satOff val="-40005"/>
              <a:lumOff val="-10784"/>
              <a:alphaOff val="0"/>
            </a:schemeClr>
          </a:fillRef>
          <a:effectRef idx="0">
            <a:schemeClr val="accent5">
              <a:hueOff val="841527"/>
              <a:satOff val="-40005"/>
              <a:lumOff val="-10784"/>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bg1"/>
              </a:solidFill>
              <a:latin typeface="Source Sans Pro" panose="020B0503030403020204" pitchFamily="34" charset="0"/>
              <a:ea typeface="Source Sans Pro" panose="020B0503030403020204" pitchFamily="34" charset="0"/>
            </a:endParaRPr>
          </a:p>
        </p:txBody>
      </p:sp>
      <p:sp>
        <p:nvSpPr>
          <p:cNvPr id="11" name="Textplatzhalter 10">
            <a:extLst>
              <a:ext uri="{FF2B5EF4-FFF2-40B4-BE49-F238E27FC236}">
                <a16:creationId xmlns:a16="http://schemas.microsoft.com/office/drawing/2014/main" id="{933729A2-9CD2-B063-F1A4-39B1342D5B86}"/>
              </a:ext>
            </a:extLst>
          </p:cNvPr>
          <p:cNvSpPr>
            <a:spLocks noGrp="1"/>
          </p:cNvSpPr>
          <p:nvPr>
            <p:ph type="body" sz="quarter" idx="11" hasCustomPrompt="1"/>
          </p:nvPr>
        </p:nvSpPr>
        <p:spPr>
          <a:xfrm>
            <a:off x="409575" y="1152525"/>
            <a:ext cx="5360988" cy="823913"/>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2" name="Textplatzhalter 10">
            <a:extLst>
              <a:ext uri="{FF2B5EF4-FFF2-40B4-BE49-F238E27FC236}">
                <a16:creationId xmlns:a16="http://schemas.microsoft.com/office/drawing/2014/main" id="{F6A81C9C-B91B-4FE6-EA67-D943D42D5503}"/>
              </a:ext>
            </a:extLst>
          </p:cNvPr>
          <p:cNvSpPr>
            <a:spLocks noGrp="1"/>
          </p:cNvSpPr>
          <p:nvPr>
            <p:ph type="body" sz="quarter" idx="12" hasCustomPrompt="1"/>
          </p:nvPr>
        </p:nvSpPr>
        <p:spPr>
          <a:xfrm>
            <a:off x="409575" y="4074745"/>
            <a:ext cx="5360988" cy="823913"/>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8" name="Textplatzhalter 10">
            <a:extLst>
              <a:ext uri="{FF2B5EF4-FFF2-40B4-BE49-F238E27FC236}">
                <a16:creationId xmlns:a16="http://schemas.microsoft.com/office/drawing/2014/main" id="{94E50E37-546F-A717-CD49-2467F483A7E7}"/>
              </a:ext>
            </a:extLst>
          </p:cNvPr>
          <p:cNvSpPr>
            <a:spLocks noGrp="1"/>
          </p:cNvSpPr>
          <p:nvPr>
            <p:ph type="body" sz="quarter" idx="13" hasCustomPrompt="1"/>
          </p:nvPr>
        </p:nvSpPr>
        <p:spPr>
          <a:xfrm>
            <a:off x="416257" y="3111142"/>
            <a:ext cx="5360988" cy="823913"/>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9" name="Textplatzhalter 10">
            <a:extLst>
              <a:ext uri="{FF2B5EF4-FFF2-40B4-BE49-F238E27FC236}">
                <a16:creationId xmlns:a16="http://schemas.microsoft.com/office/drawing/2014/main" id="{B7E1A109-1DC8-EBA6-DCA7-2CB00AC696FC}"/>
              </a:ext>
            </a:extLst>
          </p:cNvPr>
          <p:cNvSpPr>
            <a:spLocks noGrp="1"/>
          </p:cNvSpPr>
          <p:nvPr>
            <p:ph type="body" sz="quarter" idx="14" hasCustomPrompt="1"/>
          </p:nvPr>
        </p:nvSpPr>
        <p:spPr>
          <a:xfrm>
            <a:off x="416257" y="2099729"/>
            <a:ext cx="5360988" cy="823913"/>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20" name="Textplatzhalter 10">
            <a:extLst>
              <a:ext uri="{FF2B5EF4-FFF2-40B4-BE49-F238E27FC236}">
                <a16:creationId xmlns:a16="http://schemas.microsoft.com/office/drawing/2014/main" id="{CC5FE966-CFFB-5648-BC72-E0BFE0C31EAA}"/>
              </a:ext>
            </a:extLst>
          </p:cNvPr>
          <p:cNvSpPr>
            <a:spLocks noGrp="1"/>
          </p:cNvSpPr>
          <p:nvPr>
            <p:ph type="body" sz="quarter" idx="15" hasCustomPrompt="1"/>
          </p:nvPr>
        </p:nvSpPr>
        <p:spPr>
          <a:xfrm>
            <a:off x="402609" y="5044624"/>
            <a:ext cx="5360988" cy="823913"/>
          </a:xfrm>
        </p:spPr>
        <p:txBody>
          <a:bodyPr anchor="ctr"/>
          <a:lstStyle>
            <a:lvl1pPr algn="ctr">
              <a:spcBef>
                <a:spcPts val="200"/>
              </a:spcBef>
              <a:defRPr sz="1700" b="0" i="0">
                <a:solidFill>
                  <a:schemeClr val="bg1"/>
                </a:solidFill>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21983825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eenscreen">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1B2F3943-0FA1-4162-15A5-2477CDB41C5D}"/>
              </a:ext>
            </a:extLst>
          </p:cNvPr>
          <p:cNvSpPr/>
          <p:nvPr userDrawn="1"/>
        </p:nvSpPr>
        <p:spPr>
          <a:xfrm>
            <a:off x="0" y="0"/>
            <a:ext cx="12192313" cy="6858000"/>
          </a:xfrm>
          <a:prstGeom prst="rect">
            <a:avLst/>
          </a:prstGeom>
          <a:solidFill>
            <a:srgbClr val="55FF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5819152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_Rechts">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5" name="Textplatzhalter 2">
            <a:extLst>
              <a:ext uri="{FF2B5EF4-FFF2-40B4-BE49-F238E27FC236}">
                <a16:creationId xmlns:a16="http://schemas.microsoft.com/office/drawing/2014/main" id="{6AD715C1-DFD9-F8A4-F9BE-D55C272AEA1D}"/>
              </a:ext>
            </a:extLst>
          </p:cNvPr>
          <p:cNvSpPr>
            <a:spLocks noGrp="1"/>
          </p:cNvSpPr>
          <p:nvPr>
            <p:ph type="body" sz="quarter" idx="10" hasCustomPrompt="1"/>
          </p:nvPr>
        </p:nvSpPr>
        <p:spPr>
          <a:xfrm>
            <a:off x="5998747" y="1020592"/>
            <a:ext cx="5772148" cy="5113508"/>
          </a:xfrm>
        </p:spPr>
        <p:txBody>
          <a:bodyPr/>
          <a:lstStyle>
            <a:lvl1pPr marL="457200" indent="-457200">
              <a:spcBef>
                <a:spcPts val="200"/>
              </a:spcBef>
              <a:buClr>
                <a:schemeClr val="accent5"/>
              </a:buClr>
              <a:buFont typeface="Symbol" pitchFamily="2" charset="2"/>
              <a:buChar char="-"/>
              <a:defRPr>
                <a:latin typeface="Source Sans Pro" panose="020B0503030403020204" pitchFamily="34" charset="0"/>
                <a:ea typeface="Source Sans Pro" panose="020B0503030403020204" pitchFamily="34" charset="0"/>
              </a:defRPr>
            </a:lvl1pPr>
          </a:lstStyle>
          <a:p>
            <a:r>
              <a:rPr lang="de-DE" noProof="0">
                <a:latin typeface="Source Sans Pro" panose="020B0503030403020204" pitchFamily="34" charset="0"/>
                <a:ea typeface="Source Sans Pro" panose="020B0503030403020204" pitchFamily="34" charset="0"/>
              </a:rPr>
              <a:t>Aufzählung oder Fließtext Source Sans Pro Regular, 24 – 32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r>
              <a:rPr lang="de-DE" b="1" noProof="0">
                <a:latin typeface="Source Sans Pro" panose="020B0503030403020204" pitchFamily="34" charset="0"/>
                <a:ea typeface="Source Sans Pro" panose="020B0503030403020204" pitchFamily="34" charset="0"/>
              </a:rPr>
              <a:t>Hervorhebungen Source Sans Pro </a:t>
            </a:r>
            <a:r>
              <a:rPr lang="de-DE" b="1" noProof="0" err="1">
                <a:latin typeface="Source Sans Pro" panose="020B0503030403020204" pitchFamily="34" charset="0"/>
                <a:ea typeface="Source Sans Pro" panose="020B0503030403020204" pitchFamily="34" charset="0"/>
              </a:rPr>
              <a:t>Bold</a:t>
            </a:r>
            <a:r>
              <a:rPr lang="de-DE" b="1" noProof="0">
                <a:latin typeface="Source Sans Pro" panose="020B0503030403020204" pitchFamily="34" charset="0"/>
                <a:ea typeface="Source Sans Pro" panose="020B0503030403020204" pitchFamily="34" charset="0"/>
              </a:rPr>
              <a:t>, 24 - 32 </a:t>
            </a:r>
            <a:r>
              <a:rPr lang="de-DE" b="1"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endParaRPr lang="de-DE" noProof="0"/>
          </a:p>
          <a:p>
            <a:endParaRPr lang="de-DE" noProof="0"/>
          </a:p>
        </p:txBody>
      </p:sp>
      <p:sp>
        <p:nvSpPr>
          <p:cNvPr id="6" name="Inhaltsplatzhalter 3">
            <a:extLst>
              <a:ext uri="{FF2B5EF4-FFF2-40B4-BE49-F238E27FC236}">
                <a16:creationId xmlns:a16="http://schemas.microsoft.com/office/drawing/2014/main" id="{895E6745-4938-A56D-317D-48B4147B6569}"/>
              </a:ext>
            </a:extLst>
          </p:cNvPr>
          <p:cNvSpPr>
            <a:spLocks noGrp="1"/>
          </p:cNvSpPr>
          <p:nvPr>
            <p:ph sz="quarter" idx="17" hasCustomPrompt="1"/>
          </p:nvPr>
        </p:nvSpPr>
        <p:spPr>
          <a:xfrm>
            <a:off x="420687" y="1363436"/>
            <a:ext cx="5351150" cy="4770664"/>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7" name="Textplatzhalter 5">
            <a:extLst>
              <a:ext uri="{FF2B5EF4-FFF2-40B4-BE49-F238E27FC236}">
                <a16:creationId xmlns:a16="http://schemas.microsoft.com/office/drawing/2014/main" id="{FE03A003-7FFD-4E93-6551-C9B426F9A17C}"/>
              </a:ext>
            </a:extLst>
          </p:cNvPr>
          <p:cNvSpPr>
            <a:spLocks noGrp="1"/>
          </p:cNvSpPr>
          <p:nvPr>
            <p:ph type="body" sz="quarter" idx="21" hasCustomPrompt="1"/>
          </p:nvPr>
        </p:nvSpPr>
        <p:spPr>
          <a:xfrm>
            <a:off x="420687" y="1020592"/>
            <a:ext cx="5351150"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2" name="Textplatzhalter 2">
            <a:extLst>
              <a:ext uri="{FF2B5EF4-FFF2-40B4-BE49-F238E27FC236}">
                <a16:creationId xmlns:a16="http://schemas.microsoft.com/office/drawing/2014/main" id="{CFA48510-121C-1DC5-5435-3F5AD1C733BA}"/>
              </a:ext>
            </a:extLst>
          </p:cNvPr>
          <p:cNvSpPr>
            <a:spLocks noGrp="1"/>
          </p:cNvSpPr>
          <p:nvPr>
            <p:ph type="body" sz="quarter" idx="22"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42521896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_Links_V2">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a:t>Quelle Text: </a:t>
            </a:r>
            <a:r>
              <a:rPr lang="de-DE" noProof="0"/>
              <a:t>Autorennachname</a:t>
            </a:r>
            <a:r>
              <a:rPr lang="de-DE"/>
              <a:t>, JJJJ, S. 123.</a:t>
            </a:r>
            <a:br>
              <a:rPr lang="de-DE"/>
            </a:br>
            <a:r>
              <a:rPr lang="de-DE"/>
              <a:t>Quelle Abbildung: Autorennachname, JJJJ.</a:t>
            </a:r>
            <a:endParaRPr lang="de-DE" sz="800"/>
          </a:p>
        </p:txBody>
      </p:sp>
      <p:sp>
        <p:nvSpPr>
          <p:cNvPr id="2" name="Textplatzhalter 1">
            <a:extLst>
              <a:ext uri="{FF2B5EF4-FFF2-40B4-BE49-F238E27FC236}">
                <a16:creationId xmlns:a16="http://schemas.microsoft.com/office/drawing/2014/main" id="{F5717143-72E4-39DA-8D81-98D8958CC338}"/>
              </a:ext>
            </a:extLst>
          </p:cNvPr>
          <p:cNvSpPr>
            <a:spLocks noGrp="1"/>
          </p:cNvSpPr>
          <p:nvPr>
            <p:ph type="body" sz="quarter" idx="10" hasCustomPrompt="1"/>
          </p:nvPr>
        </p:nvSpPr>
        <p:spPr>
          <a:xfrm>
            <a:off x="420689" y="1020592"/>
            <a:ext cx="3533794" cy="5113508"/>
          </a:xfrm>
        </p:spPr>
        <p:txBody>
          <a:bodyPr/>
          <a:lstStyle>
            <a:lvl1pPr marL="457200" indent="-457200">
              <a:spcBef>
                <a:spcPts val="200"/>
              </a:spcBef>
              <a:buClr>
                <a:schemeClr val="accent5"/>
              </a:buClr>
              <a:buFont typeface="Symbol" pitchFamily="2" charset="2"/>
              <a:buChar char="-"/>
              <a:defRPr>
                <a:latin typeface="Source Sans Pro" panose="020B0503030403020204" pitchFamily="34" charset="0"/>
                <a:ea typeface="Source Sans Pro" panose="020B0503030403020204" pitchFamily="34" charset="0"/>
              </a:defRPr>
            </a:lvl1pPr>
          </a:lstStyle>
          <a:p>
            <a:r>
              <a:rPr lang="de-DE" noProof="0">
                <a:latin typeface="Source Sans Pro" panose="020B0503030403020204" pitchFamily="34" charset="0"/>
                <a:ea typeface="Source Sans Pro" panose="020B0503030403020204" pitchFamily="34" charset="0"/>
              </a:rPr>
              <a:t>Aufzählung oder Fließtext Source Sans Pro Regular, 24 – 32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r>
              <a:rPr lang="de-DE" b="1" noProof="0">
                <a:latin typeface="Source Sans Pro" panose="020B0503030403020204" pitchFamily="34" charset="0"/>
                <a:ea typeface="Source Sans Pro" panose="020B0503030403020204" pitchFamily="34" charset="0"/>
              </a:rPr>
              <a:t>Hervorhebungen Source Sans Pro </a:t>
            </a:r>
            <a:r>
              <a:rPr lang="de-DE" b="1" noProof="0" err="1">
                <a:latin typeface="Source Sans Pro" panose="020B0503030403020204" pitchFamily="34" charset="0"/>
                <a:ea typeface="Source Sans Pro" panose="020B0503030403020204" pitchFamily="34" charset="0"/>
              </a:rPr>
              <a:t>Bold</a:t>
            </a:r>
            <a:r>
              <a:rPr lang="de-DE" b="1" noProof="0">
                <a:latin typeface="Source Sans Pro" panose="020B0503030403020204" pitchFamily="34" charset="0"/>
                <a:ea typeface="Source Sans Pro" panose="020B0503030403020204" pitchFamily="34" charset="0"/>
              </a:rPr>
              <a:t>, 24 - 32 </a:t>
            </a:r>
            <a:r>
              <a:rPr lang="de-DE" b="1"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p>
        </p:txBody>
      </p:sp>
      <p:sp>
        <p:nvSpPr>
          <p:cNvPr id="3" name="Inhaltsplatzhalter 3">
            <a:extLst>
              <a:ext uri="{FF2B5EF4-FFF2-40B4-BE49-F238E27FC236}">
                <a16:creationId xmlns:a16="http://schemas.microsoft.com/office/drawing/2014/main" id="{1B730672-EE94-608D-697D-2FB3CD414935}"/>
              </a:ext>
            </a:extLst>
          </p:cNvPr>
          <p:cNvSpPr>
            <a:spLocks noGrp="1"/>
          </p:cNvSpPr>
          <p:nvPr>
            <p:ph sz="quarter" idx="15" hasCustomPrompt="1"/>
          </p:nvPr>
        </p:nvSpPr>
        <p:spPr>
          <a:xfrm>
            <a:off x="4224338" y="1363436"/>
            <a:ext cx="7967662" cy="4770664"/>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4" name="Textplatzhalter 4">
            <a:extLst>
              <a:ext uri="{FF2B5EF4-FFF2-40B4-BE49-F238E27FC236}">
                <a16:creationId xmlns:a16="http://schemas.microsoft.com/office/drawing/2014/main" id="{8D7BE979-5CA8-74FF-3C32-894DAC5EB4FB}"/>
              </a:ext>
            </a:extLst>
          </p:cNvPr>
          <p:cNvSpPr>
            <a:spLocks noGrp="1"/>
          </p:cNvSpPr>
          <p:nvPr>
            <p:ph type="body" sz="quarter" idx="21" hasCustomPrompt="1"/>
          </p:nvPr>
        </p:nvSpPr>
        <p:spPr>
          <a:xfrm>
            <a:off x="4224337" y="1020592"/>
            <a:ext cx="7546661"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5" name="Textplatzhalter 2">
            <a:extLst>
              <a:ext uri="{FF2B5EF4-FFF2-40B4-BE49-F238E27FC236}">
                <a16:creationId xmlns:a16="http://schemas.microsoft.com/office/drawing/2014/main" id="{26476A93-FA9C-C699-84E1-369AFDCCC027}"/>
              </a:ext>
            </a:extLst>
          </p:cNvPr>
          <p:cNvSpPr>
            <a:spLocks noGrp="1"/>
          </p:cNvSpPr>
          <p:nvPr>
            <p:ph type="body" sz="quarter" idx="22"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9989827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_Rechts_V2">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sp>
        <p:nvSpPr>
          <p:cNvPr id="3" name="Textplatzhalter 1">
            <a:extLst>
              <a:ext uri="{FF2B5EF4-FFF2-40B4-BE49-F238E27FC236}">
                <a16:creationId xmlns:a16="http://schemas.microsoft.com/office/drawing/2014/main" id="{192C23B1-69E4-F8B9-2D6B-66F5097FE955}"/>
              </a:ext>
            </a:extLst>
          </p:cNvPr>
          <p:cNvSpPr>
            <a:spLocks noGrp="1"/>
          </p:cNvSpPr>
          <p:nvPr>
            <p:ph type="body" sz="quarter" idx="10" hasCustomPrompt="1"/>
          </p:nvPr>
        </p:nvSpPr>
        <p:spPr>
          <a:xfrm>
            <a:off x="8237205" y="1020592"/>
            <a:ext cx="3533794" cy="5113508"/>
          </a:xfrm>
        </p:spPr>
        <p:txBody>
          <a:bodyPr/>
          <a:lstStyle>
            <a:lvl1pPr marL="0" indent="0">
              <a:spcBef>
                <a:spcPts val="200"/>
              </a:spcBef>
              <a:buNone/>
              <a:defRPr b="0" i="0">
                <a:latin typeface="Source Sans Pro" panose="020B0503030403020204" pitchFamily="34" charset="0"/>
                <a:ea typeface="Source Sans Pro" panose="020B0503030403020204" pitchFamily="34" charset="0"/>
              </a:defRPr>
            </a:lvl1pPr>
          </a:lstStyle>
          <a:p>
            <a:r>
              <a:rPr lang="de-DE" b="0" i="0" noProof="0">
                <a:latin typeface="Source Sans Pro" panose="020B0503030403020204" pitchFamily="34" charset="0"/>
                <a:ea typeface="Source Sans Pro" panose="020B0503030403020204" pitchFamily="34" charset="0"/>
              </a:rPr>
              <a:t>Aufzählung oder Fließtext Source Sans Pro Regular, 24 -32 </a:t>
            </a:r>
            <a:r>
              <a:rPr lang="de-DE" b="0" i="0" noProof="0" err="1">
                <a:latin typeface="Source Sans Pro" panose="020B0503030403020204" pitchFamily="34" charset="0"/>
                <a:ea typeface="Source Sans Pro" panose="020B0503030403020204" pitchFamily="34" charset="0"/>
              </a:rPr>
              <a:t>pt</a:t>
            </a:r>
            <a:r>
              <a:rPr lang="de-DE" b="0" i="0" noProof="0">
                <a:latin typeface="Source Sans Pro" panose="020B0503030403020204" pitchFamily="34" charset="0"/>
                <a:ea typeface="Source Sans Pro" panose="020B0503030403020204" pitchFamily="34" charset="0"/>
              </a:rPr>
              <a:t>. </a:t>
            </a:r>
            <a:r>
              <a:rPr lang="de-DE" b="1" i="0" noProof="0">
                <a:latin typeface="Source Sans Pro" panose="020B0503030403020204" pitchFamily="34" charset="0"/>
                <a:ea typeface="Source Sans Pro" panose="020B0503030403020204" pitchFamily="34" charset="0"/>
              </a:rPr>
              <a:t>Hervorhebungen Source Sans Pro </a:t>
            </a:r>
            <a:r>
              <a:rPr lang="de-DE" b="1" i="0" noProof="0" err="1">
                <a:latin typeface="Source Sans Pro" panose="020B0503030403020204" pitchFamily="34" charset="0"/>
                <a:ea typeface="Source Sans Pro" panose="020B0503030403020204" pitchFamily="34" charset="0"/>
              </a:rPr>
              <a:t>Bold</a:t>
            </a:r>
            <a:r>
              <a:rPr lang="de-DE" b="1" i="0" noProof="0">
                <a:latin typeface="Source Sans Pro" panose="020B0503030403020204" pitchFamily="34" charset="0"/>
                <a:ea typeface="Source Sans Pro" panose="020B0503030403020204" pitchFamily="34" charset="0"/>
              </a:rPr>
              <a:t>, 24 - 32 </a:t>
            </a:r>
            <a:r>
              <a:rPr lang="de-DE" b="1" i="0" noProof="0" err="1">
                <a:latin typeface="Source Sans Pro" panose="020B0503030403020204" pitchFamily="34" charset="0"/>
                <a:ea typeface="Source Sans Pro" panose="020B0503030403020204" pitchFamily="34" charset="0"/>
              </a:rPr>
              <a:t>pt</a:t>
            </a:r>
            <a:r>
              <a:rPr lang="de-DE" b="0" i="0" noProof="0">
                <a:latin typeface="Source Sans Pro" panose="020B0503030403020204" pitchFamily="34" charset="0"/>
                <a:ea typeface="Source Sans Pro" panose="020B0503030403020204" pitchFamily="34" charset="0"/>
              </a:rPr>
              <a:t>. </a:t>
            </a:r>
          </a:p>
          <a:p>
            <a:endParaRPr lang="de-DE" noProof="0"/>
          </a:p>
        </p:txBody>
      </p:sp>
      <p:sp>
        <p:nvSpPr>
          <p:cNvPr id="5" name="Textplatzhalter 4">
            <a:extLst>
              <a:ext uri="{FF2B5EF4-FFF2-40B4-BE49-F238E27FC236}">
                <a16:creationId xmlns:a16="http://schemas.microsoft.com/office/drawing/2014/main" id="{87D9A286-7E3C-8496-FE05-FA9658A4DAB9}"/>
              </a:ext>
            </a:extLst>
          </p:cNvPr>
          <p:cNvSpPr>
            <a:spLocks noGrp="1"/>
          </p:cNvSpPr>
          <p:nvPr>
            <p:ph type="body" sz="quarter" idx="21" hasCustomPrompt="1"/>
          </p:nvPr>
        </p:nvSpPr>
        <p:spPr>
          <a:xfrm>
            <a:off x="420688" y="1020592"/>
            <a:ext cx="7546557" cy="275945"/>
          </a:xfrm>
        </p:spPr>
        <p:txBody>
          <a:bodyPr/>
          <a:lstStyle>
            <a:lvl1pPr marL="0" indent="0">
              <a:spcBef>
                <a:spcPts val="200"/>
              </a:spcBef>
              <a:buNone/>
              <a:defRPr sz="800" b="0" i="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4" name="Textplatzhalter 2">
            <a:extLst>
              <a:ext uri="{FF2B5EF4-FFF2-40B4-BE49-F238E27FC236}">
                <a16:creationId xmlns:a16="http://schemas.microsoft.com/office/drawing/2014/main" id="{F143D0D2-82E6-1AF0-0C69-7904D9FD08E0}"/>
              </a:ext>
            </a:extLst>
          </p:cNvPr>
          <p:cNvSpPr>
            <a:spLocks noGrp="1"/>
          </p:cNvSpPr>
          <p:nvPr>
            <p:ph type="body" sz="quarter" idx="22"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8" name="Inhaltsplatzhalter 7">
            <a:extLst>
              <a:ext uri="{FF2B5EF4-FFF2-40B4-BE49-F238E27FC236}">
                <a16:creationId xmlns:a16="http://schemas.microsoft.com/office/drawing/2014/main" id="{CC63035C-A3F7-5838-CB17-0EE3056BC35F}"/>
              </a:ext>
            </a:extLst>
          </p:cNvPr>
          <p:cNvSpPr>
            <a:spLocks noGrp="1"/>
          </p:cNvSpPr>
          <p:nvPr>
            <p:ph sz="quarter" idx="23" hasCustomPrompt="1"/>
          </p:nvPr>
        </p:nvSpPr>
        <p:spPr>
          <a:xfrm>
            <a:off x="420688" y="1416050"/>
            <a:ext cx="7546975" cy="4718050"/>
          </a:xfrm>
        </p:spPr>
        <p:txBody>
          <a:bodyPr/>
          <a:lstStyle>
            <a:lvl1pPr>
              <a:defRPr b="0" i="0">
                <a:latin typeface="Source Sans Pro" panose="020B0503030403020204" pitchFamily="34" charset="0"/>
                <a:ea typeface="Source Sans Pro" panose="020B0503030403020204" pitchFamily="34" charset="0"/>
              </a:defRPr>
            </a:lvl1pPr>
          </a:lstStyle>
          <a:p>
            <a:pPr lvl="0"/>
            <a:r>
              <a:rPr lang="de-DE"/>
              <a:t>Objekt hinzufügen</a:t>
            </a:r>
          </a:p>
        </p:txBody>
      </p:sp>
    </p:spTree>
    <p:extLst>
      <p:ext uri="{BB962C8B-B14F-4D97-AF65-F5344CB8AC3E}">
        <p14:creationId xmlns:p14="http://schemas.microsoft.com/office/powerpoint/2010/main" val="36389118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_zwei_Objekte">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a:t>Quelle Text: </a:t>
            </a:r>
            <a:r>
              <a:rPr lang="de-DE" noProof="0"/>
              <a:t>Autorennachname</a:t>
            </a:r>
            <a:r>
              <a:rPr lang="de-DE"/>
              <a:t>, JJJJ, S. 123.</a:t>
            </a:r>
            <a:br>
              <a:rPr lang="de-DE"/>
            </a:br>
            <a:r>
              <a:rPr lang="de-DE"/>
              <a:t>Quelle Abbildung: Autorennachname, JJJJ.</a:t>
            </a:r>
            <a:endParaRPr lang="de-DE" sz="800"/>
          </a:p>
        </p:txBody>
      </p:sp>
      <p:sp>
        <p:nvSpPr>
          <p:cNvPr id="27" name="Textplatzhalter 2">
            <a:extLst>
              <a:ext uri="{FF2B5EF4-FFF2-40B4-BE49-F238E27FC236}">
                <a16:creationId xmlns:a16="http://schemas.microsoft.com/office/drawing/2014/main" id="{6BFFB536-738C-FB9D-6890-BE93C7EEA5D4}"/>
              </a:ext>
            </a:extLst>
          </p:cNvPr>
          <p:cNvSpPr>
            <a:spLocks noGrp="1"/>
          </p:cNvSpPr>
          <p:nvPr>
            <p:ph type="body" sz="quarter" idx="17" hasCustomPrompt="1"/>
          </p:nvPr>
        </p:nvSpPr>
        <p:spPr>
          <a:xfrm>
            <a:off x="420689" y="1020592"/>
            <a:ext cx="7638754" cy="5113337"/>
          </a:xfrm>
        </p:spPr>
        <p:txBody>
          <a:bodyPr/>
          <a:lstStyle>
            <a:lvl1pPr marL="457200" indent="-457200">
              <a:spcBef>
                <a:spcPts val="200"/>
              </a:spcBef>
              <a:buClr>
                <a:schemeClr val="accent5"/>
              </a:buClr>
              <a:buFont typeface="Symbol" pitchFamily="2" charset="2"/>
              <a:buChar char="-"/>
              <a:defRPr>
                <a:latin typeface="Source Sans Pro" panose="020B0503030403020204" pitchFamily="34" charset="0"/>
                <a:ea typeface="Source Sans Pro" panose="020B0503030403020204" pitchFamily="34" charset="0"/>
              </a:defRPr>
            </a:lvl1pPr>
          </a:lstStyle>
          <a:p>
            <a:r>
              <a:rPr lang="de-DE">
                <a:latin typeface="Source Sans Pro" panose="020B0503030403020204" pitchFamily="34" charset="0"/>
                <a:ea typeface="Source Sans Pro" panose="020B0503030403020204" pitchFamily="34" charset="0"/>
              </a:rPr>
              <a:t>Aufzählung oder Fließtext Source Sans Pro Regular, 24 – 32 </a:t>
            </a:r>
            <a:r>
              <a:rPr lang="de-DE" err="1">
                <a:latin typeface="Source Sans Pro" panose="020B0503030403020204" pitchFamily="34" charset="0"/>
                <a:ea typeface="Source Sans Pro" panose="020B0503030403020204" pitchFamily="34" charset="0"/>
              </a:rPr>
              <a:t>pt</a:t>
            </a:r>
            <a:r>
              <a:rPr lang="de-DE">
                <a:latin typeface="Source Sans Pro" panose="020B0503030403020204" pitchFamily="34" charset="0"/>
                <a:ea typeface="Source Sans Pro" panose="020B0503030403020204" pitchFamily="34" charset="0"/>
              </a:rPr>
              <a:t>.; </a:t>
            </a:r>
            <a:r>
              <a:rPr lang="de-DE" b="1">
                <a:latin typeface="Source Sans Pro" panose="020B0503030403020204" pitchFamily="34" charset="0"/>
                <a:ea typeface="Source Sans Pro" panose="020B0503030403020204" pitchFamily="34" charset="0"/>
              </a:rPr>
              <a:t>Hervorhebungen Source Sans Pro </a:t>
            </a:r>
            <a:r>
              <a:rPr lang="de-DE" b="1" err="1">
                <a:latin typeface="Source Sans Pro" panose="020B0503030403020204" pitchFamily="34" charset="0"/>
                <a:ea typeface="Source Sans Pro" panose="020B0503030403020204" pitchFamily="34" charset="0"/>
              </a:rPr>
              <a:t>Bold</a:t>
            </a:r>
            <a:r>
              <a:rPr lang="de-DE" b="1">
                <a:latin typeface="Source Sans Pro" panose="020B0503030403020204" pitchFamily="34" charset="0"/>
                <a:ea typeface="Source Sans Pro" panose="020B0503030403020204" pitchFamily="34" charset="0"/>
              </a:rPr>
              <a:t>, 24 - 32 </a:t>
            </a:r>
            <a:r>
              <a:rPr lang="de-DE" b="1" err="1">
                <a:latin typeface="Source Sans Pro" panose="020B0503030403020204" pitchFamily="34" charset="0"/>
                <a:ea typeface="Source Sans Pro" panose="020B0503030403020204" pitchFamily="34" charset="0"/>
              </a:rPr>
              <a:t>pt</a:t>
            </a:r>
            <a:r>
              <a:rPr lang="de-DE">
                <a:latin typeface="Source Sans Pro" panose="020B0503030403020204" pitchFamily="34" charset="0"/>
                <a:ea typeface="Source Sans Pro" panose="020B0503030403020204" pitchFamily="34" charset="0"/>
              </a:rPr>
              <a:t>. </a:t>
            </a:r>
          </a:p>
          <a:p>
            <a:endParaRPr lang="de-DE"/>
          </a:p>
        </p:txBody>
      </p:sp>
      <p:sp>
        <p:nvSpPr>
          <p:cNvPr id="28" name="Inhaltsplatzhalter 5">
            <a:extLst>
              <a:ext uri="{FF2B5EF4-FFF2-40B4-BE49-F238E27FC236}">
                <a16:creationId xmlns:a16="http://schemas.microsoft.com/office/drawing/2014/main" id="{6DD2515F-823D-B9C5-0127-569F3FDCC7C3}"/>
              </a:ext>
            </a:extLst>
          </p:cNvPr>
          <p:cNvSpPr>
            <a:spLocks noGrp="1"/>
          </p:cNvSpPr>
          <p:nvPr>
            <p:ph sz="quarter" idx="21" hasCustomPrompt="1"/>
          </p:nvPr>
        </p:nvSpPr>
        <p:spPr>
          <a:xfrm>
            <a:off x="8384757" y="1363436"/>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29" name="Textplatzhalter 8">
            <a:extLst>
              <a:ext uri="{FF2B5EF4-FFF2-40B4-BE49-F238E27FC236}">
                <a16:creationId xmlns:a16="http://schemas.microsoft.com/office/drawing/2014/main" id="{7B6B3BEA-CAE6-E795-B307-D0B7FF5C7B13}"/>
              </a:ext>
            </a:extLst>
          </p:cNvPr>
          <p:cNvSpPr>
            <a:spLocks noGrp="1"/>
          </p:cNvSpPr>
          <p:nvPr>
            <p:ph type="body" sz="quarter" idx="22" hasCustomPrompt="1"/>
          </p:nvPr>
        </p:nvSpPr>
        <p:spPr>
          <a:xfrm>
            <a:off x="8384757" y="1020592"/>
            <a:ext cx="3386138"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30" name="Inhaltsplatzhalter 9">
            <a:extLst>
              <a:ext uri="{FF2B5EF4-FFF2-40B4-BE49-F238E27FC236}">
                <a16:creationId xmlns:a16="http://schemas.microsoft.com/office/drawing/2014/main" id="{823ED5C8-267C-F15D-5CB8-A09D07ACD0D1}"/>
              </a:ext>
            </a:extLst>
          </p:cNvPr>
          <p:cNvSpPr>
            <a:spLocks noGrp="1"/>
          </p:cNvSpPr>
          <p:nvPr>
            <p:ph sz="quarter" idx="23" hasCustomPrompt="1"/>
          </p:nvPr>
        </p:nvSpPr>
        <p:spPr>
          <a:xfrm>
            <a:off x="8384757" y="4068707"/>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31" name="Textplatzhalter 10">
            <a:extLst>
              <a:ext uri="{FF2B5EF4-FFF2-40B4-BE49-F238E27FC236}">
                <a16:creationId xmlns:a16="http://schemas.microsoft.com/office/drawing/2014/main" id="{2F837B84-8C2C-853F-0A5B-CB7701E4956A}"/>
              </a:ext>
            </a:extLst>
          </p:cNvPr>
          <p:cNvSpPr>
            <a:spLocks noGrp="1"/>
          </p:cNvSpPr>
          <p:nvPr>
            <p:ph type="body" sz="quarter" idx="24" hasCustomPrompt="1"/>
          </p:nvPr>
        </p:nvSpPr>
        <p:spPr>
          <a:xfrm>
            <a:off x="8384757" y="3725863"/>
            <a:ext cx="3386138" cy="275945"/>
          </a:xfrm>
          <a:ln>
            <a:noFill/>
          </a:ln>
        </p:spPr>
        <p:txBody>
          <a:bodyPr vert="horz" lIns="0" tIns="0" rIns="0" bIns="0" rtlCol="0">
            <a:noAutofit/>
          </a:bodyPr>
          <a:lstStyle>
            <a:lvl1pPr>
              <a:spcBef>
                <a:spcPts val="200"/>
              </a:spcBef>
              <a:defRPr lang="en-US" sz="800" dirty="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2" name="Textplatzhalter 2">
            <a:extLst>
              <a:ext uri="{FF2B5EF4-FFF2-40B4-BE49-F238E27FC236}">
                <a16:creationId xmlns:a16="http://schemas.microsoft.com/office/drawing/2014/main" id="{0B379B73-8A55-04C2-552F-2589C049E929}"/>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91047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_drei_Objekte">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2" name="Textplatzhalter 8">
            <a:extLst>
              <a:ext uri="{FF2B5EF4-FFF2-40B4-BE49-F238E27FC236}">
                <a16:creationId xmlns:a16="http://schemas.microsoft.com/office/drawing/2014/main" id="{E6C588A2-34D9-6037-60D1-2580AF2630C1}"/>
              </a:ext>
            </a:extLst>
          </p:cNvPr>
          <p:cNvSpPr>
            <a:spLocks noGrp="1"/>
          </p:cNvSpPr>
          <p:nvPr>
            <p:ph type="body" sz="quarter" idx="15" hasCustomPrompt="1"/>
          </p:nvPr>
        </p:nvSpPr>
        <p:spPr>
          <a:xfrm>
            <a:off x="420687" y="1020592"/>
            <a:ext cx="11350207" cy="2408407"/>
          </a:xfrm>
          <a:prstGeom prst="rect">
            <a:avLst/>
          </a:prstGeom>
        </p:spPr>
        <p:txBody>
          <a:bodyPr/>
          <a:lstStyle>
            <a:lvl1pPr algn="l">
              <a:spcBef>
                <a:spcPts val="200"/>
              </a:spcBef>
              <a:buFont typeface="Arial" panose="020B0604020202020204" pitchFamily="34" charset="0"/>
              <a:buNone/>
              <a:defRPr sz="3200"/>
            </a:lvl1pPr>
          </a:lstStyle>
          <a:p>
            <a:r>
              <a:rPr lang="de-DE" noProof="0">
                <a:latin typeface="Source Sans Pro" panose="020B0503030403020204" pitchFamily="34" charset="0"/>
                <a:ea typeface="Source Sans Pro" panose="020B0503030403020204" pitchFamily="34" charset="0"/>
              </a:rPr>
              <a:t>Aufzählung oder Fließtext Source Sans Pro Regular, 24 – 32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 </a:t>
            </a:r>
            <a:r>
              <a:rPr lang="de-DE" b="1" noProof="0">
                <a:latin typeface="Source Sans Pro" panose="020B0503030403020204" pitchFamily="34" charset="0"/>
                <a:ea typeface="Source Sans Pro" panose="020B0503030403020204" pitchFamily="34" charset="0"/>
              </a:rPr>
              <a:t>Hervorhebungen Source Sans Pro </a:t>
            </a:r>
            <a:r>
              <a:rPr lang="de-DE" b="1" noProof="0" err="1">
                <a:latin typeface="Source Sans Pro" panose="020B0503030403020204" pitchFamily="34" charset="0"/>
                <a:ea typeface="Source Sans Pro" panose="020B0503030403020204" pitchFamily="34" charset="0"/>
              </a:rPr>
              <a:t>Bold</a:t>
            </a:r>
            <a:r>
              <a:rPr lang="de-DE" b="1" noProof="0">
                <a:latin typeface="Source Sans Pro" panose="020B0503030403020204" pitchFamily="34" charset="0"/>
                <a:ea typeface="Source Sans Pro" panose="020B0503030403020204" pitchFamily="34" charset="0"/>
              </a:rPr>
              <a:t>, 24 – 32 </a:t>
            </a:r>
            <a:r>
              <a:rPr lang="de-DE" b="1" noProof="0" err="1">
                <a:latin typeface="Source Sans Pro" panose="020B0503030403020204" pitchFamily="34" charset="0"/>
                <a:ea typeface="Source Sans Pro" panose="020B0503030403020204" pitchFamily="34" charset="0"/>
              </a:rPr>
              <a:t>pt</a:t>
            </a:r>
            <a:r>
              <a:rPr lang="de-DE" b="1" noProof="0">
                <a:latin typeface="Source Sans Pro" panose="020B0503030403020204" pitchFamily="34" charset="0"/>
                <a:ea typeface="Source Sans Pro" panose="020B0503030403020204" pitchFamily="34" charset="0"/>
              </a:rPr>
              <a:t>.</a:t>
            </a:r>
            <a:endParaRPr lang="de-DE" noProof="0">
              <a:latin typeface="Source Sans Pro" panose="020B0503030403020204" pitchFamily="34" charset="0"/>
              <a:ea typeface="Source Sans Pro" panose="020B0503030403020204" pitchFamily="34" charset="0"/>
            </a:endParaRPr>
          </a:p>
        </p:txBody>
      </p:sp>
      <p:sp>
        <p:nvSpPr>
          <p:cNvPr id="19" name="Inhaltsplatzhalter 13">
            <a:extLst>
              <a:ext uri="{FF2B5EF4-FFF2-40B4-BE49-F238E27FC236}">
                <a16:creationId xmlns:a16="http://schemas.microsoft.com/office/drawing/2014/main" id="{F1EE4A5E-9583-E606-2962-E68D04AC4687}"/>
              </a:ext>
            </a:extLst>
          </p:cNvPr>
          <p:cNvSpPr>
            <a:spLocks noGrp="1"/>
          </p:cNvSpPr>
          <p:nvPr>
            <p:ph sz="quarter" idx="21" hasCustomPrompt="1"/>
          </p:nvPr>
        </p:nvSpPr>
        <p:spPr>
          <a:xfrm>
            <a:off x="4104413" y="4068707"/>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21" name="Inhaltsplatzhalter 15">
            <a:extLst>
              <a:ext uri="{FF2B5EF4-FFF2-40B4-BE49-F238E27FC236}">
                <a16:creationId xmlns:a16="http://schemas.microsoft.com/office/drawing/2014/main" id="{4E02F85E-4461-32D8-B4BA-C175782C2D5E}"/>
              </a:ext>
            </a:extLst>
          </p:cNvPr>
          <p:cNvSpPr>
            <a:spLocks noGrp="1"/>
          </p:cNvSpPr>
          <p:nvPr>
            <p:ph sz="quarter" idx="23" hasCustomPrompt="1"/>
          </p:nvPr>
        </p:nvSpPr>
        <p:spPr>
          <a:xfrm>
            <a:off x="7788139" y="4068706"/>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23" name="Inhaltsplatzhalter 17">
            <a:extLst>
              <a:ext uri="{FF2B5EF4-FFF2-40B4-BE49-F238E27FC236}">
                <a16:creationId xmlns:a16="http://schemas.microsoft.com/office/drawing/2014/main" id="{1846BD88-21FC-08A1-F765-D9B36F648AFC}"/>
              </a:ext>
            </a:extLst>
          </p:cNvPr>
          <p:cNvSpPr>
            <a:spLocks noGrp="1"/>
          </p:cNvSpPr>
          <p:nvPr>
            <p:ph sz="quarter" idx="25" hasCustomPrompt="1"/>
          </p:nvPr>
        </p:nvSpPr>
        <p:spPr>
          <a:xfrm>
            <a:off x="420687" y="4068707"/>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de-DE"/>
              <a:t>Objekt hinzufügen</a:t>
            </a:r>
          </a:p>
        </p:txBody>
      </p:sp>
      <p:sp>
        <p:nvSpPr>
          <p:cNvPr id="3" name="Textplatzhalter 2">
            <a:extLst>
              <a:ext uri="{FF2B5EF4-FFF2-40B4-BE49-F238E27FC236}">
                <a16:creationId xmlns:a16="http://schemas.microsoft.com/office/drawing/2014/main" id="{62373788-24A4-CD20-4607-847F793C8950}"/>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4" name="Textplatzhalter 10">
            <a:extLst>
              <a:ext uri="{FF2B5EF4-FFF2-40B4-BE49-F238E27FC236}">
                <a16:creationId xmlns:a16="http://schemas.microsoft.com/office/drawing/2014/main" id="{8BA0EF94-0063-23A2-5029-9EC536F7A832}"/>
              </a:ext>
            </a:extLst>
          </p:cNvPr>
          <p:cNvSpPr>
            <a:spLocks noGrp="1"/>
          </p:cNvSpPr>
          <p:nvPr>
            <p:ph type="body" sz="quarter" idx="24" hasCustomPrompt="1"/>
          </p:nvPr>
        </p:nvSpPr>
        <p:spPr>
          <a:xfrm>
            <a:off x="420687" y="3640362"/>
            <a:ext cx="3386138" cy="275945"/>
          </a:xfrm>
          <a:ln>
            <a:noFill/>
          </a:ln>
        </p:spPr>
        <p:txBody>
          <a:bodyPr vert="horz" lIns="0" tIns="0" rIns="0" bIns="0" rtlCol="0">
            <a:noAutofit/>
          </a:bodyPr>
          <a:lstStyle>
            <a:lvl1pPr>
              <a:spcBef>
                <a:spcPts val="200"/>
              </a:spcBef>
              <a:defRPr lang="en-US" sz="800" dirty="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5" name="Textplatzhalter 10">
            <a:extLst>
              <a:ext uri="{FF2B5EF4-FFF2-40B4-BE49-F238E27FC236}">
                <a16:creationId xmlns:a16="http://schemas.microsoft.com/office/drawing/2014/main" id="{83EE0B9E-EC4C-6CA5-9975-6F393FB73E3D}"/>
              </a:ext>
            </a:extLst>
          </p:cNvPr>
          <p:cNvSpPr>
            <a:spLocks noGrp="1"/>
          </p:cNvSpPr>
          <p:nvPr>
            <p:ph type="body" sz="quarter" idx="26" hasCustomPrompt="1"/>
          </p:nvPr>
        </p:nvSpPr>
        <p:spPr>
          <a:xfrm>
            <a:off x="4104413" y="3640362"/>
            <a:ext cx="3386138" cy="275945"/>
          </a:xfrm>
          <a:ln>
            <a:noFill/>
          </a:ln>
        </p:spPr>
        <p:txBody>
          <a:bodyPr vert="horz" lIns="0" tIns="0" rIns="0" bIns="0" rtlCol="0">
            <a:noAutofit/>
          </a:bodyPr>
          <a:lstStyle>
            <a:lvl1pPr>
              <a:spcBef>
                <a:spcPts val="200"/>
              </a:spcBef>
              <a:defRPr lang="en-US" sz="800" dirty="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6" name="Textplatzhalter 10">
            <a:extLst>
              <a:ext uri="{FF2B5EF4-FFF2-40B4-BE49-F238E27FC236}">
                <a16:creationId xmlns:a16="http://schemas.microsoft.com/office/drawing/2014/main" id="{A708AFFA-C12A-047C-9F47-848F2B19C392}"/>
              </a:ext>
            </a:extLst>
          </p:cNvPr>
          <p:cNvSpPr>
            <a:spLocks noGrp="1"/>
          </p:cNvSpPr>
          <p:nvPr>
            <p:ph type="body" sz="quarter" idx="27" hasCustomPrompt="1"/>
          </p:nvPr>
        </p:nvSpPr>
        <p:spPr>
          <a:xfrm>
            <a:off x="7788139" y="3612226"/>
            <a:ext cx="3386138" cy="275945"/>
          </a:xfrm>
          <a:ln>
            <a:noFill/>
          </a:ln>
        </p:spPr>
        <p:txBody>
          <a:bodyPr vert="horz" lIns="0" tIns="0" rIns="0" bIns="0" rtlCol="0">
            <a:noAutofit/>
          </a:bodyPr>
          <a:lstStyle>
            <a:lvl1pPr>
              <a:spcBef>
                <a:spcPts val="200"/>
              </a:spcBef>
              <a:defRPr lang="en-US" sz="800" dirty="0">
                <a:latin typeface="Source Sans Pro" panose="020B0503030403020204" pitchFamily="34" charset="0"/>
                <a:ea typeface="Source Sans Pro" panose="020B0503030403020204" pitchFamily="34" charset="0"/>
              </a:defRPr>
            </a:lvl1pPr>
          </a:lstStyle>
          <a:p>
            <a:r>
              <a:rPr lang="de-DE" noProof="0"/>
              <a:t>Abb. X: Titel der Abbildung</a:t>
            </a:r>
          </a:p>
        </p:txBody>
      </p:sp>
    </p:spTree>
    <p:extLst>
      <p:ext uri="{BB962C8B-B14F-4D97-AF65-F5344CB8AC3E}">
        <p14:creationId xmlns:p14="http://schemas.microsoft.com/office/powerpoint/2010/main" val="15569362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_drei_Objekte_Design_V1">
    <p:spTree>
      <p:nvGrpSpPr>
        <p:cNvPr id="1" name=""/>
        <p:cNvGrpSpPr/>
        <p:nvPr/>
      </p:nvGrpSpPr>
      <p:grpSpPr>
        <a:xfrm>
          <a:off x="0" y="0"/>
          <a:ext cx="0" cy="0"/>
          <a:chOff x="0" y="0"/>
          <a:chExt cx="0" cy="0"/>
        </a:xfrm>
      </p:grpSpPr>
      <p:sp>
        <p:nvSpPr>
          <p:cNvPr id="17" name="Freihandform 16">
            <a:extLst>
              <a:ext uri="{FF2B5EF4-FFF2-40B4-BE49-F238E27FC236}">
                <a16:creationId xmlns:a16="http://schemas.microsoft.com/office/drawing/2014/main" id="{5C8441C9-0D8A-65CD-DC6F-202E759DC4FD}"/>
              </a:ext>
            </a:extLst>
          </p:cNvPr>
          <p:cNvSpPr/>
          <p:nvPr userDrawn="1"/>
        </p:nvSpPr>
        <p:spPr>
          <a:xfrm>
            <a:off x="0" y="0"/>
            <a:ext cx="12192000" cy="4454264"/>
          </a:xfrm>
          <a:custGeom>
            <a:avLst/>
            <a:gdLst>
              <a:gd name="connsiteX0" fmla="*/ 0 w 12192000"/>
              <a:gd name="connsiteY0" fmla="*/ 0 h 4454264"/>
              <a:gd name="connsiteX1" fmla="*/ 12192000 w 12192000"/>
              <a:gd name="connsiteY1" fmla="*/ 0 h 4454264"/>
              <a:gd name="connsiteX2" fmla="*/ 12192000 w 12192000"/>
              <a:gd name="connsiteY2" fmla="*/ 3601716 h 4454264"/>
              <a:gd name="connsiteX3" fmla="*/ 0 w 12192000"/>
              <a:gd name="connsiteY3" fmla="*/ 4454264 h 4454264"/>
            </a:gdLst>
            <a:ahLst/>
            <a:cxnLst>
              <a:cxn ang="0">
                <a:pos x="connsiteX0" y="connsiteY0"/>
              </a:cxn>
              <a:cxn ang="0">
                <a:pos x="connsiteX1" y="connsiteY1"/>
              </a:cxn>
              <a:cxn ang="0">
                <a:pos x="connsiteX2" y="connsiteY2"/>
              </a:cxn>
              <a:cxn ang="0">
                <a:pos x="connsiteX3" y="connsiteY3"/>
              </a:cxn>
            </a:cxnLst>
            <a:rect l="l" t="t" r="r" b="b"/>
            <a:pathLst>
              <a:path w="12192000" h="4454264">
                <a:moveTo>
                  <a:pt x="0" y="0"/>
                </a:moveTo>
                <a:lnTo>
                  <a:pt x="12192000" y="0"/>
                </a:lnTo>
                <a:lnTo>
                  <a:pt x="12192000" y="3601716"/>
                </a:lnTo>
                <a:lnTo>
                  <a:pt x="0" y="4454264"/>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a:latin typeface="Source Sans Pro" panose="020B0503030403020204" pitchFamily="34" charset="0"/>
              <a:ea typeface="Source Sans Pro" panose="020B0503030403020204" pitchFamily="34" charset="0"/>
            </a:endParaRPr>
          </a:p>
        </p:txBody>
      </p:sp>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endParaRPr lang="de-DE" sz="800" noProof="0"/>
          </a:p>
        </p:txBody>
      </p:sp>
      <p:sp>
        <p:nvSpPr>
          <p:cNvPr id="18" name="Textplatzhalter 15">
            <a:extLst>
              <a:ext uri="{FF2B5EF4-FFF2-40B4-BE49-F238E27FC236}">
                <a16:creationId xmlns:a16="http://schemas.microsoft.com/office/drawing/2014/main" id="{AF3A41B2-F9E1-2BB1-EA80-19E9FE78F52D}"/>
              </a:ext>
            </a:extLst>
          </p:cNvPr>
          <p:cNvSpPr>
            <a:spLocks noGrp="1"/>
          </p:cNvSpPr>
          <p:nvPr>
            <p:ph type="body" sz="quarter" idx="18" hasCustomPrompt="1"/>
          </p:nvPr>
        </p:nvSpPr>
        <p:spPr>
          <a:xfrm>
            <a:off x="4224338" y="3673061"/>
            <a:ext cx="3507577" cy="2459838"/>
          </a:xfrm>
          <a:prstGeom prst="rect">
            <a:avLst/>
          </a:prstGeom>
        </p:spPr>
        <p:txBody>
          <a:bodyPr/>
          <a:lstStyle>
            <a:lvl1pPr>
              <a:spcBef>
                <a:spcPts val="200"/>
              </a:spcBef>
              <a:spcAft>
                <a:spcPts val="0"/>
              </a:spcAft>
              <a:defRPr sz="2000">
                <a:solidFill>
                  <a:schemeClr val="tx1"/>
                </a:solidFill>
                <a:latin typeface="Source Sans Pro" panose="020B0503030403020204" pitchFamily="34" charset="0"/>
                <a:ea typeface="Source Sans Pro" panose="020B0503030403020204" pitchFamily="34" charset="0"/>
              </a:defRPr>
            </a:lvl1pPr>
            <a:lvl2pPr>
              <a:spcAft>
                <a:spcPts val="0"/>
              </a:spcAft>
              <a:defRPr sz="2000">
                <a:solidFill>
                  <a:schemeClr val="tx1"/>
                </a:solidFill>
                <a:latin typeface="Source Sans Pro" panose="020B0503030403020204" pitchFamily="34" charset="0"/>
                <a:ea typeface="Source Sans Pro" panose="020B0503030403020204" pitchFamily="34" charset="0"/>
              </a:defRPr>
            </a:lvl2pPr>
            <a:lvl3pPr>
              <a:spcAft>
                <a:spcPts val="0"/>
              </a:spcAft>
              <a:defRPr sz="2000">
                <a:solidFill>
                  <a:schemeClr val="tx1"/>
                </a:solidFill>
                <a:latin typeface="Source Sans Pro" panose="020B0503030403020204" pitchFamily="34" charset="0"/>
                <a:ea typeface="Source Sans Pro" panose="020B0503030403020204" pitchFamily="34" charset="0"/>
              </a:defRPr>
            </a:lvl3pPr>
          </a:lstStyle>
          <a:p>
            <a:r>
              <a:rPr lang="de-DE" sz="2000" noProof="0"/>
              <a:t>Aufzählung oder Fließtext Source Sans Pro Regular, 20 -32 </a:t>
            </a:r>
            <a:r>
              <a:rPr lang="de-DE" sz="2000" noProof="0" err="1"/>
              <a:t>pt</a:t>
            </a:r>
            <a:r>
              <a:rPr lang="de-DE" sz="2000" noProof="0"/>
              <a:t>.; </a:t>
            </a:r>
            <a:r>
              <a:rPr lang="de-DE" sz="2000" b="1" noProof="0"/>
              <a:t>Hervorhebungen Source Sans Pro </a:t>
            </a:r>
            <a:r>
              <a:rPr lang="de-DE" sz="2000" b="1" noProof="0" err="1"/>
              <a:t>Bold</a:t>
            </a:r>
            <a:r>
              <a:rPr lang="de-DE" sz="2000" b="1" noProof="0"/>
              <a:t>, 20 -32 </a:t>
            </a:r>
            <a:r>
              <a:rPr lang="de-DE" sz="2000" b="1" noProof="0" err="1"/>
              <a:t>pt</a:t>
            </a:r>
            <a:r>
              <a:rPr lang="de-DE" sz="2000" b="1" noProof="0"/>
              <a:t>.</a:t>
            </a:r>
            <a:endParaRPr lang="de-DE" noProof="0"/>
          </a:p>
        </p:txBody>
      </p:sp>
      <p:sp>
        <p:nvSpPr>
          <p:cNvPr id="19" name="Textplatzhalter 15">
            <a:extLst>
              <a:ext uri="{FF2B5EF4-FFF2-40B4-BE49-F238E27FC236}">
                <a16:creationId xmlns:a16="http://schemas.microsoft.com/office/drawing/2014/main" id="{FBF726BC-F46A-B73C-CFB3-AB4E000350C2}"/>
              </a:ext>
            </a:extLst>
          </p:cNvPr>
          <p:cNvSpPr>
            <a:spLocks noGrp="1"/>
          </p:cNvSpPr>
          <p:nvPr>
            <p:ph type="body" sz="quarter" idx="19" hasCustomPrompt="1"/>
          </p:nvPr>
        </p:nvSpPr>
        <p:spPr>
          <a:xfrm>
            <a:off x="7982401" y="3673059"/>
            <a:ext cx="3509849" cy="2459839"/>
          </a:xfrm>
          <a:prstGeom prst="rect">
            <a:avLst/>
          </a:prstGeom>
        </p:spPr>
        <p:txBody>
          <a:bodyPr/>
          <a:lstStyle>
            <a:lvl1pPr>
              <a:spcBef>
                <a:spcPts val="200"/>
              </a:spcBef>
              <a:spcAft>
                <a:spcPts val="0"/>
              </a:spcAft>
              <a:defRPr sz="2000">
                <a:solidFill>
                  <a:schemeClr val="tx1"/>
                </a:solidFill>
                <a:latin typeface="Source Sans Pro" panose="020B0503030403020204" pitchFamily="34" charset="0"/>
                <a:ea typeface="Source Sans Pro" panose="020B0503030403020204" pitchFamily="34" charset="0"/>
              </a:defRPr>
            </a:lvl1pPr>
            <a:lvl2pPr>
              <a:spcAft>
                <a:spcPts val="0"/>
              </a:spcAft>
              <a:defRPr sz="2000">
                <a:solidFill>
                  <a:schemeClr val="tx1"/>
                </a:solidFill>
                <a:latin typeface="Source Sans Pro" panose="020B0503030403020204" pitchFamily="34" charset="0"/>
                <a:ea typeface="Source Sans Pro" panose="020B0503030403020204" pitchFamily="34" charset="0"/>
              </a:defRPr>
            </a:lvl2pPr>
            <a:lvl3pPr>
              <a:spcAft>
                <a:spcPts val="0"/>
              </a:spcAft>
              <a:defRPr sz="2000">
                <a:solidFill>
                  <a:schemeClr val="tx1"/>
                </a:solidFill>
                <a:latin typeface="Source Sans Pro" panose="020B0503030403020204" pitchFamily="34" charset="0"/>
                <a:ea typeface="Source Sans Pro" panose="020B0503030403020204" pitchFamily="34" charset="0"/>
              </a:defRPr>
            </a:lvl3pPr>
          </a:lstStyle>
          <a:p>
            <a:r>
              <a:rPr lang="de-DE" sz="2000" noProof="0"/>
              <a:t>Aufzählung oder Fließtext Source Sans Pro Regular, 20 -32 </a:t>
            </a:r>
            <a:r>
              <a:rPr lang="de-DE" sz="2000" noProof="0" err="1"/>
              <a:t>pt</a:t>
            </a:r>
            <a:r>
              <a:rPr lang="de-DE" sz="2000" noProof="0"/>
              <a:t>.; </a:t>
            </a:r>
            <a:r>
              <a:rPr lang="de-DE" sz="2000" b="1" noProof="0"/>
              <a:t>Hervorhebungen Source Sans Pro </a:t>
            </a:r>
            <a:r>
              <a:rPr lang="de-DE" sz="2000" b="1" noProof="0" err="1"/>
              <a:t>Bold</a:t>
            </a:r>
            <a:r>
              <a:rPr lang="de-DE" sz="2000" b="1" noProof="0"/>
              <a:t>, 20 -32 </a:t>
            </a:r>
            <a:r>
              <a:rPr lang="de-DE" sz="2000" b="1" noProof="0" err="1"/>
              <a:t>pt</a:t>
            </a:r>
            <a:r>
              <a:rPr lang="de-DE" sz="2000" b="1" noProof="0"/>
              <a:t>.</a:t>
            </a:r>
            <a:endParaRPr lang="de-DE" noProof="0"/>
          </a:p>
        </p:txBody>
      </p:sp>
      <p:sp>
        <p:nvSpPr>
          <p:cNvPr id="20" name="Textplatzhalter 15">
            <a:extLst>
              <a:ext uri="{FF2B5EF4-FFF2-40B4-BE49-F238E27FC236}">
                <a16:creationId xmlns:a16="http://schemas.microsoft.com/office/drawing/2014/main" id="{5CE61D08-5F7E-C41B-7B0B-0D08E87D879C}"/>
              </a:ext>
            </a:extLst>
          </p:cNvPr>
          <p:cNvSpPr>
            <a:spLocks noGrp="1"/>
          </p:cNvSpPr>
          <p:nvPr>
            <p:ph type="body" sz="quarter" idx="23" hasCustomPrompt="1"/>
          </p:nvPr>
        </p:nvSpPr>
        <p:spPr>
          <a:xfrm>
            <a:off x="421691" y="3673059"/>
            <a:ext cx="3507577" cy="2459839"/>
          </a:xfrm>
          <a:prstGeom prst="rect">
            <a:avLst/>
          </a:prstGeom>
        </p:spPr>
        <p:txBody>
          <a:bodyPr/>
          <a:lstStyle>
            <a:lvl1pPr>
              <a:spcBef>
                <a:spcPts val="200"/>
              </a:spcBef>
              <a:spcAft>
                <a:spcPts val="0"/>
              </a:spcAft>
              <a:defRPr sz="2000">
                <a:solidFill>
                  <a:schemeClr val="tx1"/>
                </a:solidFill>
                <a:latin typeface="Source Sans Pro" panose="020B0503030403020204" pitchFamily="34" charset="0"/>
                <a:ea typeface="Source Sans Pro" panose="020B0503030403020204" pitchFamily="34" charset="0"/>
              </a:defRPr>
            </a:lvl1pPr>
            <a:lvl2pPr>
              <a:spcAft>
                <a:spcPts val="0"/>
              </a:spcAft>
              <a:defRPr sz="2000">
                <a:solidFill>
                  <a:schemeClr val="tx1"/>
                </a:solidFill>
                <a:latin typeface="Source Sans Pro" panose="020B0503030403020204" pitchFamily="34" charset="0"/>
                <a:ea typeface="Source Sans Pro" panose="020B0503030403020204" pitchFamily="34" charset="0"/>
              </a:defRPr>
            </a:lvl2pPr>
            <a:lvl3pPr>
              <a:spcAft>
                <a:spcPts val="0"/>
              </a:spcAft>
              <a:defRPr sz="2000">
                <a:solidFill>
                  <a:schemeClr val="tx1"/>
                </a:solidFill>
                <a:latin typeface="Source Sans Pro" panose="020B0503030403020204" pitchFamily="34" charset="0"/>
                <a:ea typeface="Source Sans Pro" panose="020B0503030403020204" pitchFamily="34" charset="0"/>
              </a:defRPr>
            </a:lvl3pPr>
          </a:lstStyle>
          <a:p>
            <a:r>
              <a:rPr lang="de-DE" sz="2000" noProof="0"/>
              <a:t>Aufzählung oder Fließtext Source Sans Pro Regular, 20 -32 </a:t>
            </a:r>
            <a:r>
              <a:rPr lang="de-DE" sz="2000" noProof="0" err="1"/>
              <a:t>pt</a:t>
            </a:r>
            <a:r>
              <a:rPr lang="de-DE" sz="2000" noProof="0"/>
              <a:t>.; </a:t>
            </a:r>
            <a:r>
              <a:rPr lang="de-DE" sz="2000" b="1" noProof="0"/>
              <a:t>Hervorhebungen Source Sans Pro </a:t>
            </a:r>
            <a:r>
              <a:rPr lang="de-DE" sz="2000" b="1" noProof="0" err="1"/>
              <a:t>Bold</a:t>
            </a:r>
            <a:r>
              <a:rPr lang="de-DE" sz="2000" b="1" noProof="0"/>
              <a:t>, 20 -32 </a:t>
            </a:r>
            <a:r>
              <a:rPr lang="de-DE" sz="2000" b="1" noProof="0" err="1"/>
              <a:t>pt</a:t>
            </a:r>
            <a:r>
              <a:rPr lang="de-DE" sz="2000" b="1" noProof="0"/>
              <a:t>.</a:t>
            </a:r>
            <a:endParaRPr lang="de-DE" noProof="0"/>
          </a:p>
        </p:txBody>
      </p:sp>
      <p:sp>
        <p:nvSpPr>
          <p:cNvPr id="21" name="Inhaltsplatzhalter 3">
            <a:extLst>
              <a:ext uri="{FF2B5EF4-FFF2-40B4-BE49-F238E27FC236}">
                <a16:creationId xmlns:a16="http://schemas.microsoft.com/office/drawing/2014/main" id="{B625AB45-92A3-80D4-D6C0-95D844D02B97}"/>
              </a:ext>
            </a:extLst>
          </p:cNvPr>
          <p:cNvSpPr>
            <a:spLocks noGrp="1"/>
          </p:cNvSpPr>
          <p:nvPr>
            <p:ph sz="quarter" idx="24" hasCustomPrompt="1"/>
          </p:nvPr>
        </p:nvSpPr>
        <p:spPr>
          <a:xfrm>
            <a:off x="4210484" y="1384877"/>
            <a:ext cx="3507577" cy="1817155"/>
          </a:xfrm>
        </p:spPr>
        <p:txBody>
          <a:bodyPr/>
          <a:lstStyle>
            <a:lvl1pPr>
              <a:defRPr>
                <a:latin typeface="Source Sans Pro" panose="020B0503030403020204" pitchFamily="34" charset="0"/>
                <a:ea typeface="Source Sans Pro" panose="020B0503030403020204" pitchFamily="34" charset="0"/>
              </a:defRPr>
            </a:lvl1pPr>
          </a:lstStyle>
          <a:p>
            <a:pPr marL="0" marR="0" lvl="0" indent="0" algn="l" defTabSz="914400" rtl="0" eaLnBrk="1" fontAlgn="auto" latinLnBrk="0" hangingPunct="1">
              <a:lnSpc>
                <a:spcPct val="120000"/>
              </a:lnSpc>
              <a:spcBef>
                <a:spcPts val="0"/>
              </a:spcBef>
              <a:spcAft>
                <a:spcPts val="0"/>
              </a:spcAft>
              <a:buClrTx/>
              <a:buSzPct val="120000"/>
              <a:buFont typeface="Symbol" pitchFamily="2" charset="2"/>
              <a:buNone/>
              <a:tabLst/>
              <a:defRPr/>
            </a:pPr>
            <a:r>
              <a:rPr lang="de-DE"/>
              <a:t>Objekt hinzufügen</a:t>
            </a:r>
          </a:p>
          <a:p>
            <a:pPr lvl="0"/>
            <a:endParaRPr lang="de-DE"/>
          </a:p>
        </p:txBody>
      </p:sp>
      <p:sp>
        <p:nvSpPr>
          <p:cNvPr id="22" name="Textplatzhalter 22">
            <a:extLst>
              <a:ext uri="{FF2B5EF4-FFF2-40B4-BE49-F238E27FC236}">
                <a16:creationId xmlns:a16="http://schemas.microsoft.com/office/drawing/2014/main" id="{110D1CE3-F94F-6461-15C7-E4F26FB4ED33}"/>
              </a:ext>
            </a:extLst>
          </p:cNvPr>
          <p:cNvSpPr>
            <a:spLocks noGrp="1"/>
          </p:cNvSpPr>
          <p:nvPr>
            <p:ph type="body" sz="quarter" idx="22" hasCustomPrompt="1"/>
          </p:nvPr>
        </p:nvSpPr>
        <p:spPr>
          <a:xfrm>
            <a:off x="4210484" y="1042033"/>
            <a:ext cx="3507577" cy="275945"/>
          </a:xfrm>
        </p:spPr>
        <p:txBody>
          <a:bodyPr anchor="t" anchorCtr="0"/>
          <a:lstStyle>
            <a:lvl1pPr>
              <a:spcBef>
                <a:spcPts val="200"/>
              </a:spcBef>
              <a:defRPr sz="800">
                <a:latin typeface="Source Sans Pro" panose="020B0503030403020204" pitchFamily="34" charset="0"/>
                <a:ea typeface="Source Sans Pro" panose="020B0503030403020204" pitchFamily="34" charset="0"/>
              </a:defRPr>
            </a:lvl1pPr>
            <a:lvl2pPr>
              <a:defRPr sz="800"/>
            </a:lvl2pPr>
            <a:lvl3pPr>
              <a:defRPr sz="800"/>
            </a:lvl3pPr>
            <a:lvl4pPr>
              <a:defRPr sz="800"/>
            </a:lvl4pPr>
            <a:lvl5pPr>
              <a:defRPr sz="800"/>
            </a:lvl5pPr>
          </a:lstStyle>
          <a:p>
            <a:r>
              <a:rPr lang="de-DE" noProof="0"/>
              <a:t>Abb. X: Titel der Abbildung</a:t>
            </a:r>
          </a:p>
        </p:txBody>
      </p:sp>
      <p:sp>
        <p:nvSpPr>
          <p:cNvPr id="23" name="Inhaltsplatzhalter 3">
            <a:extLst>
              <a:ext uri="{FF2B5EF4-FFF2-40B4-BE49-F238E27FC236}">
                <a16:creationId xmlns:a16="http://schemas.microsoft.com/office/drawing/2014/main" id="{423B9025-9634-BCF8-EBD7-84B88BB873C1}"/>
              </a:ext>
            </a:extLst>
          </p:cNvPr>
          <p:cNvSpPr>
            <a:spLocks noGrp="1"/>
          </p:cNvSpPr>
          <p:nvPr>
            <p:ph sz="quarter" idx="27" hasCustomPrompt="1"/>
          </p:nvPr>
        </p:nvSpPr>
        <p:spPr>
          <a:xfrm>
            <a:off x="7982402" y="1384876"/>
            <a:ext cx="3507577" cy="1817154"/>
          </a:xfrm>
        </p:spPr>
        <p:txBody>
          <a:bodyPr/>
          <a:lstStyle>
            <a:lvl1pPr>
              <a:defRPr>
                <a:latin typeface="Source Sans Pro" panose="020B0503030403020204" pitchFamily="34" charset="0"/>
                <a:ea typeface="Source Sans Pro" panose="020B0503030403020204" pitchFamily="34" charset="0"/>
              </a:defRPr>
            </a:lvl1pPr>
          </a:lstStyle>
          <a:p>
            <a:pPr marL="0" marR="0" lvl="0" indent="0" algn="l" defTabSz="914400" rtl="0" eaLnBrk="1" fontAlgn="auto" latinLnBrk="0" hangingPunct="1">
              <a:lnSpc>
                <a:spcPct val="120000"/>
              </a:lnSpc>
              <a:spcBef>
                <a:spcPts val="0"/>
              </a:spcBef>
              <a:spcAft>
                <a:spcPts val="0"/>
              </a:spcAft>
              <a:buClrTx/>
              <a:buSzPct val="120000"/>
              <a:buFont typeface="Symbol" pitchFamily="2" charset="2"/>
              <a:buNone/>
              <a:tabLst/>
              <a:defRPr/>
            </a:pPr>
            <a:r>
              <a:rPr lang="de-DE"/>
              <a:t>Objekt hinzufügen</a:t>
            </a:r>
          </a:p>
          <a:p>
            <a:pPr lvl="0"/>
            <a:endParaRPr lang="de-DE"/>
          </a:p>
        </p:txBody>
      </p:sp>
      <p:sp>
        <p:nvSpPr>
          <p:cNvPr id="24" name="Textplatzhalter 22">
            <a:extLst>
              <a:ext uri="{FF2B5EF4-FFF2-40B4-BE49-F238E27FC236}">
                <a16:creationId xmlns:a16="http://schemas.microsoft.com/office/drawing/2014/main" id="{9649F2C6-4261-A5B3-AAC6-73D8832451C0}"/>
              </a:ext>
            </a:extLst>
          </p:cNvPr>
          <p:cNvSpPr>
            <a:spLocks noGrp="1"/>
          </p:cNvSpPr>
          <p:nvPr>
            <p:ph type="body" sz="quarter" idx="28" hasCustomPrompt="1"/>
          </p:nvPr>
        </p:nvSpPr>
        <p:spPr>
          <a:xfrm>
            <a:off x="7982402" y="1042032"/>
            <a:ext cx="3507577" cy="275945"/>
          </a:xfrm>
        </p:spPr>
        <p:txBody>
          <a:bodyPr anchor="t" anchorCtr="0"/>
          <a:lstStyle>
            <a:lvl1pPr>
              <a:spcBef>
                <a:spcPts val="200"/>
              </a:spcBef>
              <a:defRPr sz="800">
                <a:latin typeface="Source Sans Pro" panose="020B0503030403020204" pitchFamily="34" charset="0"/>
                <a:ea typeface="Source Sans Pro" panose="020B0503030403020204" pitchFamily="34" charset="0"/>
              </a:defRPr>
            </a:lvl1pPr>
            <a:lvl2pPr>
              <a:defRPr sz="800"/>
            </a:lvl2pPr>
            <a:lvl3pPr>
              <a:defRPr sz="800"/>
            </a:lvl3pPr>
            <a:lvl4pPr>
              <a:defRPr sz="800"/>
            </a:lvl4pPr>
            <a:lvl5pPr>
              <a:defRPr sz="800"/>
            </a:lvl5pPr>
          </a:lstStyle>
          <a:p>
            <a:r>
              <a:rPr lang="de-DE" noProof="0"/>
              <a:t>Abb. X: Titel der Abbildung</a:t>
            </a:r>
          </a:p>
        </p:txBody>
      </p:sp>
      <p:sp>
        <p:nvSpPr>
          <p:cNvPr id="25" name="Inhaltsplatzhalter 3">
            <a:extLst>
              <a:ext uri="{FF2B5EF4-FFF2-40B4-BE49-F238E27FC236}">
                <a16:creationId xmlns:a16="http://schemas.microsoft.com/office/drawing/2014/main" id="{2ACA1FDA-B04B-A15B-7550-38ED6B6316E7}"/>
              </a:ext>
            </a:extLst>
          </p:cNvPr>
          <p:cNvSpPr>
            <a:spLocks noGrp="1"/>
          </p:cNvSpPr>
          <p:nvPr>
            <p:ph sz="quarter" idx="29" hasCustomPrompt="1"/>
          </p:nvPr>
        </p:nvSpPr>
        <p:spPr>
          <a:xfrm>
            <a:off x="420688" y="1384877"/>
            <a:ext cx="3507577" cy="1817155"/>
          </a:xfrm>
        </p:spPr>
        <p:txBody>
          <a:bodyPr/>
          <a:lstStyle>
            <a:lvl1pPr>
              <a:defRPr>
                <a:latin typeface="Source Sans Pro" panose="020B0503030403020204" pitchFamily="34" charset="0"/>
                <a:ea typeface="Source Sans Pro" panose="020B0503030403020204" pitchFamily="34" charset="0"/>
              </a:defRPr>
            </a:lvl1pPr>
          </a:lstStyle>
          <a:p>
            <a:pPr marL="0" marR="0" lvl="0" indent="0" algn="l" defTabSz="914400" rtl="0" eaLnBrk="1" fontAlgn="auto" latinLnBrk="0" hangingPunct="1">
              <a:lnSpc>
                <a:spcPct val="120000"/>
              </a:lnSpc>
              <a:spcBef>
                <a:spcPts val="0"/>
              </a:spcBef>
              <a:spcAft>
                <a:spcPts val="0"/>
              </a:spcAft>
              <a:buClrTx/>
              <a:buSzPct val="120000"/>
              <a:buFont typeface="Symbol" pitchFamily="2" charset="2"/>
              <a:buNone/>
              <a:tabLst/>
              <a:defRPr/>
            </a:pPr>
            <a:r>
              <a:rPr lang="de-DE"/>
              <a:t>Objekt hinzufügen</a:t>
            </a:r>
          </a:p>
          <a:p>
            <a:pPr lvl="0"/>
            <a:endParaRPr lang="de-DE"/>
          </a:p>
        </p:txBody>
      </p:sp>
      <p:sp>
        <p:nvSpPr>
          <p:cNvPr id="26" name="Textplatzhalter 22">
            <a:extLst>
              <a:ext uri="{FF2B5EF4-FFF2-40B4-BE49-F238E27FC236}">
                <a16:creationId xmlns:a16="http://schemas.microsoft.com/office/drawing/2014/main" id="{74967F76-61FB-9A0E-FC6C-1F35D5B3DD04}"/>
              </a:ext>
            </a:extLst>
          </p:cNvPr>
          <p:cNvSpPr>
            <a:spLocks noGrp="1"/>
          </p:cNvSpPr>
          <p:nvPr>
            <p:ph type="body" sz="quarter" idx="30" hasCustomPrompt="1"/>
          </p:nvPr>
        </p:nvSpPr>
        <p:spPr>
          <a:xfrm>
            <a:off x="420688" y="1042033"/>
            <a:ext cx="3507577" cy="275945"/>
          </a:xfrm>
        </p:spPr>
        <p:txBody>
          <a:bodyPr anchor="t" anchorCtr="0"/>
          <a:lstStyle>
            <a:lvl1pPr>
              <a:spcBef>
                <a:spcPts val="200"/>
              </a:spcBef>
              <a:defRPr sz="800">
                <a:latin typeface="Source Sans Pro" panose="020B0503030403020204" pitchFamily="34" charset="0"/>
                <a:ea typeface="Source Sans Pro" panose="020B0503030403020204" pitchFamily="34" charset="0"/>
              </a:defRPr>
            </a:lvl1pPr>
            <a:lvl2pPr>
              <a:defRPr sz="800"/>
            </a:lvl2pPr>
            <a:lvl3pPr>
              <a:defRPr sz="800"/>
            </a:lvl3pPr>
            <a:lvl4pPr>
              <a:defRPr sz="800"/>
            </a:lvl4pPr>
            <a:lvl5pPr>
              <a:defRPr sz="800"/>
            </a:lvl5pPr>
          </a:lstStyle>
          <a:p>
            <a:r>
              <a:rPr lang="de-DE" noProof="0"/>
              <a:t>Abb. X: Titel der Abbildung</a:t>
            </a:r>
          </a:p>
        </p:txBody>
      </p:sp>
      <p:sp>
        <p:nvSpPr>
          <p:cNvPr id="2" name="Textplatzhalter 2">
            <a:extLst>
              <a:ext uri="{FF2B5EF4-FFF2-40B4-BE49-F238E27FC236}">
                <a16:creationId xmlns:a16="http://schemas.microsoft.com/office/drawing/2014/main" id="{BB7FAA8E-7B8D-C177-FD55-F50D26734AED}"/>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29357548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_drei_Objekte_Design_V2">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en-US"/>
              <a:t>Quelle Text: Autorennachname, JJJJ, S. 123.</a:t>
            </a:r>
            <a:br>
              <a:rPr lang="en-US"/>
            </a:br>
            <a:r>
              <a:rPr lang="en-US"/>
              <a:t>Quelle Abbildung: Autorennachname, JJJJ.</a:t>
            </a:r>
            <a:endParaRPr lang="de-DE" sz="800"/>
          </a:p>
        </p:txBody>
      </p:sp>
      <p:sp>
        <p:nvSpPr>
          <p:cNvPr id="4" name="Freihandform 3">
            <a:extLst>
              <a:ext uri="{FF2B5EF4-FFF2-40B4-BE49-F238E27FC236}">
                <a16:creationId xmlns:a16="http://schemas.microsoft.com/office/drawing/2014/main" id="{92101234-D127-70A6-6CBF-7A16E4D1D9F6}"/>
              </a:ext>
            </a:extLst>
          </p:cNvPr>
          <p:cNvSpPr/>
          <p:nvPr userDrawn="1"/>
        </p:nvSpPr>
        <p:spPr>
          <a:xfrm>
            <a:off x="0" y="3213099"/>
            <a:ext cx="12192000" cy="3644901"/>
          </a:xfrm>
          <a:custGeom>
            <a:avLst/>
            <a:gdLst>
              <a:gd name="connsiteX0" fmla="*/ 12192000 w 12192000"/>
              <a:gd name="connsiteY0" fmla="*/ 0 h 3227627"/>
              <a:gd name="connsiteX1" fmla="*/ 12192000 w 12192000"/>
              <a:gd name="connsiteY1" fmla="*/ 3227627 h 3227627"/>
              <a:gd name="connsiteX2" fmla="*/ 0 w 12192000"/>
              <a:gd name="connsiteY2" fmla="*/ 3227627 h 3227627"/>
              <a:gd name="connsiteX3" fmla="*/ 0 w 12192000"/>
              <a:gd name="connsiteY3" fmla="*/ 852548 h 3227627"/>
            </a:gdLst>
            <a:ahLst/>
            <a:cxnLst>
              <a:cxn ang="0">
                <a:pos x="connsiteX0" y="connsiteY0"/>
              </a:cxn>
              <a:cxn ang="0">
                <a:pos x="connsiteX1" y="connsiteY1"/>
              </a:cxn>
              <a:cxn ang="0">
                <a:pos x="connsiteX2" y="connsiteY2"/>
              </a:cxn>
              <a:cxn ang="0">
                <a:pos x="connsiteX3" y="connsiteY3"/>
              </a:cxn>
            </a:cxnLst>
            <a:rect l="l" t="t" r="r" b="b"/>
            <a:pathLst>
              <a:path w="12192000" h="3227627">
                <a:moveTo>
                  <a:pt x="12192000" y="0"/>
                </a:moveTo>
                <a:lnTo>
                  <a:pt x="12192000" y="3227627"/>
                </a:lnTo>
                <a:lnTo>
                  <a:pt x="0" y="3227627"/>
                </a:lnTo>
                <a:lnTo>
                  <a:pt x="0" y="852548"/>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latin typeface="Source Sans Pro" panose="020B0503030403020204" pitchFamily="34" charset="0"/>
              <a:ea typeface="Source Sans Pro" panose="020B0503030403020204" pitchFamily="34" charset="0"/>
            </a:endParaRPr>
          </a:p>
        </p:txBody>
      </p:sp>
      <p:sp>
        <p:nvSpPr>
          <p:cNvPr id="5" name="Textplatzhalter 15">
            <a:extLst>
              <a:ext uri="{FF2B5EF4-FFF2-40B4-BE49-F238E27FC236}">
                <a16:creationId xmlns:a16="http://schemas.microsoft.com/office/drawing/2014/main" id="{BD336AED-2DF0-396C-3763-F4D037CC2D9F}"/>
              </a:ext>
            </a:extLst>
          </p:cNvPr>
          <p:cNvSpPr>
            <a:spLocks noGrp="1"/>
          </p:cNvSpPr>
          <p:nvPr>
            <p:ph type="body" sz="quarter" idx="18" hasCustomPrompt="1"/>
          </p:nvPr>
        </p:nvSpPr>
        <p:spPr>
          <a:xfrm>
            <a:off x="4224338" y="4267385"/>
            <a:ext cx="3507577" cy="1865513"/>
          </a:xfrm>
          <a:prstGeom prst="rect">
            <a:avLst/>
          </a:prstGeom>
        </p:spPr>
        <p:txBody>
          <a:bodyPr/>
          <a:lstStyle>
            <a:lvl1pPr>
              <a:spcBef>
                <a:spcPts val="200"/>
              </a:spcBef>
              <a:spcAft>
                <a:spcPts val="0"/>
              </a:spcAft>
              <a:defRPr sz="2000">
                <a:solidFill>
                  <a:schemeClr val="tx1"/>
                </a:solidFill>
                <a:latin typeface="Source Sans Pro" panose="020B0503030403020204" pitchFamily="34" charset="0"/>
                <a:ea typeface="Source Sans Pro" panose="020B0503030403020204" pitchFamily="34" charset="0"/>
              </a:defRPr>
            </a:lvl1pPr>
            <a:lvl2pPr>
              <a:spcAft>
                <a:spcPts val="0"/>
              </a:spcAft>
              <a:defRPr sz="2000">
                <a:solidFill>
                  <a:schemeClr val="tx1"/>
                </a:solidFill>
                <a:latin typeface="Source Sans Pro" panose="020B0503030403020204" pitchFamily="34" charset="0"/>
                <a:ea typeface="Source Sans Pro" panose="020B0503030403020204" pitchFamily="34" charset="0"/>
              </a:defRPr>
            </a:lvl2pPr>
            <a:lvl3pPr>
              <a:spcAft>
                <a:spcPts val="0"/>
              </a:spcAft>
              <a:defRPr sz="2000">
                <a:solidFill>
                  <a:schemeClr val="tx1"/>
                </a:solidFill>
                <a:latin typeface="Source Sans Pro" panose="020B0503030403020204" pitchFamily="34" charset="0"/>
                <a:ea typeface="Source Sans Pro" panose="020B0503030403020204" pitchFamily="34" charset="0"/>
              </a:defRPr>
            </a:lvl3pPr>
          </a:lstStyle>
          <a:p>
            <a:r>
              <a:rPr lang="de-DE" sz="2000" noProof="0"/>
              <a:t>Aufzählung oder Fließtext Source Sans Pro Regular, 20 -32 </a:t>
            </a:r>
            <a:r>
              <a:rPr lang="de-DE" sz="2000" noProof="0" err="1"/>
              <a:t>pt</a:t>
            </a:r>
            <a:r>
              <a:rPr lang="de-DE" sz="2000" noProof="0"/>
              <a:t>.; </a:t>
            </a:r>
            <a:r>
              <a:rPr lang="de-DE" sz="2000" b="1" noProof="0"/>
              <a:t>Hervorhebungen Source Sans Pro </a:t>
            </a:r>
            <a:r>
              <a:rPr lang="de-DE" sz="2000" b="1" noProof="0" err="1"/>
              <a:t>Bold</a:t>
            </a:r>
            <a:r>
              <a:rPr lang="de-DE" sz="2000" b="1" noProof="0"/>
              <a:t>, 20 -32 </a:t>
            </a:r>
            <a:r>
              <a:rPr lang="de-DE" sz="2000" b="1" noProof="0" err="1"/>
              <a:t>pt</a:t>
            </a:r>
            <a:r>
              <a:rPr lang="de-DE" sz="2000" b="1" noProof="0"/>
              <a:t>.</a:t>
            </a:r>
            <a:endParaRPr lang="de-DE" noProof="0"/>
          </a:p>
        </p:txBody>
      </p:sp>
      <p:sp>
        <p:nvSpPr>
          <p:cNvPr id="6" name="Textplatzhalter 15">
            <a:extLst>
              <a:ext uri="{FF2B5EF4-FFF2-40B4-BE49-F238E27FC236}">
                <a16:creationId xmlns:a16="http://schemas.microsoft.com/office/drawing/2014/main" id="{20B61CFF-E459-B35A-ED41-0535389A8AE5}"/>
              </a:ext>
            </a:extLst>
          </p:cNvPr>
          <p:cNvSpPr>
            <a:spLocks noGrp="1"/>
          </p:cNvSpPr>
          <p:nvPr>
            <p:ph type="body" sz="quarter" idx="19" hasCustomPrompt="1"/>
          </p:nvPr>
        </p:nvSpPr>
        <p:spPr>
          <a:xfrm>
            <a:off x="7982401" y="4267384"/>
            <a:ext cx="3509849" cy="1865514"/>
          </a:xfrm>
          <a:prstGeom prst="rect">
            <a:avLst/>
          </a:prstGeom>
        </p:spPr>
        <p:txBody>
          <a:bodyPr/>
          <a:lstStyle>
            <a:lvl1pPr>
              <a:spcBef>
                <a:spcPts val="200"/>
              </a:spcBef>
              <a:spcAft>
                <a:spcPts val="0"/>
              </a:spcAft>
              <a:defRPr sz="2000">
                <a:solidFill>
                  <a:schemeClr val="tx1"/>
                </a:solidFill>
                <a:latin typeface="Source Sans Pro" panose="020B0503030403020204" pitchFamily="34" charset="0"/>
                <a:ea typeface="Source Sans Pro" panose="020B0503030403020204" pitchFamily="34" charset="0"/>
              </a:defRPr>
            </a:lvl1pPr>
            <a:lvl2pPr>
              <a:spcAft>
                <a:spcPts val="0"/>
              </a:spcAft>
              <a:defRPr sz="2000">
                <a:solidFill>
                  <a:schemeClr val="tx1"/>
                </a:solidFill>
                <a:latin typeface="Source Sans Pro" panose="020B0503030403020204" pitchFamily="34" charset="0"/>
                <a:ea typeface="Source Sans Pro" panose="020B0503030403020204" pitchFamily="34" charset="0"/>
              </a:defRPr>
            </a:lvl2pPr>
            <a:lvl3pPr>
              <a:spcAft>
                <a:spcPts val="0"/>
              </a:spcAft>
              <a:defRPr sz="2000">
                <a:solidFill>
                  <a:schemeClr val="tx1"/>
                </a:solidFill>
                <a:latin typeface="Source Sans Pro" panose="020B0503030403020204" pitchFamily="34" charset="0"/>
                <a:ea typeface="Source Sans Pro" panose="020B0503030403020204" pitchFamily="34" charset="0"/>
              </a:defRPr>
            </a:lvl3pPr>
          </a:lstStyle>
          <a:p>
            <a:r>
              <a:rPr lang="de-DE" sz="2000" noProof="0"/>
              <a:t>Aufzählung oder Fließtext Source Sans Pro Regular, 20 -32 </a:t>
            </a:r>
            <a:r>
              <a:rPr lang="de-DE" sz="2000" noProof="0" err="1"/>
              <a:t>pt</a:t>
            </a:r>
            <a:r>
              <a:rPr lang="de-DE" sz="2000" noProof="0"/>
              <a:t>.; </a:t>
            </a:r>
            <a:r>
              <a:rPr lang="de-DE" sz="2000" b="1" noProof="0"/>
              <a:t>Hervorhebungen Source Sans Pro </a:t>
            </a:r>
            <a:r>
              <a:rPr lang="de-DE" sz="2000" b="1" noProof="0" err="1"/>
              <a:t>Bold</a:t>
            </a:r>
            <a:r>
              <a:rPr lang="de-DE" sz="2000" b="1" noProof="0"/>
              <a:t>, 20 -32 </a:t>
            </a:r>
            <a:r>
              <a:rPr lang="de-DE" sz="2000" b="1" noProof="0" err="1"/>
              <a:t>pt</a:t>
            </a:r>
            <a:r>
              <a:rPr lang="de-DE" sz="2000" b="1" noProof="0"/>
              <a:t>.</a:t>
            </a:r>
            <a:endParaRPr lang="de-DE" noProof="0"/>
          </a:p>
        </p:txBody>
      </p:sp>
      <p:sp>
        <p:nvSpPr>
          <p:cNvPr id="7" name="Textplatzhalter 15">
            <a:extLst>
              <a:ext uri="{FF2B5EF4-FFF2-40B4-BE49-F238E27FC236}">
                <a16:creationId xmlns:a16="http://schemas.microsoft.com/office/drawing/2014/main" id="{26CD0A30-3FF2-9E7C-CB0F-CAD8A44136EA}"/>
              </a:ext>
            </a:extLst>
          </p:cNvPr>
          <p:cNvSpPr>
            <a:spLocks noGrp="1"/>
          </p:cNvSpPr>
          <p:nvPr>
            <p:ph type="body" sz="quarter" idx="23" hasCustomPrompt="1"/>
          </p:nvPr>
        </p:nvSpPr>
        <p:spPr>
          <a:xfrm>
            <a:off x="421691" y="4267384"/>
            <a:ext cx="3507577" cy="1865514"/>
          </a:xfrm>
          <a:prstGeom prst="rect">
            <a:avLst/>
          </a:prstGeom>
        </p:spPr>
        <p:txBody>
          <a:bodyPr/>
          <a:lstStyle>
            <a:lvl1pPr>
              <a:spcBef>
                <a:spcPts val="200"/>
              </a:spcBef>
              <a:spcAft>
                <a:spcPts val="0"/>
              </a:spcAft>
              <a:defRPr sz="2000">
                <a:solidFill>
                  <a:schemeClr val="tx1"/>
                </a:solidFill>
                <a:latin typeface="Source Sans Pro" panose="020B0503030403020204" pitchFamily="34" charset="0"/>
                <a:ea typeface="Source Sans Pro" panose="020B0503030403020204" pitchFamily="34" charset="0"/>
              </a:defRPr>
            </a:lvl1pPr>
            <a:lvl2pPr>
              <a:spcAft>
                <a:spcPts val="0"/>
              </a:spcAft>
              <a:defRPr sz="2000">
                <a:solidFill>
                  <a:schemeClr val="tx1"/>
                </a:solidFill>
                <a:latin typeface="Source Sans Pro" panose="020B0503030403020204" pitchFamily="34" charset="0"/>
                <a:ea typeface="Source Sans Pro" panose="020B0503030403020204" pitchFamily="34" charset="0"/>
              </a:defRPr>
            </a:lvl2pPr>
            <a:lvl3pPr>
              <a:spcAft>
                <a:spcPts val="0"/>
              </a:spcAft>
              <a:defRPr sz="2000">
                <a:solidFill>
                  <a:schemeClr val="tx1"/>
                </a:solidFill>
                <a:latin typeface="Source Sans Pro" panose="020B0503030403020204" pitchFamily="34" charset="0"/>
                <a:ea typeface="Source Sans Pro" panose="020B0503030403020204" pitchFamily="34" charset="0"/>
              </a:defRPr>
            </a:lvl3pPr>
          </a:lstStyle>
          <a:p>
            <a:r>
              <a:rPr lang="de-DE" sz="2000" noProof="0"/>
              <a:t>Aufzählung oder Fließtext Source Sans Pro Regular, 20 -32 </a:t>
            </a:r>
            <a:r>
              <a:rPr lang="de-DE" sz="2000" noProof="0" err="1"/>
              <a:t>pt</a:t>
            </a:r>
            <a:r>
              <a:rPr lang="de-DE" sz="2000" noProof="0"/>
              <a:t>.; </a:t>
            </a:r>
            <a:r>
              <a:rPr lang="de-DE" sz="2000" b="1" noProof="0"/>
              <a:t>Hervorhebungen Source Sans Pro </a:t>
            </a:r>
            <a:r>
              <a:rPr lang="de-DE" sz="2000" b="1" noProof="0" err="1"/>
              <a:t>Bold</a:t>
            </a:r>
            <a:r>
              <a:rPr lang="de-DE" sz="2000" b="1" noProof="0"/>
              <a:t>, 20 -32 </a:t>
            </a:r>
            <a:r>
              <a:rPr lang="de-DE" sz="2000" b="1" noProof="0" err="1"/>
              <a:t>pt</a:t>
            </a:r>
            <a:r>
              <a:rPr lang="de-DE" sz="2000" b="1" noProof="0"/>
              <a:t>.</a:t>
            </a:r>
            <a:endParaRPr lang="de-DE" noProof="0"/>
          </a:p>
        </p:txBody>
      </p:sp>
      <p:sp>
        <p:nvSpPr>
          <p:cNvPr id="8" name="Inhaltsplatzhalter 3">
            <a:extLst>
              <a:ext uri="{FF2B5EF4-FFF2-40B4-BE49-F238E27FC236}">
                <a16:creationId xmlns:a16="http://schemas.microsoft.com/office/drawing/2014/main" id="{35734A3B-87D5-9187-A92A-E75E8E529892}"/>
              </a:ext>
            </a:extLst>
          </p:cNvPr>
          <p:cNvSpPr>
            <a:spLocks noGrp="1"/>
          </p:cNvSpPr>
          <p:nvPr>
            <p:ph sz="quarter" idx="21" hasCustomPrompt="1"/>
          </p:nvPr>
        </p:nvSpPr>
        <p:spPr>
          <a:xfrm>
            <a:off x="4210483" y="1363436"/>
            <a:ext cx="3507577" cy="2065393"/>
          </a:xfrm>
        </p:spPr>
        <p:txBody>
          <a:bodyPr/>
          <a:lstStyle>
            <a:lvl1pPr>
              <a:defRPr>
                <a:latin typeface="Source Sans Pro" panose="020B0503030403020204" pitchFamily="34" charset="0"/>
                <a:ea typeface="Source Sans Pro" panose="020B0503030403020204" pitchFamily="34" charset="0"/>
              </a:defRPr>
            </a:lvl1pPr>
          </a:lstStyle>
          <a:p>
            <a:pPr marL="0" marR="0" lvl="0" indent="0" algn="l" defTabSz="914400" rtl="0" eaLnBrk="1" fontAlgn="auto" latinLnBrk="0" hangingPunct="1">
              <a:lnSpc>
                <a:spcPct val="120000"/>
              </a:lnSpc>
              <a:spcBef>
                <a:spcPts val="0"/>
              </a:spcBef>
              <a:spcAft>
                <a:spcPts val="0"/>
              </a:spcAft>
              <a:buClrTx/>
              <a:buSzPct val="120000"/>
              <a:buFont typeface="Symbol" pitchFamily="2" charset="2"/>
              <a:buNone/>
              <a:tabLst/>
              <a:defRPr/>
            </a:pPr>
            <a:r>
              <a:rPr lang="de-DE"/>
              <a:t>Objekt hinzufügen</a:t>
            </a:r>
          </a:p>
          <a:p>
            <a:pPr lvl="0"/>
            <a:endParaRPr lang="de-DE"/>
          </a:p>
        </p:txBody>
      </p:sp>
      <p:sp>
        <p:nvSpPr>
          <p:cNvPr id="12" name="Textplatzhalter 22">
            <a:extLst>
              <a:ext uri="{FF2B5EF4-FFF2-40B4-BE49-F238E27FC236}">
                <a16:creationId xmlns:a16="http://schemas.microsoft.com/office/drawing/2014/main" id="{883A9B4B-C007-E085-D659-36C0EF2BF3BA}"/>
              </a:ext>
            </a:extLst>
          </p:cNvPr>
          <p:cNvSpPr>
            <a:spLocks noGrp="1"/>
          </p:cNvSpPr>
          <p:nvPr>
            <p:ph type="body" sz="quarter" idx="22" hasCustomPrompt="1"/>
          </p:nvPr>
        </p:nvSpPr>
        <p:spPr>
          <a:xfrm>
            <a:off x="4210483" y="1020592"/>
            <a:ext cx="3507577" cy="275945"/>
          </a:xfrm>
        </p:spPr>
        <p:txBody>
          <a:bodyPr anchor="t" anchorCtr="0"/>
          <a:lstStyle>
            <a:lvl1pPr>
              <a:spcBef>
                <a:spcPts val="200"/>
              </a:spcBef>
              <a:defRPr sz="800">
                <a:latin typeface="Source Sans Pro" panose="020B0503030403020204" pitchFamily="34" charset="0"/>
                <a:ea typeface="Source Sans Pro" panose="020B0503030403020204" pitchFamily="34" charset="0"/>
              </a:defRPr>
            </a:lvl1pPr>
            <a:lvl2pPr>
              <a:defRPr sz="800"/>
            </a:lvl2pPr>
            <a:lvl3pPr>
              <a:defRPr sz="800"/>
            </a:lvl3pPr>
            <a:lvl4pPr>
              <a:defRPr sz="800"/>
            </a:lvl4pPr>
            <a:lvl5pPr>
              <a:defRPr sz="800"/>
            </a:lvl5pPr>
          </a:lstStyle>
          <a:p>
            <a:r>
              <a:rPr lang="de-DE" noProof="0"/>
              <a:t>Abb. X: Titel der Abbildung</a:t>
            </a:r>
          </a:p>
        </p:txBody>
      </p:sp>
      <p:sp>
        <p:nvSpPr>
          <p:cNvPr id="13" name="Inhaltsplatzhalter 3">
            <a:extLst>
              <a:ext uri="{FF2B5EF4-FFF2-40B4-BE49-F238E27FC236}">
                <a16:creationId xmlns:a16="http://schemas.microsoft.com/office/drawing/2014/main" id="{5C1D6674-4A72-D6F7-47A5-96BDE2BCD612}"/>
              </a:ext>
            </a:extLst>
          </p:cNvPr>
          <p:cNvSpPr>
            <a:spLocks noGrp="1"/>
          </p:cNvSpPr>
          <p:nvPr>
            <p:ph sz="quarter" idx="27" hasCustomPrompt="1"/>
          </p:nvPr>
        </p:nvSpPr>
        <p:spPr>
          <a:xfrm>
            <a:off x="7982401" y="1363435"/>
            <a:ext cx="3507577" cy="2065393"/>
          </a:xfrm>
        </p:spPr>
        <p:txBody>
          <a:bodyPr/>
          <a:lstStyle>
            <a:lvl1pPr>
              <a:defRPr>
                <a:latin typeface="Source Sans Pro" panose="020B0503030403020204" pitchFamily="34" charset="0"/>
                <a:ea typeface="Source Sans Pro" panose="020B0503030403020204" pitchFamily="34" charset="0"/>
              </a:defRPr>
            </a:lvl1pPr>
          </a:lstStyle>
          <a:p>
            <a:pPr marL="0" marR="0" lvl="0" indent="0" algn="l" defTabSz="914400" rtl="0" eaLnBrk="1" fontAlgn="auto" latinLnBrk="0" hangingPunct="1">
              <a:lnSpc>
                <a:spcPct val="120000"/>
              </a:lnSpc>
              <a:spcBef>
                <a:spcPts val="0"/>
              </a:spcBef>
              <a:spcAft>
                <a:spcPts val="0"/>
              </a:spcAft>
              <a:buClrTx/>
              <a:buSzPct val="120000"/>
              <a:buFont typeface="Symbol" pitchFamily="2" charset="2"/>
              <a:buNone/>
              <a:tabLst/>
              <a:defRPr/>
            </a:pPr>
            <a:r>
              <a:rPr lang="de-DE"/>
              <a:t>Objekt hinzufügen</a:t>
            </a:r>
          </a:p>
          <a:p>
            <a:pPr lvl="0"/>
            <a:endParaRPr lang="de-DE"/>
          </a:p>
        </p:txBody>
      </p:sp>
      <p:sp>
        <p:nvSpPr>
          <p:cNvPr id="14" name="Textplatzhalter 22">
            <a:extLst>
              <a:ext uri="{FF2B5EF4-FFF2-40B4-BE49-F238E27FC236}">
                <a16:creationId xmlns:a16="http://schemas.microsoft.com/office/drawing/2014/main" id="{686FEB57-BADD-E131-1F38-9DC442A11397}"/>
              </a:ext>
            </a:extLst>
          </p:cNvPr>
          <p:cNvSpPr>
            <a:spLocks noGrp="1"/>
          </p:cNvSpPr>
          <p:nvPr>
            <p:ph type="body" sz="quarter" idx="28" hasCustomPrompt="1"/>
          </p:nvPr>
        </p:nvSpPr>
        <p:spPr>
          <a:xfrm>
            <a:off x="7982401" y="1020591"/>
            <a:ext cx="3507577" cy="275945"/>
          </a:xfrm>
        </p:spPr>
        <p:txBody>
          <a:bodyPr anchor="t" anchorCtr="0"/>
          <a:lstStyle>
            <a:lvl1pPr>
              <a:spcBef>
                <a:spcPts val="200"/>
              </a:spcBef>
              <a:defRPr sz="800">
                <a:latin typeface="Source Sans Pro" panose="020B0503030403020204" pitchFamily="34" charset="0"/>
                <a:ea typeface="Source Sans Pro" panose="020B0503030403020204" pitchFamily="34" charset="0"/>
              </a:defRPr>
            </a:lvl1pPr>
            <a:lvl2pPr>
              <a:defRPr sz="800"/>
            </a:lvl2pPr>
            <a:lvl3pPr>
              <a:defRPr sz="800"/>
            </a:lvl3pPr>
            <a:lvl4pPr>
              <a:defRPr sz="800"/>
            </a:lvl4pPr>
            <a:lvl5pPr>
              <a:defRPr sz="800"/>
            </a:lvl5pPr>
          </a:lstStyle>
          <a:p>
            <a:r>
              <a:rPr lang="de-DE" noProof="0"/>
              <a:t>Abb. X: Titel der Abbildung</a:t>
            </a:r>
          </a:p>
        </p:txBody>
      </p:sp>
      <p:sp>
        <p:nvSpPr>
          <p:cNvPr id="15" name="Inhaltsplatzhalter 3">
            <a:extLst>
              <a:ext uri="{FF2B5EF4-FFF2-40B4-BE49-F238E27FC236}">
                <a16:creationId xmlns:a16="http://schemas.microsoft.com/office/drawing/2014/main" id="{FB63D3A8-2EA6-BCF7-EB27-342A0AC63818}"/>
              </a:ext>
            </a:extLst>
          </p:cNvPr>
          <p:cNvSpPr>
            <a:spLocks noGrp="1"/>
          </p:cNvSpPr>
          <p:nvPr>
            <p:ph sz="quarter" idx="29" hasCustomPrompt="1"/>
          </p:nvPr>
        </p:nvSpPr>
        <p:spPr>
          <a:xfrm>
            <a:off x="420687" y="1363436"/>
            <a:ext cx="3507577" cy="2065393"/>
          </a:xfrm>
        </p:spPr>
        <p:txBody>
          <a:bodyPr/>
          <a:lstStyle>
            <a:lvl1pPr>
              <a:defRPr>
                <a:latin typeface="Source Sans Pro" panose="020B0503030403020204" pitchFamily="34" charset="0"/>
                <a:ea typeface="Source Sans Pro" panose="020B0503030403020204" pitchFamily="34" charset="0"/>
              </a:defRPr>
            </a:lvl1pPr>
          </a:lstStyle>
          <a:p>
            <a:pPr marL="0" marR="0" lvl="0" indent="0" algn="l" defTabSz="914400" rtl="0" eaLnBrk="1" fontAlgn="auto" latinLnBrk="0" hangingPunct="1">
              <a:lnSpc>
                <a:spcPct val="120000"/>
              </a:lnSpc>
              <a:spcBef>
                <a:spcPts val="0"/>
              </a:spcBef>
              <a:spcAft>
                <a:spcPts val="0"/>
              </a:spcAft>
              <a:buClrTx/>
              <a:buSzPct val="120000"/>
              <a:buFont typeface="Symbol" pitchFamily="2" charset="2"/>
              <a:buNone/>
              <a:tabLst/>
              <a:defRPr/>
            </a:pPr>
            <a:r>
              <a:rPr lang="de-DE"/>
              <a:t>Objekt hinzufügen</a:t>
            </a:r>
          </a:p>
          <a:p>
            <a:pPr lvl="0"/>
            <a:endParaRPr lang="de-DE"/>
          </a:p>
        </p:txBody>
      </p:sp>
      <p:sp>
        <p:nvSpPr>
          <p:cNvPr id="16" name="Textplatzhalter 22">
            <a:extLst>
              <a:ext uri="{FF2B5EF4-FFF2-40B4-BE49-F238E27FC236}">
                <a16:creationId xmlns:a16="http://schemas.microsoft.com/office/drawing/2014/main" id="{09339F5D-C663-23AC-725E-DDCD4A847BA9}"/>
              </a:ext>
            </a:extLst>
          </p:cNvPr>
          <p:cNvSpPr>
            <a:spLocks noGrp="1"/>
          </p:cNvSpPr>
          <p:nvPr>
            <p:ph type="body" sz="quarter" idx="30" hasCustomPrompt="1"/>
          </p:nvPr>
        </p:nvSpPr>
        <p:spPr>
          <a:xfrm>
            <a:off x="420687" y="1020592"/>
            <a:ext cx="3507577" cy="275945"/>
          </a:xfrm>
          <a:ln>
            <a:noFill/>
          </a:ln>
        </p:spPr>
        <p:txBody>
          <a:bodyPr vert="horz" lIns="0" tIns="0" rIns="0" bIns="0" rtlCol="0">
            <a:noAutofit/>
          </a:bodyPr>
          <a:lstStyle>
            <a:lvl1pPr>
              <a:spcBef>
                <a:spcPts val="200"/>
              </a:spcBef>
              <a:defRPr lang="en-US" sz="800" dirty="0">
                <a:latin typeface="Source Sans Pro" panose="020B0503030403020204" pitchFamily="34" charset="0"/>
                <a:ea typeface="Source Sans Pro" panose="020B0503030403020204" pitchFamily="34" charset="0"/>
              </a:defRPr>
            </a:lvl1pPr>
          </a:lstStyle>
          <a:p>
            <a:r>
              <a:rPr lang="de-DE" noProof="0"/>
              <a:t>Abb. X: Titel der Abbildung</a:t>
            </a:r>
          </a:p>
        </p:txBody>
      </p:sp>
      <p:sp>
        <p:nvSpPr>
          <p:cNvPr id="2" name="Textplatzhalter 2">
            <a:extLst>
              <a:ext uri="{FF2B5EF4-FFF2-40B4-BE49-F238E27FC236}">
                <a16:creationId xmlns:a16="http://schemas.microsoft.com/office/drawing/2014/main" id="{E0868E4B-A218-7DDF-DDE7-478CB46EEEDE}"/>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10132903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yramide">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sp>
        <p:nvSpPr>
          <p:cNvPr id="2" name="Freihandform 1">
            <a:extLst>
              <a:ext uri="{FF2B5EF4-FFF2-40B4-BE49-F238E27FC236}">
                <a16:creationId xmlns:a16="http://schemas.microsoft.com/office/drawing/2014/main" id="{D1701A68-D074-C153-D403-3F92AA5E36FA}"/>
              </a:ext>
            </a:extLst>
          </p:cNvPr>
          <p:cNvSpPr/>
          <p:nvPr userDrawn="1"/>
        </p:nvSpPr>
        <p:spPr>
          <a:xfrm>
            <a:off x="5180024" y="1074615"/>
            <a:ext cx="1971720" cy="829248"/>
          </a:xfrm>
          <a:custGeom>
            <a:avLst/>
            <a:gdLst>
              <a:gd name="connsiteX0" fmla="*/ 0 w 1035646"/>
              <a:gd name="connsiteY0" fmla="*/ 714209 h 714209"/>
              <a:gd name="connsiteX1" fmla="*/ 517823 w 1035646"/>
              <a:gd name="connsiteY1" fmla="*/ 0 h 714209"/>
              <a:gd name="connsiteX2" fmla="*/ 517823 w 1035646"/>
              <a:gd name="connsiteY2" fmla="*/ 0 h 714209"/>
              <a:gd name="connsiteX3" fmla="*/ 1035646 w 1035646"/>
              <a:gd name="connsiteY3" fmla="*/ 714209 h 714209"/>
              <a:gd name="connsiteX4" fmla="*/ 0 w 1035646"/>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646" h="714209">
                <a:moveTo>
                  <a:pt x="0" y="714209"/>
                </a:moveTo>
                <a:lnTo>
                  <a:pt x="517823" y="0"/>
                </a:lnTo>
                <a:lnTo>
                  <a:pt x="517823" y="0"/>
                </a:lnTo>
                <a:lnTo>
                  <a:pt x="1035646" y="714209"/>
                </a:lnTo>
                <a:lnTo>
                  <a:pt x="0" y="714209"/>
                </a:lnTo>
                <a:close/>
              </a:path>
            </a:pathLst>
          </a:custGeom>
          <a:solidFill>
            <a:schemeClr val="accent3"/>
          </a:solidFill>
        </p:spPr>
        <p:style>
          <a:lnRef idx="2">
            <a:schemeClr val="lt1">
              <a:hueOff val="0"/>
              <a:satOff val="0"/>
              <a:lumOff val="0"/>
              <a:alphaOff val="0"/>
            </a:schemeClr>
          </a:lnRef>
          <a:fillRef idx="1">
            <a:scrgbClr r="0" g="0" b="0"/>
          </a:fillRef>
          <a:effectRef idx="0">
            <a:schemeClr val="accent1">
              <a:alpha val="90000"/>
              <a:hueOff val="0"/>
              <a:satOff val="0"/>
              <a:lumOff val="0"/>
              <a:alphaOff val="0"/>
            </a:schemeClr>
          </a:effectRef>
          <a:fontRef idx="minor">
            <a:schemeClr val="lt1"/>
          </a:fontRef>
        </p:style>
        <p:txBody>
          <a:bodyPr spcFirstLastPara="0" vert="horz" wrap="square" lIns="13970" tIns="13970" rIns="13970" bIns="13970" numCol="1" spcCol="1270" anchor="ctr" anchorCtr="0">
            <a:normAutofit/>
          </a:bodyPr>
          <a:lstStyle/>
          <a:p>
            <a:pPr lvl="0" algn="ctr" defTabSz="488950">
              <a:lnSpc>
                <a:spcPct val="90000"/>
              </a:lnSpc>
              <a:spcBef>
                <a:spcPct val="0"/>
              </a:spcBef>
              <a:spcAft>
                <a:spcPct val="35000"/>
              </a:spcAft>
            </a:pPr>
            <a:endParaRPr lang="de-DE" sz="1700" kern="12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5" name="Freihandform 4">
            <a:extLst>
              <a:ext uri="{FF2B5EF4-FFF2-40B4-BE49-F238E27FC236}">
                <a16:creationId xmlns:a16="http://schemas.microsoft.com/office/drawing/2014/main" id="{4ECAB265-A5E4-F42B-5F59-3C44F8FC0AAD}"/>
              </a:ext>
            </a:extLst>
          </p:cNvPr>
          <p:cNvSpPr/>
          <p:nvPr userDrawn="1"/>
        </p:nvSpPr>
        <p:spPr>
          <a:xfrm>
            <a:off x="4069882" y="2026692"/>
            <a:ext cx="4192005" cy="934872"/>
          </a:xfrm>
          <a:custGeom>
            <a:avLst/>
            <a:gdLst>
              <a:gd name="connsiteX0" fmla="*/ 0 w 2071292"/>
              <a:gd name="connsiteY0" fmla="*/ 714209 h 714209"/>
              <a:gd name="connsiteX1" fmla="*/ 517823 w 2071292"/>
              <a:gd name="connsiteY1" fmla="*/ 0 h 714209"/>
              <a:gd name="connsiteX2" fmla="*/ 1553469 w 2071292"/>
              <a:gd name="connsiteY2" fmla="*/ 0 h 714209"/>
              <a:gd name="connsiteX3" fmla="*/ 2071292 w 2071292"/>
              <a:gd name="connsiteY3" fmla="*/ 714209 h 714209"/>
              <a:gd name="connsiteX4" fmla="*/ 0 w 2071292"/>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1292" h="714209">
                <a:moveTo>
                  <a:pt x="0" y="714209"/>
                </a:moveTo>
                <a:lnTo>
                  <a:pt x="517823" y="0"/>
                </a:lnTo>
                <a:lnTo>
                  <a:pt x="1553469" y="0"/>
                </a:lnTo>
                <a:lnTo>
                  <a:pt x="2071292" y="714209"/>
                </a:lnTo>
                <a:lnTo>
                  <a:pt x="0" y="714209"/>
                </a:lnTo>
                <a:close/>
              </a:path>
            </a:pathLst>
          </a:custGeom>
          <a:solidFill>
            <a:schemeClr val="accent2"/>
          </a:solidFill>
        </p:spPr>
        <p:style>
          <a:lnRef idx="2">
            <a:schemeClr val="lt1">
              <a:hueOff val="0"/>
              <a:satOff val="0"/>
              <a:lumOff val="0"/>
              <a:alphaOff val="0"/>
            </a:schemeClr>
          </a:lnRef>
          <a:fillRef idx="1">
            <a:scrgbClr r="0" g="0" b="0"/>
          </a:fillRef>
          <a:effectRef idx="0">
            <a:schemeClr val="accent1">
              <a:alpha val="90000"/>
              <a:hueOff val="0"/>
              <a:satOff val="0"/>
              <a:lumOff val="0"/>
              <a:alphaOff val="-10000"/>
            </a:schemeClr>
          </a:effectRef>
          <a:fontRef idx="minor">
            <a:schemeClr val="lt1"/>
          </a:fontRef>
        </p:style>
        <p:txBody>
          <a:bodyPr spcFirstLastPara="0" vert="horz" wrap="square" lIns="376446" tIns="13970" rIns="376447" bIns="13970" numCol="1" spcCol="1270" anchor="ctr" anchorCtr="0">
            <a:noAutofit/>
          </a:bodyPr>
          <a:lstStyle/>
          <a:p>
            <a:pPr lvl="0" algn="ctr" defTabSz="488950">
              <a:lnSpc>
                <a:spcPct val="90000"/>
              </a:lnSpc>
              <a:spcBef>
                <a:spcPct val="0"/>
              </a:spcBef>
              <a:spcAft>
                <a:spcPct val="35000"/>
              </a:spcAft>
            </a:pPr>
            <a:endParaRPr lang="de-DE" sz="1700" kern="12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0" name="Freihandform 9">
            <a:extLst>
              <a:ext uri="{FF2B5EF4-FFF2-40B4-BE49-F238E27FC236}">
                <a16:creationId xmlns:a16="http://schemas.microsoft.com/office/drawing/2014/main" id="{1CBDCC18-53C5-76E1-49C9-95389F51AA19}"/>
              </a:ext>
            </a:extLst>
          </p:cNvPr>
          <p:cNvSpPr/>
          <p:nvPr userDrawn="1"/>
        </p:nvSpPr>
        <p:spPr>
          <a:xfrm>
            <a:off x="2880974" y="3070745"/>
            <a:ext cx="6569821" cy="928049"/>
          </a:xfrm>
          <a:custGeom>
            <a:avLst/>
            <a:gdLst>
              <a:gd name="connsiteX0" fmla="*/ 0 w 3106938"/>
              <a:gd name="connsiteY0" fmla="*/ 714209 h 714209"/>
              <a:gd name="connsiteX1" fmla="*/ 517823 w 3106938"/>
              <a:gd name="connsiteY1" fmla="*/ 0 h 714209"/>
              <a:gd name="connsiteX2" fmla="*/ 2589115 w 3106938"/>
              <a:gd name="connsiteY2" fmla="*/ 0 h 714209"/>
              <a:gd name="connsiteX3" fmla="*/ 3106938 w 3106938"/>
              <a:gd name="connsiteY3" fmla="*/ 714209 h 714209"/>
              <a:gd name="connsiteX4" fmla="*/ 0 w 3106938"/>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938" h="714209">
                <a:moveTo>
                  <a:pt x="0" y="714209"/>
                </a:moveTo>
                <a:lnTo>
                  <a:pt x="517823" y="0"/>
                </a:lnTo>
                <a:lnTo>
                  <a:pt x="2589115" y="0"/>
                </a:lnTo>
                <a:lnTo>
                  <a:pt x="3106938" y="714209"/>
                </a:lnTo>
                <a:lnTo>
                  <a:pt x="0" y="714209"/>
                </a:lnTo>
                <a:close/>
              </a:path>
            </a:pathLst>
          </a:custGeom>
          <a:solidFill>
            <a:schemeClr val="accent1"/>
          </a:solidFill>
        </p:spPr>
        <p:style>
          <a:lnRef idx="2">
            <a:schemeClr val="lt1">
              <a:hueOff val="0"/>
              <a:satOff val="0"/>
              <a:lumOff val="0"/>
              <a:alphaOff val="0"/>
            </a:schemeClr>
          </a:lnRef>
          <a:fillRef idx="1">
            <a:scrgbClr r="0" g="0" b="0"/>
          </a:fillRef>
          <a:effectRef idx="0">
            <a:schemeClr val="accent1">
              <a:alpha val="90000"/>
              <a:hueOff val="0"/>
              <a:satOff val="0"/>
              <a:lumOff val="0"/>
              <a:alphaOff val="-20000"/>
            </a:schemeClr>
          </a:effectRef>
          <a:fontRef idx="minor">
            <a:schemeClr val="lt1"/>
          </a:fontRef>
        </p:style>
        <p:txBody>
          <a:bodyPr spcFirstLastPara="0" vert="horz" wrap="square" lIns="557684" tIns="13970" rIns="557685" bIns="13970" numCol="1" spcCol="1270" anchor="ctr" anchorCtr="0">
            <a:noAutofit/>
          </a:bodyPr>
          <a:lstStyle/>
          <a:p>
            <a:pPr lvl="0" algn="ctr" defTabSz="488950">
              <a:lnSpc>
                <a:spcPct val="90000"/>
              </a:lnSpc>
              <a:spcBef>
                <a:spcPct val="0"/>
              </a:spcBef>
              <a:spcAft>
                <a:spcPct val="35000"/>
              </a:spcAft>
            </a:pPr>
            <a:endParaRPr lang="de-DE" sz="1700" kern="12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1" name="Freihandform 10">
            <a:extLst>
              <a:ext uri="{FF2B5EF4-FFF2-40B4-BE49-F238E27FC236}">
                <a16:creationId xmlns:a16="http://schemas.microsoft.com/office/drawing/2014/main" id="{C182F795-C4E6-2DBD-0F1E-8D275338DF63}"/>
              </a:ext>
            </a:extLst>
          </p:cNvPr>
          <p:cNvSpPr/>
          <p:nvPr userDrawn="1"/>
        </p:nvSpPr>
        <p:spPr>
          <a:xfrm>
            <a:off x="1680583" y="4101088"/>
            <a:ext cx="8970602" cy="948520"/>
          </a:xfrm>
          <a:custGeom>
            <a:avLst/>
            <a:gdLst>
              <a:gd name="connsiteX0" fmla="*/ 0 w 4142584"/>
              <a:gd name="connsiteY0" fmla="*/ 714209 h 714209"/>
              <a:gd name="connsiteX1" fmla="*/ 517823 w 4142584"/>
              <a:gd name="connsiteY1" fmla="*/ 0 h 714209"/>
              <a:gd name="connsiteX2" fmla="*/ 3624761 w 4142584"/>
              <a:gd name="connsiteY2" fmla="*/ 0 h 714209"/>
              <a:gd name="connsiteX3" fmla="*/ 4142584 w 4142584"/>
              <a:gd name="connsiteY3" fmla="*/ 714209 h 714209"/>
              <a:gd name="connsiteX4" fmla="*/ 0 w 4142584"/>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2584" h="714209">
                <a:moveTo>
                  <a:pt x="0" y="714209"/>
                </a:moveTo>
                <a:lnTo>
                  <a:pt x="517823" y="0"/>
                </a:lnTo>
                <a:lnTo>
                  <a:pt x="3624761" y="0"/>
                </a:lnTo>
                <a:lnTo>
                  <a:pt x="4142584" y="714209"/>
                </a:lnTo>
                <a:lnTo>
                  <a:pt x="0" y="714209"/>
                </a:lnTo>
                <a:close/>
              </a:path>
            </a:pathLst>
          </a:custGeom>
          <a:solidFill>
            <a:schemeClr val="accent6"/>
          </a:solidFill>
        </p:spPr>
        <p:style>
          <a:lnRef idx="2">
            <a:schemeClr val="lt1">
              <a:hueOff val="0"/>
              <a:satOff val="0"/>
              <a:lumOff val="0"/>
              <a:alphaOff val="0"/>
            </a:schemeClr>
          </a:lnRef>
          <a:fillRef idx="1">
            <a:scrgbClr r="0" g="0" b="0"/>
          </a:fillRef>
          <a:effectRef idx="0">
            <a:schemeClr val="accent1">
              <a:alpha val="90000"/>
              <a:hueOff val="0"/>
              <a:satOff val="0"/>
              <a:lumOff val="0"/>
              <a:alphaOff val="-30000"/>
            </a:schemeClr>
          </a:effectRef>
          <a:fontRef idx="minor">
            <a:schemeClr val="lt1"/>
          </a:fontRef>
        </p:style>
        <p:txBody>
          <a:bodyPr spcFirstLastPara="0" vert="horz" wrap="square" lIns="738922" tIns="13970" rIns="738923" bIns="13970" numCol="1" spcCol="1270" anchor="ctr" anchorCtr="0">
            <a:noAutofit/>
          </a:bodyPr>
          <a:lstStyle/>
          <a:p>
            <a:pPr algn="ctr" defTabSz="48895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8" name="Freihandform 17">
            <a:extLst>
              <a:ext uri="{FF2B5EF4-FFF2-40B4-BE49-F238E27FC236}">
                <a16:creationId xmlns:a16="http://schemas.microsoft.com/office/drawing/2014/main" id="{B762DA5C-F222-0F56-AD45-2DB8CF48D22C}"/>
              </a:ext>
            </a:extLst>
          </p:cNvPr>
          <p:cNvSpPr/>
          <p:nvPr userDrawn="1"/>
        </p:nvSpPr>
        <p:spPr>
          <a:xfrm>
            <a:off x="429229" y="5124734"/>
            <a:ext cx="11473310" cy="934872"/>
          </a:xfrm>
          <a:custGeom>
            <a:avLst/>
            <a:gdLst>
              <a:gd name="connsiteX0" fmla="*/ 0 w 5178230"/>
              <a:gd name="connsiteY0" fmla="*/ 714209 h 714209"/>
              <a:gd name="connsiteX1" fmla="*/ 517823 w 5178230"/>
              <a:gd name="connsiteY1" fmla="*/ 0 h 714209"/>
              <a:gd name="connsiteX2" fmla="*/ 4660407 w 5178230"/>
              <a:gd name="connsiteY2" fmla="*/ 0 h 714209"/>
              <a:gd name="connsiteX3" fmla="*/ 5178230 w 5178230"/>
              <a:gd name="connsiteY3" fmla="*/ 714209 h 714209"/>
              <a:gd name="connsiteX4" fmla="*/ 0 w 5178230"/>
              <a:gd name="connsiteY4" fmla="*/ 714209 h 71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8230" h="714209">
                <a:moveTo>
                  <a:pt x="0" y="714209"/>
                </a:moveTo>
                <a:lnTo>
                  <a:pt x="517823" y="0"/>
                </a:lnTo>
                <a:lnTo>
                  <a:pt x="4660407" y="0"/>
                </a:lnTo>
                <a:lnTo>
                  <a:pt x="5178230" y="714209"/>
                </a:lnTo>
                <a:lnTo>
                  <a:pt x="0" y="714209"/>
                </a:lnTo>
                <a:close/>
              </a:path>
            </a:pathLst>
          </a:custGeom>
          <a:solidFill>
            <a:schemeClr val="accent5"/>
          </a:solidFill>
        </p:spPr>
        <p:style>
          <a:lnRef idx="2">
            <a:schemeClr val="lt1">
              <a:hueOff val="0"/>
              <a:satOff val="0"/>
              <a:lumOff val="0"/>
              <a:alphaOff val="0"/>
            </a:schemeClr>
          </a:lnRef>
          <a:fillRef idx="1">
            <a:scrgbClr r="0" g="0" b="0"/>
          </a:fillRef>
          <a:effectRef idx="0">
            <a:schemeClr val="accent1">
              <a:alpha val="90000"/>
              <a:hueOff val="0"/>
              <a:satOff val="0"/>
              <a:lumOff val="0"/>
              <a:alphaOff val="-40000"/>
            </a:schemeClr>
          </a:effectRef>
          <a:fontRef idx="minor">
            <a:schemeClr val="lt1"/>
          </a:fontRef>
        </p:style>
        <p:txBody>
          <a:bodyPr spcFirstLastPara="0" vert="horz" wrap="square" lIns="920160" tIns="13970" rIns="920161" bIns="13970" numCol="1" spcCol="1270" anchor="ctr" anchorCtr="0">
            <a:noAutofit/>
          </a:bodyPr>
          <a:lstStyle/>
          <a:p>
            <a:pPr lvl="0" algn="ctr" defTabSz="488950">
              <a:lnSpc>
                <a:spcPct val="90000"/>
              </a:lnSpc>
              <a:spcBef>
                <a:spcPct val="0"/>
              </a:spcBef>
              <a:spcAft>
                <a:spcPct val="35000"/>
              </a:spcAft>
            </a:pPr>
            <a:endParaRPr lang="de-DE" sz="1700" kern="1200">
              <a:solidFill>
                <a:schemeClr val="bg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3" name="Textplatzhalter 2">
            <a:extLst>
              <a:ext uri="{FF2B5EF4-FFF2-40B4-BE49-F238E27FC236}">
                <a16:creationId xmlns:a16="http://schemas.microsoft.com/office/drawing/2014/main" id="{0D4193DA-3FD7-45C4-5AF4-86F496026F7B}"/>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4" name="Textplatzhalter 12">
            <a:extLst>
              <a:ext uri="{FF2B5EF4-FFF2-40B4-BE49-F238E27FC236}">
                <a16:creationId xmlns:a16="http://schemas.microsoft.com/office/drawing/2014/main" id="{EA27063D-0C43-77EC-366A-B62FAFC19E34}"/>
              </a:ext>
            </a:extLst>
          </p:cNvPr>
          <p:cNvSpPr>
            <a:spLocks noGrp="1"/>
          </p:cNvSpPr>
          <p:nvPr>
            <p:ph type="body" sz="quarter" idx="12" hasCustomPrompt="1"/>
          </p:nvPr>
        </p:nvSpPr>
        <p:spPr>
          <a:xfrm>
            <a:off x="1587031" y="5131659"/>
            <a:ext cx="9157706" cy="903381"/>
          </a:xfrm>
        </p:spPr>
        <p:txBody>
          <a:bodyPr anchor="ctr">
            <a:normAutofit/>
          </a:bodyPr>
          <a:lstStyle>
            <a:lvl1pPr algn="ctr">
              <a:spcBef>
                <a:spcPts val="200"/>
              </a:spcBef>
              <a:defRPr sz="1400" b="0" i="0">
                <a:solidFill>
                  <a:schemeClr val="bg1"/>
                </a:solidFill>
                <a:latin typeface="Source Sans Pro" panose="020B0503030403020204" pitchFamily="34" charset="0"/>
                <a:ea typeface="Source Sans Pro" panose="020B0503030403020204" pitchFamily="34" charset="0"/>
              </a:defRPr>
            </a:lvl1pPr>
          </a:lstStyle>
          <a:p>
            <a:pPr lvl="0"/>
            <a:r>
              <a:rPr lang="de-DE" noProof="0"/>
              <a:t>Schrift: Source Sans Pro Regular, Schriftgröße: 10 – 14 </a:t>
            </a:r>
            <a:r>
              <a:rPr lang="de-DE" noProof="0" err="1"/>
              <a:t>pt</a:t>
            </a:r>
            <a:r>
              <a:rPr lang="de-DE" noProof="0"/>
              <a:t>.</a:t>
            </a:r>
          </a:p>
        </p:txBody>
      </p:sp>
      <p:sp>
        <p:nvSpPr>
          <p:cNvPr id="7" name="Textplatzhalter 12">
            <a:extLst>
              <a:ext uri="{FF2B5EF4-FFF2-40B4-BE49-F238E27FC236}">
                <a16:creationId xmlns:a16="http://schemas.microsoft.com/office/drawing/2014/main" id="{4807CABE-2999-862B-6262-BA779576EBB4}"/>
              </a:ext>
            </a:extLst>
          </p:cNvPr>
          <p:cNvSpPr>
            <a:spLocks noGrp="1"/>
          </p:cNvSpPr>
          <p:nvPr>
            <p:ph type="body" sz="quarter" idx="13" hasCustomPrompt="1"/>
          </p:nvPr>
        </p:nvSpPr>
        <p:spPr>
          <a:xfrm>
            <a:off x="2784450" y="4119058"/>
            <a:ext cx="6744561" cy="903382"/>
          </a:xfrm>
        </p:spPr>
        <p:txBody>
          <a:bodyPr anchor="ctr">
            <a:normAutofit/>
          </a:bodyPr>
          <a:lstStyle>
            <a:lvl1pPr algn="ctr">
              <a:spcBef>
                <a:spcPts val="200"/>
              </a:spcBef>
              <a:defRPr sz="1400" b="0" i="0">
                <a:solidFill>
                  <a:schemeClr val="tx1"/>
                </a:solidFill>
                <a:latin typeface="Source Sans Pro" panose="020B0503030403020204" pitchFamily="34" charset="0"/>
                <a:ea typeface="Source Sans Pro" panose="020B0503030403020204" pitchFamily="34" charset="0"/>
              </a:defRPr>
            </a:lvl1pPr>
          </a:lstStyle>
          <a:p>
            <a:pPr lvl="0"/>
            <a:r>
              <a:rPr lang="de-DE" noProof="0"/>
              <a:t>Schrift: Source Sans Pro Regular, Schriftgröße: 10 – 14 </a:t>
            </a:r>
            <a:r>
              <a:rPr lang="de-DE" noProof="0" err="1"/>
              <a:t>pt</a:t>
            </a:r>
            <a:r>
              <a:rPr lang="de-DE" noProof="0"/>
              <a:t>.</a:t>
            </a:r>
          </a:p>
        </p:txBody>
      </p:sp>
      <p:sp>
        <p:nvSpPr>
          <p:cNvPr id="8" name="Textplatzhalter 12">
            <a:extLst>
              <a:ext uri="{FF2B5EF4-FFF2-40B4-BE49-F238E27FC236}">
                <a16:creationId xmlns:a16="http://schemas.microsoft.com/office/drawing/2014/main" id="{497353F1-AF4B-70A6-DFF5-0D3B14708F26}"/>
              </a:ext>
            </a:extLst>
          </p:cNvPr>
          <p:cNvSpPr>
            <a:spLocks noGrp="1"/>
          </p:cNvSpPr>
          <p:nvPr>
            <p:ph type="body" sz="quarter" idx="14" hasCustomPrompt="1"/>
          </p:nvPr>
        </p:nvSpPr>
        <p:spPr>
          <a:xfrm>
            <a:off x="3973859" y="3083149"/>
            <a:ext cx="4393245" cy="897923"/>
          </a:xfrm>
        </p:spPr>
        <p:txBody>
          <a:bodyPr anchor="ctr">
            <a:normAutofit/>
          </a:bodyPr>
          <a:lstStyle>
            <a:lvl1pPr algn="ctr">
              <a:spcBef>
                <a:spcPts val="200"/>
              </a:spcBef>
              <a:defRPr sz="1400" b="0" i="0">
                <a:latin typeface="Source Sans Pro" panose="020B0503030403020204" pitchFamily="34" charset="0"/>
                <a:ea typeface="Source Sans Pro" panose="020B0503030403020204" pitchFamily="34" charset="0"/>
              </a:defRPr>
            </a:lvl1pPr>
          </a:lstStyle>
          <a:p>
            <a:pPr lvl="0"/>
            <a:r>
              <a:rPr lang="de-DE" noProof="0"/>
              <a:t>Schrift: Source Sans Pro Regular, Schriftgröße: 10 – 14 </a:t>
            </a:r>
            <a:r>
              <a:rPr lang="de-DE" noProof="0" err="1"/>
              <a:t>pt</a:t>
            </a:r>
            <a:r>
              <a:rPr lang="de-DE" noProof="0"/>
              <a:t>.</a:t>
            </a:r>
          </a:p>
        </p:txBody>
      </p:sp>
      <p:sp>
        <p:nvSpPr>
          <p:cNvPr id="9" name="Textplatzhalter 12">
            <a:extLst>
              <a:ext uri="{FF2B5EF4-FFF2-40B4-BE49-F238E27FC236}">
                <a16:creationId xmlns:a16="http://schemas.microsoft.com/office/drawing/2014/main" id="{9E0F41D4-82EF-8AEF-D02F-CB0E360E7E2E}"/>
              </a:ext>
            </a:extLst>
          </p:cNvPr>
          <p:cNvSpPr>
            <a:spLocks noGrp="1"/>
          </p:cNvSpPr>
          <p:nvPr>
            <p:ph type="body" sz="quarter" idx="15" hasCustomPrompt="1"/>
          </p:nvPr>
        </p:nvSpPr>
        <p:spPr>
          <a:xfrm>
            <a:off x="5134415" y="2041783"/>
            <a:ext cx="2077656" cy="897923"/>
          </a:xfrm>
        </p:spPr>
        <p:txBody>
          <a:bodyPr anchor="ctr">
            <a:normAutofit/>
          </a:bodyPr>
          <a:lstStyle>
            <a:lvl1pPr algn="ctr">
              <a:spcBef>
                <a:spcPts val="200"/>
              </a:spcBef>
              <a:defRPr sz="1400" b="0" i="0">
                <a:latin typeface="Source Sans Pro" panose="020B0503030403020204" pitchFamily="34" charset="0"/>
                <a:ea typeface="Source Sans Pro" panose="020B0503030403020204" pitchFamily="34" charset="0"/>
              </a:defRPr>
            </a:lvl1pPr>
          </a:lstStyle>
          <a:p>
            <a:pPr lvl="0"/>
            <a:r>
              <a:rPr lang="de-DE" noProof="0"/>
              <a:t>Schrift: Source Sans Pro Regular, Schriftgröße: 10 – 14 </a:t>
            </a:r>
            <a:r>
              <a:rPr lang="de-DE" noProof="0" err="1"/>
              <a:t>pt</a:t>
            </a:r>
            <a:r>
              <a:rPr lang="de-DE" noProof="0"/>
              <a:t>.</a:t>
            </a:r>
          </a:p>
        </p:txBody>
      </p:sp>
      <p:sp>
        <p:nvSpPr>
          <p:cNvPr id="12" name="Textplatzhalter 12">
            <a:extLst>
              <a:ext uri="{FF2B5EF4-FFF2-40B4-BE49-F238E27FC236}">
                <a16:creationId xmlns:a16="http://schemas.microsoft.com/office/drawing/2014/main" id="{0C6A0264-65BC-B864-85A5-645EB1AB6974}"/>
              </a:ext>
            </a:extLst>
          </p:cNvPr>
          <p:cNvSpPr>
            <a:spLocks noGrp="1"/>
          </p:cNvSpPr>
          <p:nvPr>
            <p:ph type="body" sz="quarter" idx="16" hasCustomPrompt="1"/>
          </p:nvPr>
        </p:nvSpPr>
        <p:spPr>
          <a:xfrm>
            <a:off x="5232017" y="1082264"/>
            <a:ext cx="1854253" cy="799495"/>
          </a:xfrm>
        </p:spPr>
        <p:txBody>
          <a:bodyPr anchor="ctr"/>
          <a:lstStyle>
            <a:lvl1pPr algn="ctr">
              <a:spcBef>
                <a:spcPts val="200"/>
              </a:spcBef>
              <a:defRPr sz="1400" b="0" i="0">
                <a:latin typeface="Source Sans Pro" panose="020B0503030403020204" pitchFamily="34" charset="0"/>
                <a:ea typeface="Source Sans Pro" panose="020B0503030403020204" pitchFamily="34" charset="0"/>
              </a:defRPr>
            </a:lvl1pPr>
          </a:lstStyle>
          <a:p>
            <a:pPr lvl="0"/>
            <a:r>
              <a:rPr lang="de-DE" noProof="0" err="1"/>
              <a:t>Lorem</a:t>
            </a:r>
            <a:endParaRPr lang="de-DE" noProof="0"/>
          </a:p>
        </p:txBody>
      </p:sp>
    </p:spTree>
    <p:extLst>
      <p:ext uri="{BB962C8B-B14F-4D97-AF65-F5344CB8AC3E}">
        <p14:creationId xmlns:p14="http://schemas.microsoft.com/office/powerpoint/2010/main" val="9495817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_Balken_V1">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sp>
        <p:nvSpPr>
          <p:cNvPr id="3" name="Halbbogen 2">
            <a:extLst>
              <a:ext uri="{FF2B5EF4-FFF2-40B4-BE49-F238E27FC236}">
                <a16:creationId xmlns:a16="http://schemas.microsoft.com/office/drawing/2014/main" id="{A833251B-5F90-DFCB-18EC-4DCFE9AD78C3}"/>
              </a:ext>
            </a:extLst>
          </p:cNvPr>
          <p:cNvSpPr/>
          <p:nvPr userDrawn="1"/>
        </p:nvSpPr>
        <p:spPr>
          <a:xfrm>
            <a:off x="-3907167" y="366353"/>
            <a:ext cx="5141866" cy="5124136"/>
          </a:xfrm>
          <a:prstGeom prst="blockArc">
            <a:avLst>
              <a:gd name="adj1" fmla="val 18900000"/>
              <a:gd name="adj2" fmla="val 2700000"/>
              <a:gd name="adj3" fmla="val 422"/>
            </a:avLst>
          </a:prstGeom>
          <a:solidFill>
            <a:schemeClr val="accent4"/>
          </a:solidFill>
          <a:ln w="3175">
            <a:solidFill>
              <a:schemeClr val="bg1">
                <a:lumMod val="50000"/>
                <a:alpha val="99000"/>
              </a:schemeClr>
            </a:solidFill>
          </a:ln>
        </p:spPr>
        <p:style>
          <a:lnRef idx="2">
            <a:schemeClr val="accent6">
              <a:hueOff val="0"/>
              <a:satOff val="0"/>
              <a:lumOff val="0"/>
              <a:alphaOff val="0"/>
            </a:schemeClr>
          </a:lnRef>
          <a:fillRef idx="0">
            <a:schemeClr val="accent6">
              <a:tint val="90000"/>
              <a:hueOff val="0"/>
              <a:satOff val="0"/>
              <a:lumOff val="0"/>
              <a:alphaOff val="0"/>
            </a:schemeClr>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de-DE"/>
          </a:p>
        </p:txBody>
      </p:sp>
      <p:sp>
        <p:nvSpPr>
          <p:cNvPr id="4" name="Freihandform 3">
            <a:extLst>
              <a:ext uri="{FF2B5EF4-FFF2-40B4-BE49-F238E27FC236}">
                <a16:creationId xmlns:a16="http://schemas.microsoft.com/office/drawing/2014/main" id="{9DE666C6-9A9B-33DA-10FD-3E86D99AF7F3}"/>
              </a:ext>
            </a:extLst>
          </p:cNvPr>
          <p:cNvSpPr/>
          <p:nvPr userDrawn="1"/>
        </p:nvSpPr>
        <p:spPr>
          <a:xfrm>
            <a:off x="777922" y="1262418"/>
            <a:ext cx="10877266" cy="484495"/>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3"/>
          </a:solidFill>
          <a:ln>
            <a:no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77605" tIns="58420" rIns="58420" bIns="58420" numCol="1" spcCol="1270" anchor="ctr" anchorCtr="0">
            <a:noAutofit/>
          </a:bodyPr>
          <a:lstStyle/>
          <a:p>
            <a:pPr lvl="0" defTabSz="48895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7" name="Ellipse 15">
            <a:extLst>
              <a:ext uri="{FF2B5EF4-FFF2-40B4-BE49-F238E27FC236}">
                <a16:creationId xmlns:a16="http://schemas.microsoft.com/office/drawing/2014/main" id="{070CE088-48C3-CA2B-CAED-7CD6FBD19923}"/>
              </a:ext>
            </a:extLst>
          </p:cNvPr>
          <p:cNvSpPr/>
          <p:nvPr userDrawn="1"/>
        </p:nvSpPr>
        <p:spPr>
          <a:xfrm>
            <a:off x="471987" y="1204381"/>
            <a:ext cx="596711" cy="594653"/>
          </a:xfrm>
          <a:prstGeom prst="ellipse">
            <a:avLst/>
          </a:prstGeom>
          <a:solidFill>
            <a:schemeClr val="accent4"/>
          </a:solidFill>
          <a:ln>
            <a:no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de-DE"/>
          </a:p>
        </p:txBody>
      </p:sp>
      <p:sp>
        <p:nvSpPr>
          <p:cNvPr id="8" name="Freihandform 7">
            <a:extLst>
              <a:ext uri="{FF2B5EF4-FFF2-40B4-BE49-F238E27FC236}">
                <a16:creationId xmlns:a16="http://schemas.microsoft.com/office/drawing/2014/main" id="{EE2EA8D1-2903-61BF-3DB9-6A030FDA8EEB}"/>
              </a:ext>
            </a:extLst>
          </p:cNvPr>
          <p:cNvSpPr/>
          <p:nvPr userDrawn="1"/>
        </p:nvSpPr>
        <p:spPr>
          <a:xfrm>
            <a:off x="1064525" y="1992573"/>
            <a:ext cx="10583839" cy="491320"/>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2"/>
          </a:solidFill>
          <a:ln>
            <a:noFill/>
          </a:ln>
        </p:spPr>
        <p:style>
          <a:lnRef idx="2">
            <a:scrgbClr r="0" g="0" b="0"/>
          </a:lnRef>
          <a:fillRef idx="1">
            <a:schemeClr val="accent5">
              <a:hueOff val="210382"/>
              <a:satOff val="-10001"/>
              <a:lumOff val="-2696"/>
              <a:alphaOff val="0"/>
            </a:schemeClr>
          </a:fillRef>
          <a:effectRef idx="0">
            <a:schemeClr val="accent5">
              <a:hueOff val="210382"/>
              <a:satOff val="-10001"/>
              <a:lumOff val="-2696"/>
              <a:alphaOff val="0"/>
            </a:schemeClr>
          </a:effectRef>
          <a:fontRef idx="minor">
            <a:schemeClr val="lt1"/>
          </a:fontRef>
        </p:style>
        <p:txBody>
          <a:bodyPr spcFirstLastPara="0" vert="horz" wrap="square" lIns="377605" tIns="58420" rIns="58420" bIns="58420" numCol="1" spcCol="1270" anchor="ctr" anchorCtr="0">
            <a:noAutofit/>
          </a:bodyPr>
          <a:lstStyle/>
          <a:p>
            <a:pPr lvl="0" defTabSz="48895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9" name="Ellipse 17">
            <a:extLst>
              <a:ext uri="{FF2B5EF4-FFF2-40B4-BE49-F238E27FC236}">
                <a16:creationId xmlns:a16="http://schemas.microsoft.com/office/drawing/2014/main" id="{57B8DAFA-6566-6EC5-1469-4D62E6E3813F}"/>
              </a:ext>
            </a:extLst>
          </p:cNvPr>
          <p:cNvSpPr/>
          <p:nvPr userDrawn="1"/>
        </p:nvSpPr>
        <p:spPr>
          <a:xfrm>
            <a:off x="814056" y="1917738"/>
            <a:ext cx="596711" cy="594653"/>
          </a:xfrm>
          <a:prstGeom prst="ellipse">
            <a:avLst/>
          </a:prstGeom>
          <a:solidFill>
            <a:schemeClr val="accent4"/>
          </a:solidFill>
          <a:ln>
            <a:noFill/>
          </a:ln>
        </p:spPr>
        <p:style>
          <a:lnRef idx="2">
            <a:schemeClr val="accent5">
              <a:hueOff val="210382"/>
              <a:satOff val="-10001"/>
              <a:lumOff val="-2696"/>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de-DE"/>
          </a:p>
        </p:txBody>
      </p:sp>
      <p:sp>
        <p:nvSpPr>
          <p:cNvPr id="12" name="Freihandform 11">
            <a:extLst>
              <a:ext uri="{FF2B5EF4-FFF2-40B4-BE49-F238E27FC236}">
                <a16:creationId xmlns:a16="http://schemas.microsoft.com/office/drawing/2014/main" id="{D7A37CC0-A109-1B93-8DD8-87DA72180EFC}"/>
              </a:ext>
            </a:extLst>
          </p:cNvPr>
          <p:cNvSpPr/>
          <p:nvPr userDrawn="1"/>
        </p:nvSpPr>
        <p:spPr>
          <a:xfrm>
            <a:off x="1221475" y="2702257"/>
            <a:ext cx="10413241" cy="477672"/>
          </a:xfrm>
          <a:custGeom>
            <a:avLst/>
            <a:gdLst>
              <a:gd name="connsiteX0" fmla="*/ 0 w 9658430"/>
              <a:gd name="connsiteY0" fmla="*/ 0 h 475722"/>
              <a:gd name="connsiteX1" fmla="*/ 9658430 w 9658430"/>
              <a:gd name="connsiteY1" fmla="*/ 0 h 475722"/>
              <a:gd name="connsiteX2" fmla="*/ 9658430 w 9658430"/>
              <a:gd name="connsiteY2" fmla="*/ 475722 h 475722"/>
              <a:gd name="connsiteX3" fmla="*/ 0 w 9658430"/>
              <a:gd name="connsiteY3" fmla="*/ 475722 h 475722"/>
              <a:gd name="connsiteX4" fmla="*/ 0 w 9658430"/>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8430" h="475722">
                <a:moveTo>
                  <a:pt x="0" y="0"/>
                </a:moveTo>
                <a:lnTo>
                  <a:pt x="9658430" y="0"/>
                </a:lnTo>
                <a:lnTo>
                  <a:pt x="9658430" y="475722"/>
                </a:lnTo>
                <a:lnTo>
                  <a:pt x="0" y="475722"/>
                </a:lnTo>
                <a:lnTo>
                  <a:pt x="0" y="0"/>
                </a:lnTo>
                <a:close/>
              </a:path>
            </a:pathLst>
          </a:custGeom>
          <a:solidFill>
            <a:schemeClr val="accent1"/>
          </a:solidFill>
          <a:ln>
            <a:noFill/>
          </a:ln>
        </p:spPr>
        <p:style>
          <a:lnRef idx="2">
            <a:scrgbClr r="0" g="0" b="0"/>
          </a:lnRef>
          <a:fillRef idx="1">
            <a:schemeClr val="accent5">
              <a:hueOff val="420764"/>
              <a:satOff val="-20002"/>
              <a:lumOff val="-5392"/>
              <a:alphaOff val="0"/>
            </a:schemeClr>
          </a:fillRef>
          <a:effectRef idx="0">
            <a:schemeClr val="accent5">
              <a:hueOff val="420764"/>
              <a:satOff val="-20002"/>
              <a:lumOff val="-5392"/>
              <a:alphaOff val="0"/>
            </a:schemeClr>
          </a:effectRef>
          <a:fontRef idx="minor">
            <a:schemeClr val="lt1"/>
          </a:fontRef>
        </p:style>
        <p:txBody>
          <a:bodyPr spcFirstLastPara="0" vert="horz" wrap="square" lIns="377605" tIns="58420" rIns="58420" bIns="58420" numCol="1" spcCol="1270" anchor="ctr" anchorCtr="0">
            <a:normAutofit/>
          </a:bodyPr>
          <a:lstStyle/>
          <a:p>
            <a:pPr lvl="0" defTabSz="48895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3" name="Ellipse 19">
            <a:extLst>
              <a:ext uri="{FF2B5EF4-FFF2-40B4-BE49-F238E27FC236}">
                <a16:creationId xmlns:a16="http://schemas.microsoft.com/office/drawing/2014/main" id="{DD195E5D-200D-9D9A-F183-0E56C185DDC0}"/>
              </a:ext>
            </a:extLst>
          </p:cNvPr>
          <p:cNvSpPr/>
          <p:nvPr userDrawn="1"/>
        </p:nvSpPr>
        <p:spPr>
          <a:xfrm>
            <a:off x="919043" y="2631094"/>
            <a:ext cx="596711" cy="594653"/>
          </a:xfrm>
          <a:prstGeom prst="ellipse">
            <a:avLst/>
          </a:prstGeom>
          <a:solidFill>
            <a:schemeClr val="accent4"/>
          </a:solidFill>
          <a:ln>
            <a:noFill/>
          </a:ln>
        </p:spPr>
        <p:style>
          <a:lnRef idx="2">
            <a:schemeClr val="accent5">
              <a:hueOff val="420764"/>
              <a:satOff val="-20002"/>
              <a:lumOff val="-5392"/>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de-DE"/>
          </a:p>
        </p:txBody>
      </p:sp>
      <p:sp>
        <p:nvSpPr>
          <p:cNvPr id="14" name="Freihandform 13">
            <a:extLst>
              <a:ext uri="{FF2B5EF4-FFF2-40B4-BE49-F238E27FC236}">
                <a16:creationId xmlns:a16="http://schemas.microsoft.com/office/drawing/2014/main" id="{F9208747-A49A-D027-FCC6-3A7B4E3C8F64}"/>
              </a:ext>
            </a:extLst>
          </p:cNvPr>
          <p:cNvSpPr/>
          <p:nvPr userDrawn="1"/>
        </p:nvSpPr>
        <p:spPr>
          <a:xfrm>
            <a:off x="1129711" y="3411940"/>
            <a:ext cx="10505005" cy="491319"/>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6"/>
          </a:solidFill>
          <a:ln>
            <a:noFill/>
          </a:ln>
        </p:spPr>
        <p:style>
          <a:lnRef idx="2">
            <a:scrgbClr r="0" g="0" b="0"/>
          </a:lnRef>
          <a:fillRef idx="1">
            <a:schemeClr val="accent5">
              <a:hueOff val="631145"/>
              <a:satOff val="-30004"/>
              <a:lumOff val="-8088"/>
              <a:alphaOff val="0"/>
            </a:schemeClr>
          </a:fillRef>
          <a:effectRef idx="0">
            <a:schemeClr val="accent5">
              <a:hueOff val="631145"/>
              <a:satOff val="-30004"/>
              <a:lumOff val="-8088"/>
              <a:alphaOff val="0"/>
            </a:schemeClr>
          </a:effectRef>
          <a:fontRef idx="minor">
            <a:schemeClr val="lt1"/>
          </a:fontRef>
        </p:style>
        <p:txBody>
          <a:bodyPr spcFirstLastPara="0" vert="horz" wrap="square" lIns="377605" tIns="58420" rIns="58420" bIns="58420" numCol="1" spcCol="1270" anchor="ctr" anchorCtr="0">
            <a:normAutofit/>
          </a:bodyPr>
          <a:lstStyle/>
          <a:p>
            <a:pPr lvl="0" defTabSz="48895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5" name="Ellipse 21">
            <a:extLst>
              <a:ext uri="{FF2B5EF4-FFF2-40B4-BE49-F238E27FC236}">
                <a16:creationId xmlns:a16="http://schemas.microsoft.com/office/drawing/2014/main" id="{32750F03-85AA-F037-1D75-57B2333F946E}"/>
              </a:ext>
            </a:extLst>
          </p:cNvPr>
          <p:cNvSpPr/>
          <p:nvPr userDrawn="1"/>
        </p:nvSpPr>
        <p:spPr>
          <a:xfrm>
            <a:off x="814056" y="3344450"/>
            <a:ext cx="596711" cy="594653"/>
          </a:xfrm>
          <a:prstGeom prst="ellipse">
            <a:avLst/>
          </a:prstGeom>
          <a:solidFill>
            <a:schemeClr val="accent4"/>
          </a:solidFill>
          <a:ln>
            <a:noFill/>
          </a:ln>
        </p:spPr>
        <p:style>
          <a:lnRef idx="2">
            <a:schemeClr val="accent5">
              <a:hueOff val="631145"/>
              <a:satOff val="-30004"/>
              <a:lumOff val="-8088"/>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de-DE"/>
          </a:p>
        </p:txBody>
      </p:sp>
      <p:sp>
        <p:nvSpPr>
          <p:cNvPr id="16" name="Freihandform 15">
            <a:extLst>
              <a:ext uri="{FF2B5EF4-FFF2-40B4-BE49-F238E27FC236}">
                <a16:creationId xmlns:a16="http://schemas.microsoft.com/office/drawing/2014/main" id="{E023488A-372E-8218-0E74-104B0E91438B}"/>
              </a:ext>
            </a:extLst>
          </p:cNvPr>
          <p:cNvSpPr/>
          <p:nvPr userDrawn="1"/>
        </p:nvSpPr>
        <p:spPr>
          <a:xfrm>
            <a:off x="787641" y="4128447"/>
            <a:ext cx="10847075" cy="491998"/>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5"/>
          </a:solidFill>
          <a:ln>
            <a:noFill/>
          </a:ln>
        </p:spPr>
        <p:style>
          <a:lnRef idx="2">
            <a:scrgbClr r="0" g="0" b="0"/>
          </a:lnRef>
          <a:fillRef idx="1">
            <a:schemeClr val="accent5">
              <a:hueOff val="841527"/>
              <a:satOff val="-40005"/>
              <a:lumOff val="-10784"/>
              <a:alphaOff val="0"/>
            </a:schemeClr>
          </a:fillRef>
          <a:effectRef idx="0">
            <a:schemeClr val="accent5">
              <a:hueOff val="841527"/>
              <a:satOff val="-40005"/>
              <a:lumOff val="-10784"/>
              <a:alphaOff val="0"/>
            </a:schemeClr>
          </a:effectRef>
          <a:fontRef idx="minor">
            <a:schemeClr val="lt1"/>
          </a:fontRef>
        </p:style>
        <p:txBody>
          <a:bodyPr spcFirstLastPara="0" vert="horz" wrap="square" lIns="377605" tIns="58420" rIns="58420" bIns="58420" numCol="1" spcCol="1270" anchor="ctr" anchorCtr="0">
            <a:normAutofit/>
          </a:bodyPr>
          <a:lstStyle/>
          <a:p>
            <a:pPr lvl="0" defTabSz="488950">
              <a:lnSpc>
                <a:spcPct val="90000"/>
              </a:lnSpc>
              <a:spcBef>
                <a:spcPct val="0"/>
              </a:spcBef>
              <a:spcAft>
                <a:spcPct val="35000"/>
              </a:spcAft>
            </a:pPr>
            <a:endParaRPr lang="de-DE" sz="1700">
              <a:latin typeface="Source Sans Pro" panose="020B0503030403020204" pitchFamily="34" charset="0"/>
              <a:ea typeface="Source Sans Pro" panose="020B0503030403020204" pitchFamily="34" charset="0"/>
              <a:cs typeface="Calibri Light" panose="020F0302020204030204" pitchFamily="34" charset="0"/>
            </a:endParaRPr>
          </a:p>
        </p:txBody>
      </p:sp>
      <p:sp>
        <p:nvSpPr>
          <p:cNvPr id="17" name="Ellipse 23">
            <a:extLst>
              <a:ext uri="{FF2B5EF4-FFF2-40B4-BE49-F238E27FC236}">
                <a16:creationId xmlns:a16="http://schemas.microsoft.com/office/drawing/2014/main" id="{085B8D7D-8002-102C-8974-4A0518E8D1ED}"/>
              </a:ext>
            </a:extLst>
          </p:cNvPr>
          <p:cNvSpPr/>
          <p:nvPr userDrawn="1"/>
        </p:nvSpPr>
        <p:spPr>
          <a:xfrm>
            <a:off x="471987" y="4057806"/>
            <a:ext cx="596711" cy="594653"/>
          </a:xfrm>
          <a:prstGeom prst="ellipse">
            <a:avLst/>
          </a:prstGeom>
          <a:solidFill>
            <a:schemeClr val="accent4"/>
          </a:solidFill>
          <a:ln>
            <a:noFill/>
          </a:ln>
        </p:spPr>
        <p:style>
          <a:lnRef idx="2">
            <a:schemeClr val="accent5">
              <a:hueOff val="841527"/>
              <a:satOff val="-40005"/>
              <a:lumOff val="-10784"/>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de-DE"/>
          </a:p>
        </p:txBody>
      </p:sp>
      <p:sp>
        <p:nvSpPr>
          <p:cNvPr id="2" name="Textplatzhalter 2">
            <a:extLst>
              <a:ext uri="{FF2B5EF4-FFF2-40B4-BE49-F238E27FC236}">
                <a16:creationId xmlns:a16="http://schemas.microsoft.com/office/drawing/2014/main" id="{1E022DBA-BD1D-DC72-5789-AAB6E45F82CA}"/>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5" name="Textplatzhalter 12">
            <a:extLst>
              <a:ext uri="{FF2B5EF4-FFF2-40B4-BE49-F238E27FC236}">
                <a16:creationId xmlns:a16="http://schemas.microsoft.com/office/drawing/2014/main" id="{6CAA2952-63DD-F4E0-ECC3-4F9BC33A5764}"/>
              </a:ext>
            </a:extLst>
          </p:cNvPr>
          <p:cNvSpPr>
            <a:spLocks noGrp="1"/>
          </p:cNvSpPr>
          <p:nvPr>
            <p:ph type="body" sz="quarter" idx="12" hasCustomPrompt="1"/>
          </p:nvPr>
        </p:nvSpPr>
        <p:spPr>
          <a:xfrm>
            <a:off x="787641" y="1263847"/>
            <a:ext cx="10854776" cy="469751"/>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noProof="0"/>
              <a:t>Schrift: Source Sans Pro Regular, Schriftgröße: 17 – 32 </a:t>
            </a:r>
            <a:r>
              <a:rPr lang="de-DE" noProof="0" err="1"/>
              <a:t>pt</a:t>
            </a:r>
            <a:r>
              <a:rPr lang="de-DE" noProof="0"/>
              <a:t>.</a:t>
            </a:r>
          </a:p>
        </p:txBody>
      </p:sp>
      <p:sp>
        <p:nvSpPr>
          <p:cNvPr id="10" name="Textplatzhalter 12">
            <a:extLst>
              <a:ext uri="{FF2B5EF4-FFF2-40B4-BE49-F238E27FC236}">
                <a16:creationId xmlns:a16="http://schemas.microsoft.com/office/drawing/2014/main" id="{E982D702-3B8F-9BCA-D96D-6A33DA7F8BBC}"/>
              </a:ext>
            </a:extLst>
          </p:cNvPr>
          <p:cNvSpPr>
            <a:spLocks noGrp="1"/>
          </p:cNvSpPr>
          <p:nvPr>
            <p:ph type="body" sz="quarter" idx="13" hasCustomPrompt="1"/>
          </p:nvPr>
        </p:nvSpPr>
        <p:spPr>
          <a:xfrm>
            <a:off x="1068697" y="1997847"/>
            <a:ext cx="10573719" cy="469751"/>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noProof="0"/>
              <a:t>Schrift: Source Sans Pro Regular, Schriftgröße: 17 – 32 </a:t>
            </a:r>
            <a:r>
              <a:rPr lang="de-DE" noProof="0" err="1"/>
              <a:t>pt</a:t>
            </a:r>
            <a:r>
              <a:rPr lang="de-DE" noProof="0"/>
              <a:t>.</a:t>
            </a:r>
          </a:p>
        </p:txBody>
      </p:sp>
      <p:sp>
        <p:nvSpPr>
          <p:cNvPr id="11" name="Textplatzhalter 12">
            <a:extLst>
              <a:ext uri="{FF2B5EF4-FFF2-40B4-BE49-F238E27FC236}">
                <a16:creationId xmlns:a16="http://schemas.microsoft.com/office/drawing/2014/main" id="{025384E2-0A83-1587-39E2-1636DD274C0C}"/>
              </a:ext>
            </a:extLst>
          </p:cNvPr>
          <p:cNvSpPr>
            <a:spLocks noGrp="1"/>
          </p:cNvSpPr>
          <p:nvPr>
            <p:ph type="body" sz="quarter" idx="14" hasCustomPrompt="1"/>
          </p:nvPr>
        </p:nvSpPr>
        <p:spPr>
          <a:xfrm>
            <a:off x="1220042" y="2704291"/>
            <a:ext cx="10401619" cy="469751"/>
          </a:xfrm>
        </p:spPr>
        <p:txBody>
          <a:bodyPr anchor="ct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noProof="0"/>
              <a:t>Schrift: Source Sans Pro Regular, Schriftgröße: 17 – 32 </a:t>
            </a:r>
            <a:r>
              <a:rPr lang="de-DE" noProof="0" err="1"/>
              <a:t>pt</a:t>
            </a:r>
            <a:r>
              <a:rPr lang="de-DE" noProof="0"/>
              <a:t>.</a:t>
            </a:r>
          </a:p>
        </p:txBody>
      </p:sp>
      <p:sp>
        <p:nvSpPr>
          <p:cNvPr id="18" name="Textplatzhalter 12">
            <a:extLst>
              <a:ext uri="{FF2B5EF4-FFF2-40B4-BE49-F238E27FC236}">
                <a16:creationId xmlns:a16="http://schemas.microsoft.com/office/drawing/2014/main" id="{3C25B446-39A0-E996-05C4-654698D5EA71}"/>
              </a:ext>
            </a:extLst>
          </p:cNvPr>
          <p:cNvSpPr>
            <a:spLocks noGrp="1"/>
          </p:cNvSpPr>
          <p:nvPr>
            <p:ph type="body" sz="quarter" idx="15" hasCustomPrompt="1"/>
          </p:nvPr>
        </p:nvSpPr>
        <p:spPr>
          <a:xfrm>
            <a:off x="1068697" y="3420167"/>
            <a:ext cx="10552964" cy="469751"/>
          </a:xfrm>
        </p:spPr>
        <p:txBody>
          <a:bodyPr anchor="ctr"/>
          <a:lstStyle>
            <a:lvl1pPr algn="ctr">
              <a:spcBef>
                <a:spcPts val="200"/>
              </a:spcBef>
              <a:defRPr sz="1700" b="0" i="0">
                <a:solidFill>
                  <a:schemeClr val="tx1"/>
                </a:solidFill>
                <a:latin typeface="Source Sans Pro" panose="020B0503030403020204" pitchFamily="34" charset="0"/>
                <a:ea typeface="Source Sans Pro" panose="020B0503030403020204" pitchFamily="34" charset="0"/>
              </a:defRPr>
            </a:lvl1pPr>
          </a:lstStyle>
          <a:p>
            <a:pPr lvl="0"/>
            <a:r>
              <a:rPr lang="de-DE" noProof="0"/>
              <a:t>Schrift: Source Sans Pro Regular, Schriftgröße: 17 – 32 </a:t>
            </a:r>
            <a:r>
              <a:rPr lang="de-DE" noProof="0" err="1"/>
              <a:t>pt</a:t>
            </a:r>
            <a:r>
              <a:rPr lang="de-DE" noProof="0"/>
              <a:t>.</a:t>
            </a:r>
          </a:p>
        </p:txBody>
      </p:sp>
      <p:sp>
        <p:nvSpPr>
          <p:cNvPr id="19" name="Textplatzhalter 12">
            <a:extLst>
              <a:ext uri="{FF2B5EF4-FFF2-40B4-BE49-F238E27FC236}">
                <a16:creationId xmlns:a16="http://schemas.microsoft.com/office/drawing/2014/main" id="{9D117ECF-23B2-A485-A0C6-B7DC721B7DD1}"/>
              </a:ext>
            </a:extLst>
          </p:cNvPr>
          <p:cNvSpPr>
            <a:spLocks noGrp="1"/>
          </p:cNvSpPr>
          <p:nvPr>
            <p:ph type="body" sz="quarter" idx="16" hasCustomPrompt="1"/>
          </p:nvPr>
        </p:nvSpPr>
        <p:spPr>
          <a:xfrm>
            <a:off x="767397" y="4134435"/>
            <a:ext cx="10854776" cy="469751"/>
          </a:xfrm>
        </p:spPr>
        <p:txBody>
          <a:bodyPr anchor="ctr"/>
          <a:lstStyle>
            <a:lvl1pPr algn="ctr">
              <a:spcBef>
                <a:spcPts val="200"/>
              </a:spcBef>
              <a:defRPr sz="1700" b="0" i="0">
                <a:solidFill>
                  <a:schemeClr val="bg1"/>
                </a:solidFill>
                <a:latin typeface="Source Sans Pro" panose="020B0503030403020204" pitchFamily="34" charset="0"/>
                <a:ea typeface="Source Sans Pro" panose="020B0503030403020204" pitchFamily="34" charset="0"/>
              </a:defRPr>
            </a:lvl1pPr>
          </a:lstStyle>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11794588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_Balken_V2">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sp>
        <p:nvSpPr>
          <p:cNvPr id="2" name="Freihandform 1">
            <a:extLst>
              <a:ext uri="{FF2B5EF4-FFF2-40B4-BE49-F238E27FC236}">
                <a16:creationId xmlns:a16="http://schemas.microsoft.com/office/drawing/2014/main" id="{F934E13F-EB6A-87B4-08F8-2CEF2550B200}"/>
              </a:ext>
            </a:extLst>
          </p:cNvPr>
          <p:cNvSpPr/>
          <p:nvPr userDrawn="1"/>
        </p:nvSpPr>
        <p:spPr>
          <a:xfrm>
            <a:off x="409433" y="1153236"/>
            <a:ext cx="11238931" cy="823365"/>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3"/>
          </a:solidFill>
          <a:ln>
            <a:no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77605" tIns="58420" rIns="58420" bIns="58420" numCol="1" spcCol="1270" anchor="ctr" anchorCtr="0">
            <a:noAutofit/>
          </a:bodyPr>
          <a:lstStyle/>
          <a:p>
            <a:pPr marL="0" marR="0" lvl="0" indent="0" algn="l" defTabSz="914400" rtl="0" eaLnBrk="1" fontAlgn="auto" latinLnBrk="0" hangingPunct="1">
              <a:lnSpc>
                <a:spcPct val="100000"/>
              </a:lnSpc>
              <a:spcBef>
                <a:spcPts val="1800"/>
              </a:spcBef>
              <a:spcAft>
                <a:spcPts val="0"/>
              </a:spcAft>
              <a:buClrTx/>
              <a:buSzTx/>
              <a:buFontTx/>
              <a:buNone/>
              <a:tabLst/>
              <a:defRPr/>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5" name="Freihandform 4">
            <a:extLst>
              <a:ext uri="{FF2B5EF4-FFF2-40B4-BE49-F238E27FC236}">
                <a16:creationId xmlns:a16="http://schemas.microsoft.com/office/drawing/2014/main" id="{0737BCF9-D98C-F03F-86D2-53BE49A2857C}"/>
              </a:ext>
            </a:extLst>
          </p:cNvPr>
          <p:cNvSpPr/>
          <p:nvPr userDrawn="1"/>
        </p:nvSpPr>
        <p:spPr>
          <a:xfrm>
            <a:off x="402609" y="2088107"/>
            <a:ext cx="11239808" cy="832514"/>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2"/>
          </a:solidFill>
          <a:ln>
            <a:noFill/>
          </a:ln>
        </p:spPr>
        <p:style>
          <a:lnRef idx="2">
            <a:scrgbClr r="0" g="0" b="0"/>
          </a:lnRef>
          <a:fillRef idx="1">
            <a:schemeClr val="accent5">
              <a:hueOff val="210382"/>
              <a:satOff val="-10001"/>
              <a:lumOff val="-2696"/>
              <a:alphaOff val="0"/>
            </a:schemeClr>
          </a:fillRef>
          <a:effectRef idx="0">
            <a:schemeClr val="accent5">
              <a:hueOff val="210382"/>
              <a:satOff val="-10001"/>
              <a:lumOff val="-2696"/>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10" name="Freihandform 9">
            <a:extLst>
              <a:ext uri="{FF2B5EF4-FFF2-40B4-BE49-F238E27FC236}">
                <a16:creationId xmlns:a16="http://schemas.microsoft.com/office/drawing/2014/main" id="{E36C601E-FD62-1DD7-99A3-0E33A0637726}"/>
              </a:ext>
            </a:extLst>
          </p:cNvPr>
          <p:cNvSpPr/>
          <p:nvPr userDrawn="1"/>
        </p:nvSpPr>
        <p:spPr>
          <a:xfrm>
            <a:off x="416257" y="3104865"/>
            <a:ext cx="11252578" cy="818866"/>
          </a:xfrm>
          <a:custGeom>
            <a:avLst/>
            <a:gdLst>
              <a:gd name="connsiteX0" fmla="*/ 0 w 9658430"/>
              <a:gd name="connsiteY0" fmla="*/ 0 h 475722"/>
              <a:gd name="connsiteX1" fmla="*/ 9658430 w 9658430"/>
              <a:gd name="connsiteY1" fmla="*/ 0 h 475722"/>
              <a:gd name="connsiteX2" fmla="*/ 9658430 w 9658430"/>
              <a:gd name="connsiteY2" fmla="*/ 475722 h 475722"/>
              <a:gd name="connsiteX3" fmla="*/ 0 w 9658430"/>
              <a:gd name="connsiteY3" fmla="*/ 475722 h 475722"/>
              <a:gd name="connsiteX4" fmla="*/ 0 w 9658430"/>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8430" h="475722">
                <a:moveTo>
                  <a:pt x="0" y="0"/>
                </a:moveTo>
                <a:lnTo>
                  <a:pt x="9658430" y="0"/>
                </a:lnTo>
                <a:lnTo>
                  <a:pt x="9658430" y="475722"/>
                </a:lnTo>
                <a:lnTo>
                  <a:pt x="0" y="475722"/>
                </a:lnTo>
                <a:lnTo>
                  <a:pt x="0" y="0"/>
                </a:lnTo>
                <a:close/>
              </a:path>
            </a:pathLst>
          </a:custGeom>
          <a:solidFill>
            <a:schemeClr val="accent1"/>
          </a:solidFill>
          <a:ln>
            <a:noFill/>
          </a:ln>
        </p:spPr>
        <p:style>
          <a:lnRef idx="2">
            <a:scrgbClr r="0" g="0" b="0"/>
          </a:lnRef>
          <a:fillRef idx="1">
            <a:schemeClr val="accent5">
              <a:hueOff val="420764"/>
              <a:satOff val="-20002"/>
              <a:lumOff val="-5392"/>
              <a:alphaOff val="0"/>
            </a:schemeClr>
          </a:fillRef>
          <a:effectRef idx="0">
            <a:schemeClr val="accent5">
              <a:hueOff val="420764"/>
              <a:satOff val="-20002"/>
              <a:lumOff val="-5392"/>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11" name="Freihandform 10">
            <a:extLst>
              <a:ext uri="{FF2B5EF4-FFF2-40B4-BE49-F238E27FC236}">
                <a16:creationId xmlns:a16="http://schemas.microsoft.com/office/drawing/2014/main" id="{0C9BF588-EF9A-862E-F334-DA881FD9912E}"/>
              </a:ext>
            </a:extLst>
          </p:cNvPr>
          <p:cNvSpPr/>
          <p:nvPr userDrawn="1"/>
        </p:nvSpPr>
        <p:spPr>
          <a:xfrm>
            <a:off x="402609" y="4087503"/>
            <a:ext cx="11238931" cy="818867"/>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6"/>
          </a:solidFill>
          <a:ln>
            <a:noFill/>
          </a:ln>
        </p:spPr>
        <p:style>
          <a:lnRef idx="2">
            <a:scrgbClr r="0" g="0" b="0"/>
          </a:lnRef>
          <a:fillRef idx="1">
            <a:schemeClr val="accent5">
              <a:hueOff val="631145"/>
              <a:satOff val="-30004"/>
              <a:lumOff val="-8088"/>
              <a:alphaOff val="0"/>
            </a:schemeClr>
          </a:fillRef>
          <a:effectRef idx="0">
            <a:schemeClr val="accent5">
              <a:hueOff val="631145"/>
              <a:satOff val="-30004"/>
              <a:lumOff val="-8088"/>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18" name="Freihandform 17">
            <a:extLst>
              <a:ext uri="{FF2B5EF4-FFF2-40B4-BE49-F238E27FC236}">
                <a16:creationId xmlns:a16="http://schemas.microsoft.com/office/drawing/2014/main" id="{B1802F6F-41B8-D312-35EE-F3255A6B2A57}"/>
              </a:ext>
            </a:extLst>
          </p:cNvPr>
          <p:cNvSpPr/>
          <p:nvPr userDrawn="1"/>
        </p:nvSpPr>
        <p:spPr>
          <a:xfrm>
            <a:off x="395785" y="5049672"/>
            <a:ext cx="11240533" cy="818865"/>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5"/>
          </a:solidFill>
          <a:ln>
            <a:noFill/>
          </a:ln>
        </p:spPr>
        <p:style>
          <a:lnRef idx="2">
            <a:scrgbClr r="0" g="0" b="0"/>
          </a:lnRef>
          <a:fillRef idx="1">
            <a:schemeClr val="accent5">
              <a:hueOff val="841527"/>
              <a:satOff val="-40005"/>
              <a:lumOff val="-10784"/>
              <a:alphaOff val="0"/>
            </a:schemeClr>
          </a:fillRef>
          <a:effectRef idx="0">
            <a:schemeClr val="accent5">
              <a:hueOff val="841527"/>
              <a:satOff val="-40005"/>
              <a:lumOff val="-10784"/>
              <a:alphaOff val="0"/>
            </a:schemeClr>
          </a:effectRef>
          <a:fontRef idx="minor">
            <a:schemeClr val="lt1"/>
          </a:fontRef>
        </p:style>
        <p:txBody>
          <a:bodyPr spcFirstLastPara="0" vert="horz" wrap="square" lIns="377605" tIns="58420" rIns="58420" bIns="58420" numCol="1" spcCol="1270" anchor="ctr" anchorCtr="0">
            <a:noAutofit/>
          </a:bodyPr>
          <a:lstStyle/>
          <a:p>
            <a:pPr>
              <a:spcBef>
                <a:spcPts val="1800"/>
              </a:spcBef>
            </a:pPr>
            <a:endParaRPr lang="de-DE" sz="1700" b="1">
              <a:solidFill>
                <a:schemeClr val="bg1"/>
              </a:solidFill>
              <a:latin typeface="Source Sans Pro" panose="020B0503030403020204" pitchFamily="34" charset="0"/>
              <a:ea typeface="Source Sans Pro" panose="020B0503030403020204" pitchFamily="34" charset="0"/>
            </a:endParaRPr>
          </a:p>
        </p:txBody>
      </p:sp>
      <p:sp>
        <p:nvSpPr>
          <p:cNvPr id="3" name="Textplatzhalter 2">
            <a:extLst>
              <a:ext uri="{FF2B5EF4-FFF2-40B4-BE49-F238E27FC236}">
                <a16:creationId xmlns:a16="http://schemas.microsoft.com/office/drawing/2014/main" id="{7AE579AB-D51B-7081-5B56-2A0ACF45FAB7}"/>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8" name="Textplatzhalter 12">
            <a:extLst>
              <a:ext uri="{FF2B5EF4-FFF2-40B4-BE49-F238E27FC236}">
                <a16:creationId xmlns:a16="http://schemas.microsoft.com/office/drawing/2014/main" id="{71271F8E-BB11-491C-EED1-993FD01AD6F0}"/>
              </a:ext>
            </a:extLst>
          </p:cNvPr>
          <p:cNvSpPr>
            <a:spLocks noGrp="1"/>
          </p:cNvSpPr>
          <p:nvPr>
            <p:ph type="body" sz="quarter" idx="12" hasCustomPrompt="1"/>
          </p:nvPr>
        </p:nvSpPr>
        <p:spPr>
          <a:xfrm>
            <a:off x="414591" y="1160799"/>
            <a:ext cx="11227826" cy="815802"/>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2" name="Textplatzhalter 12">
            <a:extLst>
              <a:ext uri="{FF2B5EF4-FFF2-40B4-BE49-F238E27FC236}">
                <a16:creationId xmlns:a16="http://schemas.microsoft.com/office/drawing/2014/main" id="{DD936205-0576-C80A-9E01-D30F4E6DB996}"/>
              </a:ext>
            </a:extLst>
          </p:cNvPr>
          <p:cNvSpPr>
            <a:spLocks noGrp="1"/>
          </p:cNvSpPr>
          <p:nvPr>
            <p:ph type="body" sz="quarter" idx="13" hasCustomPrompt="1"/>
          </p:nvPr>
        </p:nvSpPr>
        <p:spPr>
          <a:xfrm>
            <a:off x="408492" y="2097063"/>
            <a:ext cx="11227826" cy="815802"/>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3" name="Textplatzhalter 12">
            <a:extLst>
              <a:ext uri="{FF2B5EF4-FFF2-40B4-BE49-F238E27FC236}">
                <a16:creationId xmlns:a16="http://schemas.microsoft.com/office/drawing/2014/main" id="{8EE10306-7175-88B6-11C4-B55EEF2327D1}"/>
              </a:ext>
            </a:extLst>
          </p:cNvPr>
          <p:cNvSpPr>
            <a:spLocks noGrp="1"/>
          </p:cNvSpPr>
          <p:nvPr>
            <p:ph type="body" sz="quarter" idx="14" hasCustomPrompt="1"/>
          </p:nvPr>
        </p:nvSpPr>
        <p:spPr>
          <a:xfrm>
            <a:off x="420687" y="3104587"/>
            <a:ext cx="11227826" cy="815802"/>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4" name="Textplatzhalter 12">
            <a:extLst>
              <a:ext uri="{FF2B5EF4-FFF2-40B4-BE49-F238E27FC236}">
                <a16:creationId xmlns:a16="http://schemas.microsoft.com/office/drawing/2014/main" id="{73F7DE20-5006-C719-8453-7645846CE47E}"/>
              </a:ext>
            </a:extLst>
          </p:cNvPr>
          <p:cNvSpPr>
            <a:spLocks noGrp="1"/>
          </p:cNvSpPr>
          <p:nvPr>
            <p:ph type="body" sz="quarter" idx="15" hasCustomPrompt="1"/>
          </p:nvPr>
        </p:nvSpPr>
        <p:spPr>
          <a:xfrm>
            <a:off x="408492" y="4082565"/>
            <a:ext cx="11227826" cy="815802"/>
          </a:xfrm>
        </p:spPr>
        <p:txBody>
          <a:bodyPr anchor="ctr">
            <a:normAutofit/>
          </a:bodyPr>
          <a:lstStyle>
            <a:lvl1pPr algn="ctr">
              <a:spcBef>
                <a:spcPts val="200"/>
              </a:spcBef>
              <a:defRPr sz="1700" b="0" i="0">
                <a:solidFill>
                  <a:schemeClr val="tx1"/>
                </a:solidFill>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5" name="Textplatzhalter 12">
            <a:extLst>
              <a:ext uri="{FF2B5EF4-FFF2-40B4-BE49-F238E27FC236}">
                <a16:creationId xmlns:a16="http://schemas.microsoft.com/office/drawing/2014/main" id="{66D2317B-9274-3295-DA31-68022E8401A1}"/>
              </a:ext>
            </a:extLst>
          </p:cNvPr>
          <p:cNvSpPr>
            <a:spLocks noGrp="1"/>
          </p:cNvSpPr>
          <p:nvPr>
            <p:ph type="body" sz="quarter" idx="16" hasCustomPrompt="1"/>
          </p:nvPr>
        </p:nvSpPr>
        <p:spPr>
          <a:xfrm>
            <a:off x="401732" y="5048375"/>
            <a:ext cx="11227826" cy="815802"/>
          </a:xfrm>
        </p:spPr>
        <p:txBody>
          <a:bodyPr anchor="ctr">
            <a:normAutofit/>
          </a:bodyPr>
          <a:lstStyle>
            <a:lvl1pPr algn="ctr">
              <a:spcBef>
                <a:spcPts val="200"/>
              </a:spcBef>
              <a:defRPr sz="1700" b="0" i="0">
                <a:solidFill>
                  <a:schemeClr val="bg1"/>
                </a:solidFill>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10940828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sign_V1">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sp>
        <p:nvSpPr>
          <p:cNvPr id="2" name="Freihandform 1">
            <a:extLst>
              <a:ext uri="{FF2B5EF4-FFF2-40B4-BE49-F238E27FC236}">
                <a16:creationId xmlns:a16="http://schemas.microsoft.com/office/drawing/2014/main" id="{7D280E4E-1DF6-E57B-5D1C-380B806A13A2}"/>
              </a:ext>
            </a:extLst>
          </p:cNvPr>
          <p:cNvSpPr/>
          <p:nvPr userDrawn="1"/>
        </p:nvSpPr>
        <p:spPr>
          <a:xfrm>
            <a:off x="420688" y="1249847"/>
            <a:ext cx="2430842" cy="40079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6"/>
          </a:solidFill>
          <a:ln>
            <a:noFill/>
          </a:ln>
          <a:scene3d>
            <a:camera prst="orthographicFront"/>
            <a:lightRig rig="flat" dir="t"/>
          </a:scene3d>
          <a:sp3d prstMaterial="dkEdge">
            <a:bevelT w="6350" h="38100"/>
          </a:sp3d>
        </p:spPr>
        <p:style>
          <a:lnRef idx="0">
            <a:schemeClr val="lt2">
              <a:hueOff val="0"/>
              <a:satOff val="0"/>
              <a:lumOff val="0"/>
              <a:alphaOff val="0"/>
            </a:schemeClr>
          </a:lnRef>
          <a:fillRef idx="2">
            <a:schemeClr val="dk2">
              <a:hueOff val="0"/>
              <a:satOff val="0"/>
              <a:lumOff val="0"/>
              <a:alphaOff val="0"/>
            </a:schemeClr>
          </a:fillRef>
          <a:effectRef idx="1">
            <a:schemeClr val="dk2">
              <a:hueOff val="0"/>
              <a:satOff val="0"/>
              <a:lumOff val="0"/>
              <a:alphaOff val="0"/>
            </a:schemeClr>
          </a:effectRef>
          <a:fontRef idx="minor">
            <a:schemeClr val="dk1"/>
          </a:fontRef>
        </p:style>
        <p:txBody>
          <a:bodyPr spcFirstLastPara="0" vert="horz" wrap="square" lIns="0" tIns="548640" rIns="0" bIns="548640" numCol="1" spcCol="1270" anchor="ctr" anchorCtr="0">
            <a:noAutofit/>
          </a:bodyPr>
          <a:lstStyle/>
          <a:p>
            <a:pPr lvl="0" algn="ctr" defTabSz="142240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panose="020F0502020204030204" pitchFamily="34" charset="0"/>
            </a:endParaRPr>
          </a:p>
        </p:txBody>
      </p:sp>
      <p:sp>
        <p:nvSpPr>
          <p:cNvPr id="5" name="Freihandform 4">
            <a:extLst>
              <a:ext uri="{FF2B5EF4-FFF2-40B4-BE49-F238E27FC236}">
                <a16:creationId xmlns:a16="http://schemas.microsoft.com/office/drawing/2014/main" id="{D6DB24C2-180D-7669-6F3E-B09DD43FCD0F}"/>
              </a:ext>
            </a:extLst>
          </p:cNvPr>
          <p:cNvSpPr/>
          <p:nvPr userDrawn="1"/>
        </p:nvSpPr>
        <p:spPr>
          <a:xfrm>
            <a:off x="3241804" y="1249847"/>
            <a:ext cx="2536077" cy="40079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6"/>
          </a:solidFill>
          <a:ln>
            <a:noFill/>
          </a:ln>
          <a:scene3d>
            <a:camera prst="orthographicFront"/>
            <a:lightRig rig="flat" dir="t"/>
          </a:scene3d>
          <a:sp3d prstMaterial="dkEdge">
            <a:bevelT w="6350" h="38100"/>
          </a:sp3d>
        </p:spPr>
        <p:style>
          <a:lnRef idx="0">
            <a:schemeClr val="lt2">
              <a:hueOff val="0"/>
              <a:satOff val="0"/>
              <a:lumOff val="0"/>
              <a:alphaOff val="0"/>
            </a:schemeClr>
          </a:lnRef>
          <a:fillRef idx="2">
            <a:schemeClr val="dk2">
              <a:hueOff val="0"/>
              <a:satOff val="0"/>
              <a:lumOff val="0"/>
              <a:alphaOff val="0"/>
            </a:schemeClr>
          </a:fillRef>
          <a:effectRef idx="1">
            <a:schemeClr val="dk2">
              <a:hueOff val="0"/>
              <a:satOff val="0"/>
              <a:lumOff val="0"/>
              <a:alphaOff val="0"/>
            </a:schemeClr>
          </a:effectRef>
          <a:fontRef idx="minor">
            <a:schemeClr val="dk1"/>
          </a:fontRef>
        </p:style>
        <p:txBody>
          <a:bodyPr spcFirstLastPara="0" vert="horz" wrap="square" lIns="0" tIns="548640" rIns="0" bIns="548640" numCol="1" spcCol="1270" anchor="ctr" anchorCtr="0">
            <a:noAutofit/>
          </a:bodyPr>
          <a:lstStyle/>
          <a:p>
            <a:pPr lvl="0" algn="ctr" defTabSz="1422400">
              <a:lnSpc>
                <a:spcPct val="90000"/>
              </a:lnSpc>
              <a:spcBef>
                <a:spcPct val="0"/>
              </a:spcBef>
              <a:spcAft>
                <a:spcPct val="35000"/>
              </a:spcAft>
            </a:pPr>
            <a:endParaRPr lang="de-DE" sz="1700" kern="1200">
              <a:solidFill>
                <a:schemeClr val="tx1"/>
              </a:solidFill>
              <a:latin typeface="Source Sans Pro" panose="020B0503030403020204" pitchFamily="34" charset="0"/>
              <a:ea typeface="Source Sans Pro" panose="020B0503030403020204" pitchFamily="34" charset="0"/>
              <a:cs typeface="Calibri" panose="020F0502020204030204" pitchFamily="34" charset="0"/>
            </a:endParaRPr>
          </a:p>
        </p:txBody>
      </p:sp>
      <p:sp>
        <p:nvSpPr>
          <p:cNvPr id="10" name="Freihandform 9">
            <a:extLst>
              <a:ext uri="{FF2B5EF4-FFF2-40B4-BE49-F238E27FC236}">
                <a16:creationId xmlns:a16="http://schemas.microsoft.com/office/drawing/2014/main" id="{1B2660EE-7B96-9220-44D9-3C149F45695E}"/>
              </a:ext>
            </a:extLst>
          </p:cNvPr>
          <p:cNvSpPr/>
          <p:nvPr userDrawn="1"/>
        </p:nvSpPr>
        <p:spPr>
          <a:xfrm>
            <a:off x="6168156" y="1249847"/>
            <a:ext cx="2537528" cy="4007950"/>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6"/>
          </a:solidFill>
          <a:ln>
            <a:noFill/>
          </a:ln>
          <a:scene3d>
            <a:camera prst="orthographicFront"/>
            <a:lightRig rig="flat" dir="t"/>
          </a:scene3d>
          <a:sp3d prstMaterial="dkEdge">
            <a:bevelT w="6350" h="38100"/>
          </a:sp3d>
        </p:spPr>
        <p:style>
          <a:lnRef idx="0">
            <a:schemeClr val="lt2">
              <a:hueOff val="0"/>
              <a:satOff val="0"/>
              <a:lumOff val="0"/>
              <a:alphaOff val="0"/>
            </a:schemeClr>
          </a:lnRef>
          <a:fillRef idx="2">
            <a:schemeClr val="dk2">
              <a:hueOff val="0"/>
              <a:satOff val="0"/>
              <a:lumOff val="0"/>
              <a:alphaOff val="0"/>
            </a:schemeClr>
          </a:fillRef>
          <a:effectRef idx="1">
            <a:schemeClr val="dk2">
              <a:hueOff val="0"/>
              <a:satOff val="0"/>
              <a:lumOff val="0"/>
              <a:alphaOff val="0"/>
            </a:schemeClr>
          </a:effectRef>
          <a:fontRef idx="minor">
            <a:schemeClr val="dk1"/>
          </a:fontRef>
        </p:style>
        <p:txBody>
          <a:bodyPr spcFirstLastPara="0" vert="horz" wrap="square" lIns="0" tIns="548640" rIns="0" bIns="548640" numCol="1" spcCol="1270" anchor="ctr" anchorCtr="0">
            <a:noAutofit/>
          </a:bodyPr>
          <a:lstStyle/>
          <a:p>
            <a:pPr lvl="0" algn="ctr" defTabSz="142240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panose="020F0502020204030204" pitchFamily="34" charset="0"/>
            </a:endParaRPr>
          </a:p>
        </p:txBody>
      </p:sp>
      <p:sp>
        <p:nvSpPr>
          <p:cNvPr id="11" name="Freihandform 10">
            <a:extLst>
              <a:ext uri="{FF2B5EF4-FFF2-40B4-BE49-F238E27FC236}">
                <a16:creationId xmlns:a16="http://schemas.microsoft.com/office/drawing/2014/main" id="{8B8CBBFD-2D19-C7CB-118E-7A5C8F0262AA}"/>
              </a:ext>
            </a:extLst>
          </p:cNvPr>
          <p:cNvSpPr/>
          <p:nvPr userDrawn="1"/>
        </p:nvSpPr>
        <p:spPr>
          <a:xfrm>
            <a:off x="9095959" y="1249847"/>
            <a:ext cx="2536077" cy="400794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6"/>
          </a:solidFill>
          <a:ln>
            <a:noFill/>
          </a:ln>
          <a:scene3d>
            <a:camera prst="orthographicFront"/>
            <a:lightRig rig="flat" dir="t"/>
          </a:scene3d>
          <a:sp3d prstMaterial="dkEdge">
            <a:bevelT w="6350" h="38100"/>
          </a:sp3d>
        </p:spPr>
        <p:style>
          <a:lnRef idx="0">
            <a:schemeClr val="lt2">
              <a:hueOff val="0"/>
              <a:satOff val="0"/>
              <a:lumOff val="0"/>
              <a:alphaOff val="0"/>
            </a:schemeClr>
          </a:lnRef>
          <a:fillRef idx="2">
            <a:schemeClr val="dk2">
              <a:hueOff val="0"/>
              <a:satOff val="0"/>
              <a:lumOff val="0"/>
              <a:alphaOff val="0"/>
            </a:schemeClr>
          </a:fillRef>
          <a:effectRef idx="1">
            <a:schemeClr val="dk2">
              <a:hueOff val="0"/>
              <a:satOff val="0"/>
              <a:lumOff val="0"/>
              <a:alphaOff val="0"/>
            </a:schemeClr>
          </a:effectRef>
          <a:fontRef idx="minor">
            <a:schemeClr val="dk1"/>
          </a:fontRef>
        </p:style>
        <p:txBody>
          <a:bodyPr spcFirstLastPara="0" vert="horz" wrap="square" lIns="0" tIns="548640" rIns="0" bIns="548640" numCol="1" spcCol="1270" anchor="ctr" anchorCtr="0">
            <a:noAutofit/>
          </a:bodyPr>
          <a:lstStyle/>
          <a:p>
            <a:pPr lvl="0" algn="ctr" defTabSz="1422400">
              <a:lnSpc>
                <a:spcPct val="90000"/>
              </a:lnSpc>
              <a:spcBef>
                <a:spcPct val="0"/>
              </a:spcBef>
              <a:spcAft>
                <a:spcPct val="35000"/>
              </a:spcAft>
            </a:pPr>
            <a:endParaRPr lang="de-DE" sz="1700">
              <a:solidFill>
                <a:schemeClr val="tx1"/>
              </a:solidFill>
              <a:latin typeface="Source Sans Pro" panose="020B0503030403020204" pitchFamily="34" charset="0"/>
              <a:ea typeface="Source Sans Pro" panose="020B0503030403020204" pitchFamily="34" charset="0"/>
              <a:cs typeface="Calibri" panose="020F0502020204030204" pitchFamily="34" charset="0"/>
            </a:endParaRPr>
          </a:p>
        </p:txBody>
      </p:sp>
      <p:sp>
        <p:nvSpPr>
          <p:cNvPr id="3" name="Textplatzhalter 2">
            <a:extLst>
              <a:ext uri="{FF2B5EF4-FFF2-40B4-BE49-F238E27FC236}">
                <a16:creationId xmlns:a16="http://schemas.microsoft.com/office/drawing/2014/main" id="{0F88279E-9A8D-0218-8247-5DD4E7422BC2}"/>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13" name="Textplatzhalter 12">
            <a:extLst>
              <a:ext uri="{FF2B5EF4-FFF2-40B4-BE49-F238E27FC236}">
                <a16:creationId xmlns:a16="http://schemas.microsoft.com/office/drawing/2014/main" id="{5C215115-324D-731F-989B-26E1905C6192}"/>
              </a:ext>
            </a:extLst>
          </p:cNvPr>
          <p:cNvSpPr>
            <a:spLocks noGrp="1"/>
          </p:cNvSpPr>
          <p:nvPr>
            <p:ph type="body" sz="quarter" idx="12" hasCustomPrompt="1"/>
          </p:nvPr>
        </p:nvSpPr>
        <p:spPr>
          <a:xfrm>
            <a:off x="420688" y="2030413"/>
            <a:ext cx="2430462" cy="2446337"/>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4" name="Textplatzhalter 12">
            <a:extLst>
              <a:ext uri="{FF2B5EF4-FFF2-40B4-BE49-F238E27FC236}">
                <a16:creationId xmlns:a16="http://schemas.microsoft.com/office/drawing/2014/main" id="{D5DECDF0-1D43-7810-7A37-2E22D905E439}"/>
              </a:ext>
            </a:extLst>
          </p:cNvPr>
          <p:cNvSpPr>
            <a:spLocks noGrp="1"/>
          </p:cNvSpPr>
          <p:nvPr>
            <p:ph type="body" sz="quarter" idx="13" hasCustomPrompt="1"/>
          </p:nvPr>
        </p:nvSpPr>
        <p:spPr>
          <a:xfrm>
            <a:off x="3293886" y="2030412"/>
            <a:ext cx="2430462" cy="2446337"/>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5" name="Textplatzhalter 12">
            <a:extLst>
              <a:ext uri="{FF2B5EF4-FFF2-40B4-BE49-F238E27FC236}">
                <a16:creationId xmlns:a16="http://schemas.microsoft.com/office/drawing/2014/main" id="{49211215-FF5C-7262-F6CC-3426DE821568}"/>
              </a:ext>
            </a:extLst>
          </p:cNvPr>
          <p:cNvSpPr>
            <a:spLocks noGrp="1"/>
          </p:cNvSpPr>
          <p:nvPr>
            <p:ph type="body" sz="quarter" idx="14" hasCustomPrompt="1"/>
          </p:nvPr>
        </p:nvSpPr>
        <p:spPr>
          <a:xfrm>
            <a:off x="6221689" y="2030412"/>
            <a:ext cx="2430462" cy="2446337"/>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6" name="Textplatzhalter 12">
            <a:extLst>
              <a:ext uri="{FF2B5EF4-FFF2-40B4-BE49-F238E27FC236}">
                <a16:creationId xmlns:a16="http://schemas.microsoft.com/office/drawing/2014/main" id="{EB59602B-C727-B110-C580-0662A89E4497}"/>
              </a:ext>
            </a:extLst>
          </p:cNvPr>
          <p:cNvSpPr>
            <a:spLocks noGrp="1"/>
          </p:cNvSpPr>
          <p:nvPr>
            <p:ph type="body" sz="quarter" idx="15" hasCustomPrompt="1"/>
          </p:nvPr>
        </p:nvSpPr>
        <p:spPr>
          <a:xfrm>
            <a:off x="9148766" y="2030412"/>
            <a:ext cx="2430462" cy="2446337"/>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33905261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ign_V2">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grpSp>
        <p:nvGrpSpPr>
          <p:cNvPr id="3" name="Gruppieren 2">
            <a:extLst>
              <a:ext uri="{FF2B5EF4-FFF2-40B4-BE49-F238E27FC236}">
                <a16:creationId xmlns:a16="http://schemas.microsoft.com/office/drawing/2014/main" id="{32CBFB65-9C08-7661-1374-7526EFEED684}"/>
              </a:ext>
            </a:extLst>
          </p:cNvPr>
          <p:cNvGrpSpPr/>
          <p:nvPr userDrawn="1"/>
        </p:nvGrpSpPr>
        <p:grpSpPr>
          <a:xfrm>
            <a:off x="2544266" y="1012228"/>
            <a:ext cx="7103154" cy="5006434"/>
            <a:chOff x="2002906" y="1311450"/>
            <a:chExt cx="7192915" cy="4812488"/>
          </a:xfrm>
        </p:grpSpPr>
        <p:sp>
          <p:nvSpPr>
            <p:cNvPr id="4" name="Inhaltsplatzhalter 2">
              <a:extLst>
                <a:ext uri="{FF2B5EF4-FFF2-40B4-BE49-F238E27FC236}">
                  <a16:creationId xmlns:a16="http://schemas.microsoft.com/office/drawing/2014/main" id="{F9705E2F-6F03-F337-7ABE-11D91D1A0316}"/>
                </a:ext>
              </a:extLst>
            </p:cNvPr>
            <p:cNvSpPr txBox="1">
              <a:spLocks/>
            </p:cNvSpPr>
            <p:nvPr/>
          </p:nvSpPr>
          <p:spPr>
            <a:xfrm>
              <a:off x="5695167" y="1311450"/>
              <a:ext cx="3500654" cy="2339547"/>
            </a:xfrm>
            <a:prstGeom prst="rect">
              <a:avLst/>
            </a:prstGeom>
            <a:solidFill>
              <a:schemeClr val="accent6"/>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7" name="Inhaltsplatzhalter 2">
              <a:extLst>
                <a:ext uri="{FF2B5EF4-FFF2-40B4-BE49-F238E27FC236}">
                  <a16:creationId xmlns:a16="http://schemas.microsoft.com/office/drawing/2014/main" id="{40519E19-9B0D-C717-BA9B-FF93724466E0}"/>
                </a:ext>
              </a:extLst>
            </p:cNvPr>
            <p:cNvSpPr txBox="1">
              <a:spLocks/>
            </p:cNvSpPr>
            <p:nvPr/>
          </p:nvSpPr>
          <p:spPr>
            <a:xfrm>
              <a:off x="2002906" y="1311450"/>
              <a:ext cx="3518302" cy="2326428"/>
            </a:xfrm>
            <a:prstGeom prst="rect">
              <a:avLst/>
            </a:prstGeom>
            <a:solidFill>
              <a:schemeClr val="accent1"/>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sp>
          <p:nvSpPr>
            <p:cNvPr id="8" name="Inhaltsplatzhalter 2">
              <a:extLst>
                <a:ext uri="{FF2B5EF4-FFF2-40B4-BE49-F238E27FC236}">
                  <a16:creationId xmlns:a16="http://schemas.microsoft.com/office/drawing/2014/main" id="{AF7FE2E1-8110-6800-29E8-ED1BC8B33889}"/>
                </a:ext>
              </a:extLst>
            </p:cNvPr>
            <p:cNvSpPr txBox="1">
              <a:spLocks/>
            </p:cNvSpPr>
            <p:nvPr/>
          </p:nvSpPr>
          <p:spPr>
            <a:xfrm>
              <a:off x="5695167" y="3789675"/>
              <a:ext cx="3500654" cy="2334263"/>
            </a:xfrm>
            <a:prstGeom prst="rect">
              <a:avLst/>
            </a:prstGeom>
            <a:solidFill>
              <a:schemeClr val="accent6"/>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9" name="Inhaltsplatzhalter 2">
              <a:extLst>
                <a:ext uri="{FF2B5EF4-FFF2-40B4-BE49-F238E27FC236}">
                  <a16:creationId xmlns:a16="http://schemas.microsoft.com/office/drawing/2014/main" id="{EDE18E42-9C6A-97B9-1EC7-21F859B28709}"/>
                </a:ext>
              </a:extLst>
            </p:cNvPr>
            <p:cNvSpPr txBox="1">
              <a:spLocks/>
            </p:cNvSpPr>
            <p:nvPr/>
          </p:nvSpPr>
          <p:spPr>
            <a:xfrm>
              <a:off x="2002906" y="3789675"/>
              <a:ext cx="3518302" cy="2334263"/>
            </a:xfrm>
            <a:prstGeom prst="rect">
              <a:avLst/>
            </a:prstGeom>
            <a:solidFill>
              <a:schemeClr val="accent1"/>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grpSp>
      <p:sp>
        <p:nvSpPr>
          <p:cNvPr id="2" name="Textplatzhalter 2">
            <a:extLst>
              <a:ext uri="{FF2B5EF4-FFF2-40B4-BE49-F238E27FC236}">
                <a16:creationId xmlns:a16="http://schemas.microsoft.com/office/drawing/2014/main" id="{5ADB218C-EB53-61F5-339E-D2C0E303CBFE}"/>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5" name="Textplatzhalter 12">
            <a:extLst>
              <a:ext uri="{FF2B5EF4-FFF2-40B4-BE49-F238E27FC236}">
                <a16:creationId xmlns:a16="http://schemas.microsoft.com/office/drawing/2014/main" id="{75B8A8FB-FBAE-6F02-18EC-61535DD0322A}"/>
              </a:ext>
            </a:extLst>
          </p:cNvPr>
          <p:cNvSpPr>
            <a:spLocks noGrp="1"/>
          </p:cNvSpPr>
          <p:nvPr>
            <p:ph type="body" sz="quarter" idx="12" hasCustomPrompt="1"/>
          </p:nvPr>
        </p:nvSpPr>
        <p:spPr>
          <a:xfrm>
            <a:off x="2544266" y="1012229"/>
            <a:ext cx="3456968" cy="2408408"/>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0" name="Textplatzhalter 12">
            <a:extLst>
              <a:ext uri="{FF2B5EF4-FFF2-40B4-BE49-F238E27FC236}">
                <a16:creationId xmlns:a16="http://schemas.microsoft.com/office/drawing/2014/main" id="{D5BFF3C0-3DE7-9C7B-4F26-8CA861E3767F}"/>
              </a:ext>
            </a:extLst>
          </p:cNvPr>
          <p:cNvSpPr>
            <a:spLocks noGrp="1"/>
          </p:cNvSpPr>
          <p:nvPr>
            <p:ph type="body" sz="quarter" idx="13" hasCustomPrompt="1"/>
          </p:nvPr>
        </p:nvSpPr>
        <p:spPr>
          <a:xfrm>
            <a:off x="6190452" y="1012228"/>
            <a:ext cx="3456968" cy="2408408"/>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1" name="Textplatzhalter 12">
            <a:extLst>
              <a:ext uri="{FF2B5EF4-FFF2-40B4-BE49-F238E27FC236}">
                <a16:creationId xmlns:a16="http://schemas.microsoft.com/office/drawing/2014/main" id="{46AFC066-A17E-BD0F-7E72-40B015F8BB88}"/>
              </a:ext>
            </a:extLst>
          </p:cNvPr>
          <p:cNvSpPr>
            <a:spLocks noGrp="1"/>
          </p:cNvSpPr>
          <p:nvPr>
            <p:ph type="body" sz="quarter" idx="14" hasCustomPrompt="1"/>
          </p:nvPr>
        </p:nvSpPr>
        <p:spPr>
          <a:xfrm>
            <a:off x="2544266" y="3590328"/>
            <a:ext cx="3456968" cy="2408408"/>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2" name="Textplatzhalter 12">
            <a:extLst>
              <a:ext uri="{FF2B5EF4-FFF2-40B4-BE49-F238E27FC236}">
                <a16:creationId xmlns:a16="http://schemas.microsoft.com/office/drawing/2014/main" id="{3D4C179F-8A34-8585-A02C-EBCAC3B65BBA}"/>
              </a:ext>
            </a:extLst>
          </p:cNvPr>
          <p:cNvSpPr>
            <a:spLocks noGrp="1"/>
          </p:cNvSpPr>
          <p:nvPr>
            <p:ph type="body" sz="quarter" idx="15" hasCustomPrompt="1"/>
          </p:nvPr>
        </p:nvSpPr>
        <p:spPr>
          <a:xfrm>
            <a:off x="6190450" y="3590328"/>
            <a:ext cx="3456968" cy="2408408"/>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37414484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sign_V3">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grpSp>
        <p:nvGrpSpPr>
          <p:cNvPr id="3" name="Gruppieren 2">
            <a:extLst>
              <a:ext uri="{FF2B5EF4-FFF2-40B4-BE49-F238E27FC236}">
                <a16:creationId xmlns:a16="http://schemas.microsoft.com/office/drawing/2014/main" id="{E5449CBB-3ADB-14EF-50AE-FDAA07619299}"/>
              </a:ext>
            </a:extLst>
          </p:cNvPr>
          <p:cNvGrpSpPr/>
          <p:nvPr userDrawn="1"/>
        </p:nvGrpSpPr>
        <p:grpSpPr>
          <a:xfrm>
            <a:off x="1453487" y="1003124"/>
            <a:ext cx="8434316" cy="4993905"/>
            <a:chOff x="1323501" y="1294659"/>
            <a:chExt cx="8449597" cy="4800444"/>
          </a:xfrm>
        </p:grpSpPr>
        <p:sp>
          <p:nvSpPr>
            <p:cNvPr id="4" name="Inhaltsplatzhalter 2">
              <a:extLst>
                <a:ext uri="{FF2B5EF4-FFF2-40B4-BE49-F238E27FC236}">
                  <a16:creationId xmlns:a16="http://schemas.microsoft.com/office/drawing/2014/main" id="{ED589E31-4578-3B9A-FC99-B82224E42CEF}"/>
                </a:ext>
              </a:extLst>
            </p:cNvPr>
            <p:cNvSpPr txBox="1">
              <a:spLocks/>
            </p:cNvSpPr>
            <p:nvPr/>
          </p:nvSpPr>
          <p:spPr>
            <a:xfrm>
              <a:off x="6298707" y="1294659"/>
              <a:ext cx="3474391" cy="2324622"/>
            </a:xfrm>
            <a:prstGeom prst="rect">
              <a:avLst/>
            </a:prstGeom>
            <a:solidFill>
              <a:schemeClr val="accent6"/>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sp>
          <p:nvSpPr>
            <p:cNvPr id="7" name="Inhaltsplatzhalter 2">
              <a:extLst>
                <a:ext uri="{FF2B5EF4-FFF2-40B4-BE49-F238E27FC236}">
                  <a16:creationId xmlns:a16="http://schemas.microsoft.com/office/drawing/2014/main" id="{33DAF40B-F1B9-2518-4254-B7CD44126236}"/>
                </a:ext>
              </a:extLst>
            </p:cNvPr>
            <p:cNvSpPr txBox="1">
              <a:spLocks/>
            </p:cNvSpPr>
            <p:nvPr/>
          </p:nvSpPr>
          <p:spPr>
            <a:xfrm>
              <a:off x="1323501" y="1311450"/>
              <a:ext cx="3476025" cy="2344625"/>
            </a:xfrm>
            <a:prstGeom prst="rect">
              <a:avLst/>
            </a:prstGeom>
            <a:solidFill>
              <a:schemeClr val="accent6"/>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sp>
          <p:nvSpPr>
            <p:cNvPr id="8" name="Inhaltsplatzhalter 2">
              <a:extLst>
                <a:ext uri="{FF2B5EF4-FFF2-40B4-BE49-F238E27FC236}">
                  <a16:creationId xmlns:a16="http://schemas.microsoft.com/office/drawing/2014/main" id="{288DB085-8E5E-1043-7ED1-C0B14C44E26A}"/>
                </a:ext>
              </a:extLst>
            </p:cNvPr>
            <p:cNvSpPr txBox="1">
              <a:spLocks/>
            </p:cNvSpPr>
            <p:nvPr/>
          </p:nvSpPr>
          <p:spPr>
            <a:xfrm>
              <a:off x="6298707" y="3712420"/>
              <a:ext cx="3467555" cy="2351003"/>
            </a:xfrm>
            <a:prstGeom prst="rect">
              <a:avLst/>
            </a:prstGeom>
            <a:solidFill>
              <a:schemeClr val="accent6"/>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sp>
          <p:nvSpPr>
            <p:cNvPr id="9" name="Inhaltsplatzhalter 2">
              <a:extLst>
                <a:ext uri="{FF2B5EF4-FFF2-40B4-BE49-F238E27FC236}">
                  <a16:creationId xmlns:a16="http://schemas.microsoft.com/office/drawing/2014/main" id="{EE03F3C0-B2D1-6BBD-33EC-A05FE8A184C1}"/>
                </a:ext>
              </a:extLst>
            </p:cNvPr>
            <p:cNvSpPr txBox="1">
              <a:spLocks/>
            </p:cNvSpPr>
            <p:nvPr/>
          </p:nvSpPr>
          <p:spPr>
            <a:xfrm>
              <a:off x="1330337" y="3761877"/>
              <a:ext cx="3469190" cy="2333226"/>
            </a:xfrm>
            <a:prstGeom prst="rect">
              <a:avLst/>
            </a:prstGeom>
            <a:solidFill>
              <a:schemeClr val="accent6"/>
            </a:solidFill>
          </p:spPr>
          <p:txBody>
            <a:bodyPr vert="horz" lIns="144000" tIns="144000" rIns="144000" bIns="144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grpSp>
      <p:sp>
        <p:nvSpPr>
          <p:cNvPr id="12" name="Inhaltsplatzhalter 2">
            <a:extLst>
              <a:ext uri="{FF2B5EF4-FFF2-40B4-BE49-F238E27FC236}">
                <a16:creationId xmlns:a16="http://schemas.microsoft.com/office/drawing/2014/main" id="{32653604-7F0B-7F1B-49A0-FAEBBFC1AD8C}"/>
              </a:ext>
            </a:extLst>
          </p:cNvPr>
          <p:cNvSpPr txBox="1">
            <a:spLocks/>
          </p:cNvSpPr>
          <p:nvPr userDrawn="1"/>
        </p:nvSpPr>
        <p:spPr>
          <a:xfrm>
            <a:off x="4287911" y="2452530"/>
            <a:ext cx="2779008" cy="2112139"/>
          </a:xfrm>
          <a:prstGeom prst="rect">
            <a:avLst/>
          </a:prstGeom>
          <a:solidFill>
            <a:schemeClr val="accent5"/>
          </a:solidFill>
        </p:spPr>
        <p:txBody>
          <a:bodyPr vert="horz" lIns="144000" tIns="144000" rIns="144000" bIns="14400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solidFill>
                <a:schemeClr val="bg1"/>
              </a:solidFill>
              <a:latin typeface="Source Sans Pro" panose="020B0503030403020204" pitchFamily="34" charset="0"/>
              <a:ea typeface="Source Sans Pro" panose="020B0503030403020204" pitchFamily="34" charset="0"/>
            </a:endParaRPr>
          </a:p>
        </p:txBody>
      </p:sp>
      <p:sp>
        <p:nvSpPr>
          <p:cNvPr id="2" name="Textplatzhalter 2">
            <a:extLst>
              <a:ext uri="{FF2B5EF4-FFF2-40B4-BE49-F238E27FC236}">
                <a16:creationId xmlns:a16="http://schemas.microsoft.com/office/drawing/2014/main" id="{C94B40CC-788D-9326-74E2-18E4DFA14C79}"/>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5" name="Textplatzhalter 12">
            <a:extLst>
              <a:ext uri="{FF2B5EF4-FFF2-40B4-BE49-F238E27FC236}">
                <a16:creationId xmlns:a16="http://schemas.microsoft.com/office/drawing/2014/main" id="{A0CB851A-C295-6A1A-ABF2-C09E65AAB729}"/>
              </a:ext>
            </a:extLst>
          </p:cNvPr>
          <p:cNvSpPr>
            <a:spLocks noGrp="1"/>
          </p:cNvSpPr>
          <p:nvPr>
            <p:ph type="body" sz="quarter" idx="12" hasCustomPrompt="1"/>
          </p:nvPr>
        </p:nvSpPr>
        <p:spPr>
          <a:xfrm>
            <a:off x="1464128" y="1032220"/>
            <a:ext cx="3456964" cy="2408408"/>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0" name="Textplatzhalter 12">
            <a:extLst>
              <a:ext uri="{FF2B5EF4-FFF2-40B4-BE49-F238E27FC236}">
                <a16:creationId xmlns:a16="http://schemas.microsoft.com/office/drawing/2014/main" id="{53F307B5-7C22-BD5C-673A-CFA07671B5FC}"/>
              </a:ext>
            </a:extLst>
          </p:cNvPr>
          <p:cNvSpPr>
            <a:spLocks noGrp="1"/>
          </p:cNvSpPr>
          <p:nvPr>
            <p:ph type="body" sz="quarter" idx="13" hasCustomPrompt="1"/>
          </p:nvPr>
        </p:nvSpPr>
        <p:spPr>
          <a:xfrm>
            <a:off x="6419698" y="1003124"/>
            <a:ext cx="3456968" cy="2408408"/>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err="1"/>
              <a:t>Lorem</a:t>
            </a:r>
            <a:r>
              <a:rPr lang="de-DE" b="1"/>
              <a:t> Ipsum</a:t>
            </a:r>
            <a:endParaRPr lang="de-DE"/>
          </a:p>
          <a:p>
            <a:pPr lvl="0"/>
            <a:r>
              <a:rPr lang="de-DE"/>
              <a:t>Schrift: Source Sans Pro Regular, Schriftgröße: 17 – 32 </a:t>
            </a:r>
            <a:r>
              <a:rPr lang="de-DE" err="1"/>
              <a:t>pt</a:t>
            </a:r>
            <a:r>
              <a:rPr lang="de-DE"/>
              <a:t>.</a:t>
            </a:r>
          </a:p>
        </p:txBody>
      </p:sp>
      <p:sp>
        <p:nvSpPr>
          <p:cNvPr id="11" name="Textplatzhalter 12">
            <a:extLst>
              <a:ext uri="{FF2B5EF4-FFF2-40B4-BE49-F238E27FC236}">
                <a16:creationId xmlns:a16="http://schemas.microsoft.com/office/drawing/2014/main" id="{DDBE40F7-D996-20E1-9D9D-B0AC0DFB0565}"/>
              </a:ext>
            </a:extLst>
          </p:cNvPr>
          <p:cNvSpPr>
            <a:spLocks noGrp="1"/>
          </p:cNvSpPr>
          <p:nvPr>
            <p:ph type="body" sz="quarter" idx="14" hasCustomPrompt="1"/>
          </p:nvPr>
        </p:nvSpPr>
        <p:spPr>
          <a:xfrm>
            <a:off x="1464128" y="3569773"/>
            <a:ext cx="3456968" cy="2408408"/>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err="1"/>
              <a:t>Lorem</a:t>
            </a:r>
            <a:r>
              <a:rPr lang="de-DE" b="1"/>
              <a:t> Ipsum</a:t>
            </a:r>
            <a:endParaRPr lang="de-DE"/>
          </a:p>
          <a:p>
            <a:pPr lvl="0"/>
            <a:r>
              <a:rPr lang="de-DE"/>
              <a:t>Schrift: Source Sans Pro Regular, Schriftgröße: 17 – 32 </a:t>
            </a:r>
            <a:r>
              <a:rPr lang="de-DE" err="1"/>
              <a:t>pt</a:t>
            </a:r>
            <a:r>
              <a:rPr lang="de-DE"/>
              <a:t>.</a:t>
            </a:r>
          </a:p>
        </p:txBody>
      </p:sp>
      <p:sp>
        <p:nvSpPr>
          <p:cNvPr id="13" name="Textplatzhalter 12">
            <a:extLst>
              <a:ext uri="{FF2B5EF4-FFF2-40B4-BE49-F238E27FC236}">
                <a16:creationId xmlns:a16="http://schemas.microsoft.com/office/drawing/2014/main" id="{58FC7FEA-B436-2FDB-0A8D-1C2A3AC1181D}"/>
              </a:ext>
            </a:extLst>
          </p:cNvPr>
          <p:cNvSpPr>
            <a:spLocks noGrp="1"/>
          </p:cNvSpPr>
          <p:nvPr>
            <p:ph type="body" sz="quarter" idx="15" hasCustomPrompt="1"/>
          </p:nvPr>
        </p:nvSpPr>
        <p:spPr>
          <a:xfrm>
            <a:off x="6419696" y="3530157"/>
            <a:ext cx="3456968" cy="2425876"/>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4" name="Textplatzhalter 12">
            <a:extLst>
              <a:ext uri="{FF2B5EF4-FFF2-40B4-BE49-F238E27FC236}">
                <a16:creationId xmlns:a16="http://schemas.microsoft.com/office/drawing/2014/main" id="{DFD8E55E-D27B-8562-66B7-C17653664881}"/>
              </a:ext>
            </a:extLst>
          </p:cNvPr>
          <p:cNvSpPr>
            <a:spLocks noGrp="1"/>
          </p:cNvSpPr>
          <p:nvPr>
            <p:ph type="body" sz="quarter" idx="16" hasCustomPrompt="1"/>
          </p:nvPr>
        </p:nvSpPr>
        <p:spPr>
          <a:xfrm>
            <a:off x="4287909" y="2464580"/>
            <a:ext cx="2764972" cy="2100089"/>
          </a:xfrm>
        </p:spPr>
        <p:txBody>
          <a:bodyPr anchor="ctr">
            <a:normAutofit/>
          </a:bodyPr>
          <a:lstStyle>
            <a:lvl1pPr algn="ctr">
              <a:spcBef>
                <a:spcPts val="200"/>
              </a:spcBef>
              <a:defRPr sz="1700" b="0" i="0">
                <a:solidFill>
                  <a:schemeClr val="bg1"/>
                </a:solidFill>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290073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esign_V4">
    <p:spTree>
      <p:nvGrpSpPr>
        <p:cNvPr id="1" name=""/>
        <p:cNvGrpSpPr/>
        <p:nvPr/>
      </p:nvGrpSpPr>
      <p:grpSpPr>
        <a:xfrm>
          <a:off x="0" y="0"/>
          <a:ext cx="0" cy="0"/>
          <a:chOff x="0" y="0"/>
          <a:chExt cx="0" cy="0"/>
        </a:xfrm>
      </p:grpSpPr>
      <p:sp>
        <p:nvSpPr>
          <p:cNvPr id="6" name="Fußzeilenplatzhalter 2">
            <a:extLst>
              <a:ext uri="{FF2B5EF4-FFF2-40B4-BE49-F238E27FC236}">
                <a16:creationId xmlns:a16="http://schemas.microsoft.com/office/drawing/2014/main" id="{36F96059-DCCD-6D10-B4A4-4D61ABD56745}"/>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b="0" i="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grpSp>
        <p:nvGrpSpPr>
          <p:cNvPr id="2" name="Gruppieren 1">
            <a:extLst>
              <a:ext uri="{FF2B5EF4-FFF2-40B4-BE49-F238E27FC236}">
                <a16:creationId xmlns:a16="http://schemas.microsoft.com/office/drawing/2014/main" id="{2034F8C0-C43B-AC4F-46B8-06DFF9E6C2B6}"/>
              </a:ext>
            </a:extLst>
          </p:cNvPr>
          <p:cNvGrpSpPr/>
          <p:nvPr userDrawn="1"/>
        </p:nvGrpSpPr>
        <p:grpSpPr>
          <a:xfrm>
            <a:off x="420687" y="990514"/>
            <a:ext cx="11091198" cy="5191920"/>
            <a:chOff x="1179835" y="1306954"/>
            <a:chExt cx="9149558" cy="4990790"/>
          </a:xfrm>
        </p:grpSpPr>
        <p:sp>
          <p:nvSpPr>
            <p:cNvPr id="5" name="Inhaltsplatzhalter 2">
              <a:extLst>
                <a:ext uri="{FF2B5EF4-FFF2-40B4-BE49-F238E27FC236}">
                  <a16:creationId xmlns:a16="http://schemas.microsoft.com/office/drawing/2014/main" id="{551021FA-FA4B-E861-4D15-37492C2B334E}"/>
                </a:ext>
              </a:extLst>
            </p:cNvPr>
            <p:cNvSpPr txBox="1">
              <a:spLocks/>
            </p:cNvSpPr>
            <p:nvPr/>
          </p:nvSpPr>
          <p:spPr>
            <a:xfrm>
              <a:off x="1179835" y="3236227"/>
              <a:ext cx="2979865" cy="1388838"/>
            </a:xfrm>
            <a:prstGeom prst="rect">
              <a:avLst/>
            </a:prstGeom>
            <a:solidFill>
              <a:schemeClr val="accent2"/>
            </a:solidFill>
          </p:spPr>
          <p:txBody>
            <a:bodyPr vert="horz" lIns="144000" tIns="144000" rIns="144000" bIns="14400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sp>
          <p:nvSpPr>
            <p:cNvPr id="12" name="Inhaltsplatzhalter 2">
              <a:extLst>
                <a:ext uri="{FF2B5EF4-FFF2-40B4-BE49-F238E27FC236}">
                  <a16:creationId xmlns:a16="http://schemas.microsoft.com/office/drawing/2014/main" id="{16741524-6926-0A72-0696-7C782B8787E8}"/>
                </a:ext>
              </a:extLst>
            </p:cNvPr>
            <p:cNvSpPr txBox="1">
              <a:spLocks/>
            </p:cNvSpPr>
            <p:nvPr/>
          </p:nvSpPr>
          <p:spPr>
            <a:xfrm>
              <a:off x="7351951" y="3267241"/>
              <a:ext cx="2977442" cy="1357822"/>
            </a:xfrm>
            <a:prstGeom prst="rect">
              <a:avLst/>
            </a:prstGeom>
            <a:solidFill>
              <a:schemeClr val="accent2"/>
            </a:solidFill>
          </p:spPr>
          <p:txBody>
            <a:bodyPr vert="horz" lIns="144000" tIns="144000" rIns="144000" bIns="14400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cxnSp>
          <p:nvCxnSpPr>
            <p:cNvPr id="13" name="Verbinder: gewinkelt 7">
              <a:extLst>
                <a:ext uri="{FF2B5EF4-FFF2-40B4-BE49-F238E27FC236}">
                  <a16:creationId xmlns:a16="http://schemas.microsoft.com/office/drawing/2014/main" id="{42345FC4-D786-3F4F-E30D-DE67C5D7E149}"/>
                </a:ext>
              </a:extLst>
            </p:cNvPr>
            <p:cNvCxnSpPr>
              <a:cxnSpLocks/>
              <a:stCxn id="16" idx="3"/>
              <a:endCxn id="12" idx="1"/>
            </p:cNvCxnSpPr>
            <p:nvPr/>
          </p:nvCxnSpPr>
          <p:spPr>
            <a:xfrm>
              <a:off x="7239066" y="3816973"/>
              <a:ext cx="112885" cy="129180"/>
            </a:xfrm>
            <a:prstGeom prst="bentConnector3">
              <a:avLst>
                <a:gd name="adj1" fmla="val 50000"/>
              </a:avLst>
            </a:prstGeom>
            <a:ln w="38100">
              <a:solidFill>
                <a:schemeClr val="accent1"/>
              </a:solidFill>
              <a:headEnd type="none" w="lg" len="sm"/>
              <a:tailEnd type="none" w="lg" len="sm"/>
            </a:ln>
          </p:spPr>
          <p:style>
            <a:lnRef idx="1">
              <a:schemeClr val="accent1"/>
            </a:lnRef>
            <a:fillRef idx="0">
              <a:schemeClr val="accent1"/>
            </a:fillRef>
            <a:effectRef idx="0">
              <a:schemeClr val="accent1"/>
            </a:effectRef>
            <a:fontRef idx="minor">
              <a:schemeClr val="tx1"/>
            </a:fontRef>
          </p:style>
        </p:cxnSp>
        <p:sp>
          <p:nvSpPr>
            <p:cNvPr id="14" name="Inhaltsplatzhalter 2">
              <a:extLst>
                <a:ext uri="{FF2B5EF4-FFF2-40B4-BE49-F238E27FC236}">
                  <a16:creationId xmlns:a16="http://schemas.microsoft.com/office/drawing/2014/main" id="{8BB8FD81-652F-FD2B-597E-1D6EED5AFD89}"/>
                </a:ext>
              </a:extLst>
            </p:cNvPr>
            <p:cNvSpPr txBox="1">
              <a:spLocks/>
            </p:cNvSpPr>
            <p:nvPr/>
          </p:nvSpPr>
          <p:spPr>
            <a:xfrm>
              <a:off x="4258375" y="1306954"/>
              <a:ext cx="2983674" cy="1341346"/>
            </a:xfrm>
            <a:prstGeom prst="rect">
              <a:avLst/>
            </a:prstGeom>
            <a:solidFill>
              <a:schemeClr val="accent2"/>
            </a:solidFill>
          </p:spPr>
          <p:txBody>
            <a:bodyPr vert="horz" lIns="144000" tIns="144000" rIns="144000" bIns="14400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sp>
          <p:nvSpPr>
            <p:cNvPr id="15" name="Inhaltsplatzhalter 2">
              <a:extLst>
                <a:ext uri="{FF2B5EF4-FFF2-40B4-BE49-F238E27FC236}">
                  <a16:creationId xmlns:a16="http://schemas.microsoft.com/office/drawing/2014/main" id="{B44439FB-90BD-42DC-6C25-36D472D9C2EA}"/>
                </a:ext>
              </a:extLst>
            </p:cNvPr>
            <p:cNvSpPr txBox="1">
              <a:spLocks/>
            </p:cNvSpPr>
            <p:nvPr/>
          </p:nvSpPr>
          <p:spPr>
            <a:xfrm>
              <a:off x="4261027" y="4953437"/>
              <a:ext cx="2973043" cy="1344307"/>
            </a:xfrm>
            <a:prstGeom prst="rect">
              <a:avLst/>
            </a:prstGeom>
            <a:solidFill>
              <a:schemeClr val="accent2"/>
            </a:solidFill>
          </p:spPr>
          <p:txBody>
            <a:bodyPr vert="horz" lIns="144000" tIns="144000" rIns="144000" bIns="14400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latin typeface="Source Sans Pro" panose="020B0503030403020204" pitchFamily="34" charset="0"/>
                <a:ea typeface="Source Sans Pro" panose="020B0503030403020204" pitchFamily="34" charset="0"/>
              </a:endParaRPr>
            </a:p>
          </p:txBody>
        </p:sp>
        <p:sp>
          <p:nvSpPr>
            <p:cNvPr id="16" name="Inhaltsplatzhalter 2">
              <a:extLst>
                <a:ext uri="{FF2B5EF4-FFF2-40B4-BE49-F238E27FC236}">
                  <a16:creationId xmlns:a16="http://schemas.microsoft.com/office/drawing/2014/main" id="{4C6EE5EB-8BAA-E09E-5DAB-2E8677F0EFF1}"/>
                </a:ext>
              </a:extLst>
            </p:cNvPr>
            <p:cNvSpPr txBox="1">
              <a:spLocks/>
            </p:cNvSpPr>
            <p:nvPr/>
          </p:nvSpPr>
          <p:spPr>
            <a:xfrm>
              <a:off x="4266023" y="2817035"/>
              <a:ext cx="2973043" cy="1999874"/>
            </a:xfrm>
            <a:prstGeom prst="rect">
              <a:avLst/>
            </a:prstGeom>
            <a:solidFill>
              <a:schemeClr val="accent1"/>
            </a:solidFill>
          </p:spPr>
          <p:txBody>
            <a:bodyPr vert="horz" lIns="144000" tIns="144000" rIns="144000" bIns="14400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1800"/>
                </a:spcBef>
                <a:buNone/>
              </a:pPr>
              <a:endParaRPr lang="de-DE" sz="1700" b="1">
                <a:solidFill>
                  <a:schemeClr val="tx1"/>
                </a:solidFill>
                <a:latin typeface="Source Sans Pro" panose="020B0503030403020204" pitchFamily="34" charset="0"/>
                <a:ea typeface="Source Sans Pro" panose="020B0503030403020204" pitchFamily="34" charset="0"/>
              </a:endParaRPr>
            </a:p>
          </p:txBody>
        </p:sp>
        <p:cxnSp>
          <p:nvCxnSpPr>
            <p:cNvPr id="17" name="Verbinder: gewinkelt 7">
              <a:extLst>
                <a:ext uri="{FF2B5EF4-FFF2-40B4-BE49-F238E27FC236}">
                  <a16:creationId xmlns:a16="http://schemas.microsoft.com/office/drawing/2014/main" id="{EF7A7D2B-75D5-4D93-97DD-B7A49E8DE249}"/>
                </a:ext>
              </a:extLst>
            </p:cNvPr>
            <p:cNvCxnSpPr>
              <a:cxnSpLocks/>
              <a:stCxn id="5" idx="3"/>
              <a:endCxn id="16" idx="1"/>
            </p:cNvCxnSpPr>
            <p:nvPr/>
          </p:nvCxnSpPr>
          <p:spPr>
            <a:xfrm flipV="1">
              <a:off x="4159700" y="3816973"/>
              <a:ext cx="106323" cy="113673"/>
            </a:xfrm>
            <a:prstGeom prst="bentConnector3">
              <a:avLst>
                <a:gd name="adj1" fmla="val 50000"/>
              </a:avLst>
            </a:prstGeom>
            <a:ln w="38100">
              <a:solidFill>
                <a:schemeClr val="accent1"/>
              </a:solidFill>
              <a:headEnd type="none" w="lg" len="sm"/>
              <a:tailEnd type="none" w="lg" len="sm"/>
            </a:ln>
          </p:spPr>
          <p:style>
            <a:lnRef idx="1">
              <a:schemeClr val="accent1"/>
            </a:lnRef>
            <a:fillRef idx="0">
              <a:schemeClr val="accent1"/>
            </a:fillRef>
            <a:effectRef idx="0">
              <a:schemeClr val="accent1"/>
            </a:effectRef>
            <a:fontRef idx="minor">
              <a:schemeClr val="tx1"/>
            </a:fontRef>
          </p:style>
        </p:cxnSp>
        <p:cxnSp>
          <p:nvCxnSpPr>
            <p:cNvPr id="18" name="Verbinder: gewinkelt 7">
              <a:extLst>
                <a:ext uri="{FF2B5EF4-FFF2-40B4-BE49-F238E27FC236}">
                  <a16:creationId xmlns:a16="http://schemas.microsoft.com/office/drawing/2014/main" id="{94653855-6A81-7080-75CA-831AE8F782D5}"/>
                </a:ext>
              </a:extLst>
            </p:cNvPr>
            <p:cNvCxnSpPr>
              <a:cxnSpLocks/>
              <a:stCxn id="14" idx="2"/>
              <a:endCxn id="16" idx="0"/>
            </p:cNvCxnSpPr>
            <p:nvPr/>
          </p:nvCxnSpPr>
          <p:spPr>
            <a:xfrm rot="16200000" flipH="1">
              <a:off x="5667011" y="2731501"/>
              <a:ext cx="168735" cy="2332"/>
            </a:xfrm>
            <a:prstGeom prst="bentConnector3">
              <a:avLst>
                <a:gd name="adj1" fmla="val 50000"/>
              </a:avLst>
            </a:prstGeom>
            <a:ln w="38100">
              <a:solidFill>
                <a:schemeClr val="accent1"/>
              </a:solidFill>
              <a:headEnd type="none" w="lg" len="sm"/>
              <a:tailEnd type="none" w="lg" len="sm"/>
            </a:ln>
          </p:spPr>
          <p:style>
            <a:lnRef idx="1">
              <a:schemeClr val="accent1"/>
            </a:lnRef>
            <a:fillRef idx="0">
              <a:schemeClr val="accent1"/>
            </a:fillRef>
            <a:effectRef idx="0">
              <a:schemeClr val="accent1"/>
            </a:effectRef>
            <a:fontRef idx="minor">
              <a:schemeClr val="tx1"/>
            </a:fontRef>
          </p:style>
        </p:cxnSp>
      </p:grpSp>
      <p:sp>
        <p:nvSpPr>
          <p:cNvPr id="3" name="Textplatzhalter 2">
            <a:extLst>
              <a:ext uri="{FF2B5EF4-FFF2-40B4-BE49-F238E27FC236}">
                <a16:creationId xmlns:a16="http://schemas.microsoft.com/office/drawing/2014/main" id="{9A908E8D-1D32-8D9D-D962-8924433ED50B}"/>
              </a:ext>
            </a:extLst>
          </p:cNvPr>
          <p:cNvSpPr>
            <a:spLocks noGrp="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
        <p:nvSpPr>
          <p:cNvPr id="8" name="Textplatzhalter 12">
            <a:extLst>
              <a:ext uri="{FF2B5EF4-FFF2-40B4-BE49-F238E27FC236}">
                <a16:creationId xmlns:a16="http://schemas.microsoft.com/office/drawing/2014/main" id="{1F78B576-A09B-2512-0663-E20765BBA259}"/>
              </a:ext>
            </a:extLst>
          </p:cNvPr>
          <p:cNvSpPr>
            <a:spLocks noGrp="1"/>
          </p:cNvSpPr>
          <p:nvPr>
            <p:ph type="body" sz="quarter" idx="12" hasCustomPrompt="1"/>
          </p:nvPr>
        </p:nvSpPr>
        <p:spPr>
          <a:xfrm>
            <a:off x="4171756" y="985175"/>
            <a:ext cx="3587944" cy="1385753"/>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9" name="Textplatzhalter 12">
            <a:extLst>
              <a:ext uri="{FF2B5EF4-FFF2-40B4-BE49-F238E27FC236}">
                <a16:creationId xmlns:a16="http://schemas.microsoft.com/office/drawing/2014/main" id="{49A99CDF-8D6E-A41A-9556-63A1CCD189F9}"/>
              </a:ext>
            </a:extLst>
          </p:cNvPr>
          <p:cNvSpPr>
            <a:spLocks noGrp="1"/>
          </p:cNvSpPr>
          <p:nvPr>
            <p:ph type="body" sz="quarter" idx="13" hasCustomPrompt="1"/>
          </p:nvPr>
        </p:nvSpPr>
        <p:spPr>
          <a:xfrm>
            <a:off x="437858" y="3000676"/>
            <a:ext cx="3587944" cy="1441669"/>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0" name="Textplatzhalter 12">
            <a:extLst>
              <a:ext uri="{FF2B5EF4-FFF2-40B4-BE49-F238E27FC236}">
                <a16:creationId xmlns:a16="http://schemas.microsoft.com/office/drawing/2014/main" id="{0DE90762-8C13-9AC7-512C-ADB579B18031}"/>
              </a:ext>
            </a:extLst>
          </p:cNvPr>
          <p:cNvSpPr>
            <a:spLocks noGrp="1"/>
          </p:cNvSpPr>
          <p:nvPr>
            <p:ph type="body" sz="quarter" idx="14" hasCustomPrompt="1"/>
          </p:nvPr>
        </p:nvSpPr>
        <p:spPr>
          <a:xfrm>
            <a:off x="4165407" y="4783953"/>
            <a:ext cx="3587944" cy="1385753"/>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1" name="Textplatzhalter 12">
            <a:extLst>
              <a:ext uri="{FF2B5EF4-FFF2-40B4-BE49-F238E27FC236}">
                <a16:creationId xmlns:a16="http://schemas.microsoft.com/office/drawing/2014/main" id="{C4AACB6D-AC5B-3E3B-C69E-78DDEA48B8BC}"/>
              </a:ext>
            </a:extLst>
          </p:cNvPr>
          <p:cNvSpPr>
            <a:spLocks noGrp="1"/>
          </p:cNvSpPr>
          <p:nvPr>
            <p:ph type="body" sz="quarter" idx="15" hasCustomPrompt="1"/>
          </p:nvPr>
        </p:nvSpPr>
        <p:spPr>
          <a:xfrm>
            <a:off x="7908041" y="3036161"/>
            <a:ext cx="3587944" cy="1385753"/>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
        <p:nvSpPr>
          <p:cNvPr id="19" name="Textplatzhalter 12">
            <a:extLst>
              <a:ext uri="{FF2B5EF4-FFF2-40B4-BE49-F238E27FC236}">
                <a16:creationId xmlns:a16="http://schemas.microsoft.com/office/drawing/2014/main" id="{94D37A7F-E421-60CC-98E3-A08BA25E7277}"/>
              </a:ext>
            </a:extLst>
          </p:cNvPr>
          <p:cNvSpPr>
            <a:spLocks noGrp="1"/>
          </p:cNvSpPr>
          <p:nvPr>
            <p:ph type="body" sz="quarter" idx="16" hasCustomPrompt="1"/>
          </p:nvPr>
        </p:nvSpPr>
        <p:spPr>
          <a:xfrm>
            <a:off x="4165407" y="2561453"/>
            <a:ext cx="3587944" cy="2064489"/>
          </a:xfrm>
        </p:spPr>
        <p:txBody>
          <a:bodyPr anchor="ctr">
            <a:normAutofit/>
          </a:bodyPr>
          <a:lstStyle>
            <a:lvl1pPr algn="ctr">
              <a:spcBef>
                <a:spcPts val="200"/>
              </a:spcBef>
              <a:defRPr sz="1700" b="0" i="0">
                <a:latin typeface="Source Sans Pro" panose="020B0503030403020204" pitchFamily="34" charset="0"/>
                <a:ea typeface="Source Sans Pro" panose="020B0503030403020204" pitchFamily="34" charset="0"/>
              </a:defRPr>
            </a:lvl1pPr>
          </a:lstStyle>
          <a:p>
            <a:pPr lvl="0"/>
            <a:r>
              <a:rPr lang="de-DE" b="1" noProof="0" err="1"/>
              <a:t>Lorem</a:t>
            </a:r>
            <a:r>
              <a:rPr lang="de-DE" b="1" noProof="0"/>
              <a:t> Ipsum</a:t>
            </a:r>
            <a:endParaRPr lang="de-DE" noProof="0"/>
          </a:p>
          <a:p>
            <a:pPr lvl="0"/>
            <a:r>
              <a:rPr lang="de-DE" noProof="0"/>
              <a:t>Schrift: Source Sans Pro Regular, Schriftgröße: 17 – 32 </a:t>
            </a:r>
            <a:r>
              <a:rPr lang="de-DE" noProof="0" err="1"/>
              <a:t>pt</a:t>
            </a:r>
            <a:r>
              <a:rPr lang="de-DE" noProof="0"/>
              <a:t>.</a:t>
            </a:r>
          </a:p>
        </p:txBody>
      </p:sp>
    </p:spTree>
    <p:extLst>
      <p:ext uri="{BB962C8B-B14F-4D97-AF65-F5344CB8AC3E}">
        <p14:creationId xmlns:p14="http://schemas.microsoft.com/office/powerpoint/2010/main" val="35759953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_Box_V1">
    <p:spTree>
      <p:nvGrpSpPr>
        <p:cNvPr id="1" name=""/>
        <p:cNvGrpSpPr/>
        <p:nvPr/>
      </p:nvGrpSpPr>
      <p:grpSpPr>
        <a:xfrm>
          <a:off x="0" y="0"/>
          <a:ext cx="0" cy="0"/>
          <a:chOff x="0" y="0"/>
          <a:chExt cx="0" cy="0"/>
        </a:xfrm>
      </p:grpSpPr>
      <p:sp>
        <p:nvSpPr>
          <p:cNvPr id="3" name="Textplatzhalter 1">
            <a:extLst>
              <a:ext uri="{FF2B5EF4-FFF2-40B4-BE49-F238E27FC236}">
                <a16:creationId xmlns:a16="http://schemas.microsoft.com/office/drawing/2014/main" id="{1B5EA52C-9CDF-1E2A-E2D9-692E377FC596}"/>
              </a:ext>
            </a:extLst>
          </p:cNvPr>
          <p:cNvSpPr>
            <a:spLocks noGrp="1"/>
          </p:cNvSpPr>
          <p:nvPr>
            <p:ph type="body" sz="quarter" idx="13" hasCustomPrompt="1"/>
          </p:nvPr>
        </p:nvSpPr>
        <p:spPr>
          <a:xfrm>
            <a:off x="420689" y="6286500"/>
            <a:ext cx="10456862" cy="278758"/>
          </a:xfrm>
          <a:ln>
            <a:solidFill>
              <a:schemeClr val="bg1">
                <a:lumMod val="85000"/>
              </a:schemeClr>
            </a:solidFill>
          </a:ln>
        </p:spPr>
        <p:txBody>
          <a:bodyPr anchor="b"/>
          <a:lstStyle>
            <a:lvl1pPr marL="0" indent="0">
              <a:buNone/>
              <a:defRPr sz="800">
                <a:latin typeface="Source Sans Pro" panose="020B0503030403020204" pitchFamily="34" charset="0"/>
                <a:ea typeface="Source Sans Pro" panose="020B0503030403020204" pitchFamily="34" charset="0"/>
              </a:defRPr>
            </a:lvl1pPr>
          </a:lstStyle>
          <a:p>
            <a:r>
              <a:rPr lang="de-DE" noProof="0"/>
              <a:t>Fußzeile</a:t>
            </a:r>
          </a:p>
        </p:txBody>
      </p:sp>
      <p:sp>
        <p:nvSpPr>
          <p:cNvPr id="4" name="Textplatzhalter 2">
            <a:extLst>
              <a:ext uri="{FF2B5EF4-FFF2-40B4-BE49-F238E27FC236}">
                <a16:creationId xmlns:a16="http://schemas.microsoft.com/office/drawing/2014/main" id="{C10950AD-54BC-E9AE-FA0D-0DBC6FFE3741}"/>
              </a:ext>
            </a:extLst>
          </p:cNvPr>
          <p:cNvSpPr>
            <a:spLocks noGrp="1"/>
          </p:cNvSpPr>
          <p:nvPr>
            <p:ph type="body" sz="quarter" idx="10" hasCustomPrompt="1"/>
          </p:nvPr>
        </p:nvSpPr>
        <p:spPr>
          <a:xfrm>
            <a:off x="420688" y="1020592"/>
            <a:ext cx="11350311" cy="5113508"/>
          </a:xfrm>
          <a:solidFill>
            <a:schemeClr val="accent6"/>
          </a:solidFill>
        </p:spPr>
        <p:txBody>
          <a:bodyPr lIns="180000" anchor="ctr">
            <a:normAutofit/>
          </a:bodyPr>
          <a:lstStyle>
            <a:lvl1pPr marL="0" indent="0">
              <a:spcBef>
                <a:spcPts val="200"/>
              </a:spcBef>
              <a:buNone/>
              <a:defRPr>
                <a:latin typeface="Source Sans Pro" panose="020B0503030403020204" pitchFamily="34" charset="0"/>
                <a:ea typeface="Source Sans Pro" panose="020B0503030403020204" pitchFamily="34" charset="0"/>
              </a:defRPr>
            </a:lvl1pPr>
          </a:lstStyle>
          <a:p>
            <a:pPr algn="ctr"/>
            <a:r>
              <a:rPr lang="de-DE" noProof="0"/>
              <a:t>Inhalt</a:t>
            </a:r>
          </a:p>
        </p:txBody>
      </p:sp>
      <p:sp>
        <p:nvSpPr>
          <p:cNvPr id="2" name="Textplatzhalter 2">
            <a:extLst>
              <a:ext uri="{FF2B5EF4-FFF2-40B4-BE49-F238E27FC236}">
                <a16:creationId xmlns:a16="http://schemas.microsoft.com/office/drawing/2014/main" id="{51CC6A30-1A7E-593D-464A-6750D41314F0}"/>
              </a:ext>
            </a:extLst>
          </p:cNvPr>
          <p:cNvSpPr>
            <a:spLocks noGrp="1"/>
          </p:cNvSpPr>
          <p:nvPr>
            <p:ph type="body" sz="quarter" idx="14"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3275241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_Box_V2">
    <p:spTree>
      <p:nvGrpSpPr>
        <p:cNvPr id="1" name=""/>
        <p:cNvGrpSpPr/>
        <p:nvPr/>
      </p:nvGrpSpPr>
      <p:grpSpPr>
        <a:xfrm>
          <a:off x="0" y="0"/>
          <a:ext cx="0" cy="0"/>
          <a:chOff x="0" y="0"/>
          <a:chExt cx="0" cy="0"/>
        </a:xfrm>
      </p:grpSpPr>
      <p:sp>
        <p:nvSpPr>
          <p:cNvPr id="3" name="Textplatzhalter 1">
            <a:extLst>
              <a:ext uri="{FF2B5EF4-FFF2-40B4-BE49-F238E27FC236}">
                <a16:creationId xmlns:a16="http://schemas.microsoft.com/office/drawing/2014/main" id="{1B5EA52C-9CDF-1E2A-E2D9-692E377FC596}"/>
              </a:ext>
            </a:extLst>
          </p:cNvPr>
          <p:cNvSpPr>
            <a:spLocks noGrp="1"/>
          </p:cNvSpPr>
          <p:nvPr>
            <p:ph type="body" sz="quarter" idx="13" hasCustomPrompt="1"/>
          </p:nvPr>
        </p:nvSpPr>
        <p:spPr>
          <a:xfrm>
            <a:off x="420689" y="6286500"/>
            <a:ext cx="10456862" cy="278758"/>
          </a:xfrm>
          <a:ln>
            <a:solidFill>
              <a:schemeClr val="bg1">
                <a:lumMod val="85000"/>
              </a:schemeClr>
            </a:solidFill>
          </a:ln>
        </p:spPr>
        <p:txBody>
          <a:bodyPr anchor="b"/>
          <a:lstStyle>
            <a:lvl1pPr marL="0" indent="0">
              <a:buNone/>
              <a:defRPr sz="800">
                <a:latin typeface="Source Sans Pro" panose="020B0503030403020204" pitchFamily="34" charset="0"/>
                <a:ea typeface="Source Sans Pro" panose="020B0503030403020204" pitchFamily="34" charset="0"/>
              </a:defRPr>
            </a:lvl1pPr>
          </a:lstStyle>
          <a:p>
            <a:r>
              <a:rPr lang="de-DE"/>
              <a:t>Fußzeile</a:t>
            </a:r>
          </a:p>
        </p:txBody>
      </p:sp>
      <p:sp>
        <p:nvSpPr>
          <p:cNvPr id="2" name="Textplatzhalter 2">
            <a:extLst>
              <a:ext uri="{FF2B5EF4-FFF2-40B4-BE49-F238E27FC236}">
                <a16:creationId xmlns:a16="http://schemas.microsoft.com/office/drawing/2014/main" id="{6F415AC6-5200-0480-79AF-8AB86D2B11C1}"/>
              </a:ext>
            </a:extLst>
          </p:cNvPr>
          <p:cNvSpPr>
            <a:spLocks noGrp="1"/>
          </p:cNvSpPr>
          <p:nvPr>
            <p:ph type="body" sz="quarter" idx="10" hasCustomPrompt="1"/>
          </p:nvPr>
        </p:nvSpPr>
        <p:spPr>
          <a:xfrm>
            <a:off x="421002" y="1020592"/>
            <a:ext cx="5504953" cy="5113508"/>
          </a:xfrm>
          <a:solidFill>
            <a:schemeClr val="accent6"/>
          </a:solidFill>
        </p:spPr>
        <p:txBody>
          <a:bodyPr lIns="180000" anchor="ctr">
            <a:normAutofit/>
          </a:bodyPr>
          <a:lstStyle>
            <a:lvl1pPr marL="0" indent="0">
              <a:spcBef>
                <a:spcPts val="200"/>
              </a:spcBef>
              <a:buNone/>
              <a:defRPr>
                <a:latin typeface="Source Sans Pro" panose="020B0503030403020204" pitchFamily="34" charset="0"/>
                <a:ea typeface="Source Sans Pro" panose="020B0503030403020204" pitchFamily="34" charset="0"/>
              </a:defRPr>
            </a:lvl1pPr>
          </a:lstStyle>
          <a:p>
            <a:pPr algn="ctr"/>
            <a:r>
              <a:rPr lang="de-DE" noProof="0"/>
              <a:t>Inhalt</a:t>
            </a:r>
          </a:p>
        </p:txBody>
      </p:sp>
      <p:sp>
        <p:nvSpPr>
          <p:cNvPr id="5" name="Textplatzhalter 4">
            <a:extLst>
              <a:ext uri="{FF2B5EF4-FFF2-40B4-BE49-F238E27FC236}">
                <a16:creationId xmlns:a16="http://schemas.microsoft.com/office/drawing/2014/main" id="{9ADC859E-3082-9578-C640-1D12CEFC48B4}"/>
              </a:ext>
            </a:extLst>
          </p:cNvPr>
          <p:cNvSpPr>
            <a:spLocks noGrp="1"/>
          </p:cNvSpPr>
          <p:nvPr>
            <p:ph type="body" sz="quarter" idx="14" hasCustomPrompt="1"/>
          </p:nvPr>
        </p:nvSpPr>
        <p:spPr>
          <a:xfrm>
            <a:off x="6266045" y="1020592"/>
            <a:ext cx="5504953" cy="5113508"/>
          </a:xfrm>
          <a:solidFill>
            <a:schemeClr val="accent6"/>
          </a:solidFill>
        </p:spPr>
        <p:txBody>
          <a:bodyPr lIns="180000" anchor="ctr">
            <a:normAutofit/>
          </a:bodyPr>
          <a:lstStyle>
            <a:lvl1pPr marL="0" indent="0">
              <a:spcBef>
                <a:spcPts val="200"/>
              </a:spcBef>
              <a:buNone/>
              <a:defRPr>
                <a:latin typeface="Source Sans Pro" panose="020B0503030403020204" pitchFamily="34" charset="0"/>
                <a:ea typeface="Source Sans Pro" panose="020B0503030403020204" pitchFamily="34" charset="0"/>
              </a:defRPr>
            </a:lvl1pPr>
          </a:lstStyle>
          <a:p>
            <a:pPr algn="ctr"/>
            <a:r>
              <a:rPr lang="de-DE" noProof="0"/>
              <a:t>Inhalt</a:t>
            </a:r>
          </a:p>
        </p:txBody>
      </p:sp>
      <p:sp>
        <p:nvSpPr>
          <p:cNvPr id="4" name="Textplatzhalter 2">
            <a:extLst>
              <a:ext uri="{FF2B5EF4-FFF2-40B4-BE49-F238E27FC236}">
                <a16:creationId xmlns:a16="http://schemas.microsoft.com/office/drawing/2014/main" id="{FE35FEE7-E5AC-05E3-C53C-4767C4D46A9C}"/>
              </a:ext>
            </a:extLst>
          </p:cNvPr>
          <p:cNvSpPr>
            <a:spLocks noGrp="1"/>
          </p:cNvSpPr>
          <p:nvPr>
            <p:ph type="body" sz="quarter" idx="15"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Überschrift immer in </a:t>
            </a:r>
            <a:r>
              <a:rPr kumimoji="0" lang="de-DE" sz="1400" b="0" i="0" u="none" strike="noStrike" kern="1200" cap="all" spc="-20" normalizeH="0" baseline="0" noProof="0" err="1">
                <a:ln>
                  <a:noFill/>
                </a:ln>
                <a:solidFill>
                  <a:srgbClr val="000000"/>
                </a:solidFill>
                <a:effectLst/>
                <a:uLnTx/>
                <a:uFillTx/>
                <a:latin typeface="Source Sans Pro Bold" panose="020B0703030503020204" pitchFamily="34" charset="0"/>
                <a:ea typeface="+mn-ea"/>
                <a:cs typeface="+mn-cs"/>
              </a:rPr>
              <a:t>großbuchstabenN</a:t>
            </a:r>
            <a:endParaRPr kumimoji="0" lang="de-DE"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13270051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ext_Balken_V2">
    <p:spTree>
      <p:nvGrpSpPr>
        <p:cNvPr id="1" name=""/>
        <p:cNvGrpSpPr/>
        <p:nvPr/>
      </p:nvGrpSpPr>
      <p:grpSpPr>
        <a:xfrm>
          <a:off x="0" y="0"/>
          <a:ext cx="0" cy="0"/>
          <a:chOff x="0" y="0"/>
          <a:chExt cx="0" cy="0"/>
        </a:xfrm>
      </p:grpSpPr>
      <p:sp>
        <p:nvSpPr>
          <p:cNvPr id="21" name="Titel 5">
            <a:extLst>
              <a:ext uri="{FF2B5EF4-FFF2-40B4-BE49-F238E27FC236}">
                <a16:creationId xmlns:a16="http://schemas.microsoft.com/office/drawing/2014/main" id="{795C60EC-EFCA-8D5B-EDD8-C5A9FF072305}"/>
              </a:ext>
            </a:extLst>
          </p:cNvPr>
          <p:cNvSpPr txBox="1">
            <a:spLocks/>
          </p:cNvSpPr>
          <p:nvPr userDrawn="1"/>
        </p:nvSpPr>
        <p:spPr>
          <a:xfrm>
            <a:off x="420790" y="337550"/>
            <a:ext cx="11350209" cy="388800"/>
          </a:xfrm>
          <a:prstGeom prst="rect">
            <a:avLst/>
          </a:prstGeom>
          <a:noFill/>
          <a:ln>
            <a:noFill/>
          </a:ln>
        </p:spPr>
        <p:txBody>
          <a:bodyPr lIns="0" tIns="0" rIns="0" bIns="0" anchor="ctr"/>
          <a:lstStyle>
            <a:lvl1pPr algn="l" defTabSz="914400" rtl="0" eaLnBrk="1" latinLnBrk="0" hangingPunct="1">
              <a:lnSpc>
                <a:spcPct val="90000"/>
              </a:lnSpc>
              <a:spcBef>
                <a:spcPct val="0"/>
              </a:spcBef>
              <a:buNone/>
              <a:defRPr lang="de-DE" sz="3000" kern="1200" cap="all" spc="-20" baseline="0" smtClean="0">
                <a:solidFill>
                  <a:schemeClr val="tx1"/>
                </a:solidFill>
                <a:latin typeface="Source Sans Pro Bold" panose="020B0703030503020204" pitchFamily="34" charset="0"/>
                <a:ea typeface="+mj-ea"/>
                <a:cs typeface="+mj-cs"/>
              </a:defRPr>
            </a:lvl1pPr>
          </a:lstStyle>
          <a:p>
            <a:pPr marL="0" marR="0" indent="0" algn="l" defTabSz="914400" rtl="0" eaLnBrk="1" fontAlgn="auto" latinLnBrk="0" hangingPunct="1">
              <a:lnSpc>
                <a:spcPct val="100000"/>
              </a:lnSpc>
              <a:spcBef>
                <a:spcPct val="0"/>
              </a:spcBef>
              <a:spcAft>
                <a:spcPts val="0"/>
              </a:spcAft>
              <a:buClrTx/>
              <a:buSzTx/>
              <a:buFontTx/>
              <a:buNone/>
              <a:tabLst/>
              <a:defRPr/>
            </a:pPr>
            <a:r>
              <a:rPr kumimoji="0" lang="de-DE" sz="1400" b="0" i="0" u="none" strike="noStrike" kern="1200" cap="all" spc="-20" normalizeH="0" baseline="0" noProof="0">
                <a:ln>
                  <a:noFill/>
                </a:ln>
                <a:solidFill>
                  <a:srgbClr val="000000"/>
                </a:solidFill>
                <a:effectLst/>
                <a:uLnTx/>
                <a:uFillTx/>
                <a:latin typeface="Source Sans Pro Bold" panose="020B0703030503020204" pitchFamily="34" charset="0"/>
                <a:ea typeface="+mj-ea"/>
                <a:cs typeface="+mj-cs"/>
              </a:rPr>
              <a:t>Schriftfarbe in Kombination mit Hintergrundfarbe</a:t>
            </a:r>
            <a:endParaRPr lang="de-DE" sz="1400">
              <a:solidFill>
                <a:srgbClr val="E62D41"/>
              </a:solidFill>
            </a:endParaRPr>
          </a:p>
        </p:txBody>
      </p:sp>
      <p:sp>
        <p:nvSpPr>
          <p:cNvPr id="2" name="Freihandform 1">
            <a:extLst>
              <a:ext uri="{FF2B5EF4-FFF2-40B4-BE49-F238E27FC236}">
                <a16:creationId xmlns:a16="http://schemas.microsoft.com/office/drawing/2014/main" id="{F934E13F-EB6A-87B4-08F8-2CEF2550B200}"/>
              </a:ext>
            </a:extLst>
          </p:cNvPr>
          <p:cNvSpPr/>
          <p:nvPr userDrawn="1"/>
        </p:nvSpPr>
        <p:spPr>
          <a:xfrm>
            <a:off x="420688" y="744256"/>
            <a:ext cx="11215630" cy="849637"/>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3"/>
          </a:solidFill>
          <a:ln>
            <a:no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77605" tIns="58420" rIns="58420" bIns="58420" numCol="1" spcCol="1270" anchor="ctr" anchorCtr="0">
            <a:noAutofit/>
          </a:bodyPr>
          <a:lstStyle/>
          <a:p>
            <a:pPr>
              <a:lnSpc>
                <a:spcPct val="120000"/>
              </a:lnSpc>
              <a:spcBef>
                <a:spcPts val="200"/>
              </a:spcBef>
            </a:pPr>
            <a:r>
              <a:rPr lang="de-DE" sz="1700" b="1" cap="all" err="1">
                <a:solidFill>
                  <a:schemeClr val="tx2"/>
                </a:solidFill>
                <a:latin typeface="Source Sans Pro" panose="020B0503030403020204" pitchFamily="34" charset="0"/>
                <a:ea typeface="Source Sans Pro" panose="020B0503030403020204" pitchFamily="34" charset="0"/>
              </a:rPr>
              <a:t>Ea</a:t>
            </a:r>
            <a:r>
              <a:rPr lang="de-DE" sz="1700" b="1" cap="all">
                <a:solidFill>
                  <a:schemeClr val="tx2"/>
                </a:solidFill>
                <a:latin typeface="Source Sans Pro" panose="020B0503030403020204" pitchFamily="34" charset="0"/>
                <a:ea typeface="Source Sans Pro" panose="020B0503030403020204" pitchFamily="34" charset="0"/>
              </a:rPr>
              <a:t> tempo </a:t>
            </a:r>
            <a:r>
              <a:rPr lang="de-DE" sz="1700" b="1" cap="all" err="1">
                <a:solidFill>
                  <a:schemeClr val="tx2"/>
                </a:solidFill>
                <a:latin typeface="Source Sans Pro" panose="020B0503030403020204" pitchFamily="34" charset="0"/>
                <a:ea typeface="Source Sans Pro" panose="020B0503030403020204" pitchFamily="34" charset="0"/>
              </a:rPr>
              <a:t>porit</a:t>
            </a:r>
            <a:r>
              <a:rPr lang="de-DE" sz="1700" b="1" cap="all">
                <a:solidFill>
                  <a:schemeClr val="tx2"/>
                </a:solidFill>
                <a:latin typeface="Source Sans Pro" panose="020B0503030403020204" pitchFamily="34" charset="0"/>
                <a:ea typeface="Source Sans Pro" panose="020B0503030403020204" pitchFamily="34" charset="0"/>
              </a:rPr>
              <a:t> </a:t>
            </a:r>
            <a:br>
              <a:rPr lang="de-DE" sz="1700">
                <a:latin typeface="Source Sans Pro" panose="020B0503030403020204" pitchFamily="34" charset="0"/>
                <a:ea typeface="Source Sans Pro" panose="020B0503030403020204" pitchFamily="34" charset="0"/>
              </a:rPr>
            </a:br>
            <a:r>
              <a:rPr lang="de-DE" sz="1700">
                <a:solidFill>
                  <a:schemeClr val="tx1"/>
                </a:solidFill>
                <a:latin typeface="Source Sans Pro" panose="020B0503030403020204" pitchFamily="34" charset="0"/>
                <a:ea typeface="Source Sans Pro" panose="020B0503030403020204" pitchFamily="34" charset="0"/>
              </a:rPr>
              <a:t>et </a:t>
            </a:r>
            <a:r>
              <a:rPr lang="de-DE" sz="1700" err="1">
                <a:solidFill>
                  <a:schemeClr val="tx1"/>
                </a:solidFill>
                <a:latin typeface="Source Sans Pro" panose="020B0503030403020204" pitchFamily="34" charset="0"/>
                <a:ea typeface="Source Sans Pro" panose="020B0503030403020204" pitchFamily="34" charset="0"/>
              </a:rPr>
              <a:t>eumquo</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que</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plit</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quistrum</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iduci</a:t>
            </a: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5" name="Freihandform 4">
            <a:extLst>
              <a:ext uri="{FF2B5EF4-FFF2-40B4-BE49-F238E27FC236}">
                <a16:creationId xmlns:a16="http://schemas.microsoft.com/office/drawing/2014/main" id="{0737BCF9-D98C-F03F-86D2-53BE49A2857C}"/>
              </a:ext>
            </a:extLst>
          </p:cNvPr>
          <p:cNvSpPr/>
          <p:nvPr userDrawn="1"/>
        </p:nvSpPr>
        <p:spPr>
          <a:xfrm>
            <a:off x="420689" y="1714355"/>
            <a:ext cx="11221728" cy="849637"/>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2"/>
          </a:solidFill>
          <a:ln>
            <a:noFill/>
          </a:ln>
        </p:spPr>
        <p:style>
          <a:lnRef idx="2">
            <a:scrgbClr r="0" g="0" b="0"/>
          </a:lnRef>
          <a:fillRef idx="1">
            <a:schemeClr val="accent5">
              <a:hueOff val="210382"/>
              <a:satOff val="-10001"/>
              <a:lumOff val="-2696"/>
              <a:alphaOff val="0"/>
            </a:schemeClr>
          </a:fillRef>
          <a:effectRef idx="0">
            <a:schemeClr val="accent5">
              <a:hueOff val="210382"/>
              <a:satOff val="-10001"/>
              <a:lumOff val="-2696"/>
              <a:alphaOff val="0"/>
            </a:schemeClr>
          </a:effectRef>
          <a:fontRef idx="minor">
            <a:schemeClr val="lt1"/>
          </a:fontRef>
        </p:style>
        <p:txBody>
          <a:bodyPr spcFirstLastPara="0" vert="horz" wrap="square" lIns="377605" tIns="58420" rIns="58420" bIns="58420" numCol="1" spcCol="1270" anchor="ctr" anchorCtr="0">
            <a:noAutofit/>
          </a:bodyPr>
          <a:lstStyle/>
          <a:p>
            <a:pPr>
              <a:lnSpc>
                <a:spcPct val="120000"/>
              </a:lnSpc>
              <a:spcBef>
                <a:spcPts val="200"/>
              </a:spcBef>
            </a:pPr>
            <a:r>
              <a:rPr lang="de-DE" sz="1700" b="1" cap="all" err="1">
                <a:solidFill>
                  <a:schemeClr val="tx2"/>
                </a:solidFill>
                <a:latin typeface="Source Sans Pro" panose="020B0503030403020204" pitchFamily="34" charset="0"/>
                <a:ea typeface="Source Sans Pro" panose="020B0503030403020204" pitchFamily="34" charset="0"/>
              </a:rPr>
              <a:t>Ea</a:t>
            </a:r>
            <a:r>
              <a:rPr lang="de-DE" sz="1700" b="1" cap="all">
                <a:solidFill>
                  <a:schemeClr val="tx2"/>
                </a:solidFill>
                <a:latin typeface="Source Sans Pro" panose="020B0503030403020204" pitchFamily="34" charset="0"/>
                <a:ea typeface="Source Sans Pro" panose="020B0503030403020204" pitchFamily="34" charset="0"/>
              </a:rPr>
              <a:t> tempo </a:t>
            </a:r>
            <a:r>
              <a:rPr lang="de-DE" sz="1700" b="1" cap="all" err="1">
                <a:solidFill>
                  <a:schemeClr val="tx2"/>
                </a:solidFill>
                <a:latin typeface="Source Sans Pro" panose="020B0503030403020204" pitchFamily="34" charset="0"/>
                <a:ea typeface="Source Sans Pro" panose="020B0503030403020204" pitchFamily="34" charset="0"/>
              </a:rPr>
              <a:t>porit</a:t>
            </a:r>
            <a:r>
              <a:rPr lang="de-DE" sz="1700" b="1" cap="all">
                <a:solidFill>
                  <a:schemeClr val="tx2"/>
                </a:solidFill>
                <a:latin typeface="Source Sans Pro" panose="020B0503030403020204" pitchFamily="34" charset="0"/>
                <a:ea typeface="Source Sans Pro" panose="020B0503030403020204" pitchFamily="34" charset="0"/>
              </a:rPr>
              <a:t> </a:t>
            </a:r>
            <a:br>
              <a:rPr lang="de-DE" sz="1700">
                <a:latin typeface="Source Sans Pro" panose="020B0503030403020204" pitchFamily="34" charset="0"/>
                <a:ea typeface="Source Sans Pro" panose="020B0503030403020204" pitchFamily="34" charset="0"/>
              </a:rPr>
            </a:br>
            <a:r>
              <a:rPr lang="de-DE" sz="1700">
                <a:solidFill>
                  <a:schemeClr val="tx1"/>
                </a:solidFill>
                <a:latin typeface="Source Sans Pro" panose="020B0503030403020204" pitchFamily="34" charset="0"/>
                <a:ea typeface="Source Sans Pro" panose="020B0503030403020204" pitchFamily="34" charset="0"/>
              </a:rPr>
              <a:t>et </a:t>
            </a:r>
            <a:r>
              <a:rPr lang="de-DE" sz="1700" err="1">
                <a:solidFill>
                  <a:schemeClr val="tx1"/>
                </a:solidFill>
                <a:latin typeface="Source Sans Pro" panose="020B0503030403020204" pitchFamily="34" charset="0"/>
                <a:ea typeface="Source Sans Pro" panose="020B0503030403020204" pitchFamily="34" charset="0"/>
              </a:rPr>
              <a:t>eumquo</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que</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plit</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quistrum</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iduci</a:t>
            </a: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10" name="Freihandform 9">
            <a:extLst>
              <a:ext uri="{FF2B5EF4-FFF2-40B4-BE49-F238E27FC236}">
                <a16:creationId xmlns:a16="http://schemas.microsoft.com/office/drawing/2014/main" id="{E36C601E-FD62-1DD7-99A3-0E33A0637726}"/>
              </a:ext>
            </a:extLst>
          </p:cNvPr>
          <p:cNvSpPr/>
          <p:nvPr userDrawn="1"/>
        </p:nvSpPr>
        <p:spPr>
          <a:xfrm>
            <a:off x="414591" y="2688045"/>
            <a:ext cx="11221728" cy="849636"/>
          </a:xfrm>
          <a:custGeom>
            <a:avLst/>
            <a:gdLst>
              <a:gd name="connsiteX0" fmla="*/ 0 w 9658430"/>
              <a:gd name="connsiteY0" fmla="*/ 0 h 475722"/>
              <a:gd name="connsiteX1" fmla="*/ 9658430 w 9658430"/>
              <a:gd name="connsiteY1" fmla="*/ 0 h 475722"/>
              <a:gd name="connsiteX2" fmla="*/ 9658430 w 9658430"/>
              <a:gd name="connsiteY2" fmla="*/ 475722 h 475722"/>
              <a:gd name="connsiteX3" fmla="*/ 0 w 9658430"/>
              <a:gd name="connsiteY3" fmla="*/ 475722 h 475722"/>
              <a:gd name="connsiteX4" fmla="*/ 0 w 9658430"/>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8430" h="475722">
                <a:moveTo>
                  <a:pt x="0" y="0"/>
                </a:moveTo>
                <a:lnTo>
                  <a:pt x="9658430" y="0"/>
                </a:lnTo>
                <a:lnTo>
                  <a:pt x="9658430" y="475722"/>
                </a:lnTo>
                <a:lnTo>
                  <a:pt x="0" y="475722"/>
                </a:lnTo>
                <a:lnTo>
                  <a:pt x="0" y="0"/>
                </a:lnTo>
                <a:close/>
              </a:path>
            </a:pathLst>
          </a:custGeom>
          <a:solidFill>
            <a:schemeClr val="accent1"/>
          </a:solidFill>
          <a:ln>
            <a:noFill/>
          </a:ln>
        </p:spPr>
        <p:style>
          <a:lnRef idx="2">
            <a:scrgbClr r="0" g="0" b="0"/>
          </a:lnRef>
          <a:fillRef idx="1">
            <a:schemeClr val="accent5">
              <a:hueOff val="420764"/>
              <a:satOff val="-20002"/>
              <a:lumOff val="-5392"/>
              <a:alphaOff val="0"/>
            </a:schemeClr>
          </a:fillRef>
          <a:effectRef idx="0">
            <a:schemeClr val="accent5">
              <a:hueOff val="420764"/>
              <a:satOff val="-20002"/>
              <a:lumOff val="-5392"/>
              <a:alphaOff val="0"/>
            </a:schemeClr>
          </a:effectRef>
          <a:fontRef idx="minor">
            <a:schemeClr val="lt1"/>
          </a:fontRef>
        </p:style>
        <p:txBody>
          <a:bodyPr spcFirstLastPara="0" vert="horz" wrap="square" lIns="377605" tIns="58420" rIns="58420" bIns="58420" numCol="1" spcCol="1270" anchor="ctr" anchorCtr="0">
            <a:noAutofit/>
          </a:bodyPr>
          <a:lstStyle/>
          <a:p>
            <a:pPr>
              <a:lnSpc>
                <a:spcPct val="120000"/>
              </a:lnSpc>
              <a:spcBef>
                <a:spcPts val="200"/>
              </a:spcBef>
            </a:pPr>
            <a:r>
              <a:rPr lang="de-DE" sz="1700" b="1" cap="all" err="1">
                <a:solidFill>
                  <a:schemeClr val="tx2"/>
                </a:solidFill>
                <a:latin typeface="Source Sans Pro" panose="020B0503030403020204" pitchFamily="34" charset="0"/>
                <a:ea typeface="Source Sans Pro" panose="020B0503030403020204" pitchFamily="34" charset="0"/>
              </a:rPr>
              <a:t>Ea</a:t>
            </a:r>
            <a:r>
              <a:rPr lang="de-DE" sz="1700" b="1" cap="all">
                <a:solidFill>
                  <a:schemeClr val="tx2"/>
                </a:solidFill>
                <a:latin typeface="Source Sans Pro" panose="020B0503030403020204" pitchFamily="34" charset="0"/>
                <a:ea typeface="Source Sans Pro" panose="020B0503030403020204" pitchFamily="34" charset="0"/>
              </a:rPr>
              <a:t> tempo </a:t>
            </a:r>
            <a:r>
              <a:rPr lang="de-DE" sz="1700" b="1" cap="all" err="1">
                <a:solidFill>
                  <a:schemeClr val="tx2"/>
                </a:solidFill>
                <a:latin typeface="Source Sans Pro" panose="020B0503030403020204" pitchFamily="34" charset="0"/>
                <a:ea typeface="Source Sans Pro" panose="020B0503030403020204" pitchFamily="34" charset="0"/>
              </a:rPr>
              <a:t>porit</a:t>
            </a:r>
            <a:r>
              <a:rPr lang="de-DE" sz="1700" b="1" cap="all">
                <a:solidFill>
                  <a:schemeClr val="tx2"/>
                </a:solidFill>
                <a:latin typeface="Source Sans Pro" panose="020B0503030403020204" pitchFamily="34" charset="0"/>
                <a:ea typeface="Source Sans Pro" panose="020B0503030403020204" pitchFamily="34" charset="0"/>
              </a:rPr>
              <a:t> </a:t>
            </a:r>
            <a:br>
              <a:rPr lang="de-DE" sz="1700">
                <a:latin typeface="Source Sans Pro" panose="020B0503030403020204" pitchFamily="34" charset="0"/>
                <a:ea typeface="Source Sans Pro" panose="020B0503030403020204" pitchFamily="34" charset="0"/>
              </a:rPr>
            </a:br>
            <a:r>
              <a:rPr lang="de-DE" sz="1700">
                <a:solidFill>
                  <a:schemeClr val="tx1"/>
                </a:solidFill>
                <a:latin typeface="Source Sans Pro" panose="020B0503030403020204" pitchFamily="34" charset="0"/>
                <a:ea typeface="Source Sans Pro" panose="020B0503030403020204" pitchFamily="34" charset="0"/>
              </a:rPr>
              <a:t>et </a:t>
            </a:r>
            <a:r>
              <a:rPr lang="de-DE" sz="1700" err="1">
                <a:solidFill>
                  <a:schemeClr val="tx1"/>
                </a:solidFill>
                <a:latin typeface="Source Sans Pro" panose="020B0503030403020204" pitchFamily="34" charset="0"/>
                <a:ea typeface="Source Sans Pro" panose="020B0503030403020204" pitchFamily="34" charset="0"/>
              </a:rPr>
              <a:t>eumquo</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que</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plit</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quistrum</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iduci</a:t>
            </a: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11" name="Freihandform 10">
            <a:extLst>
              <a:ext uri="{FF2B5EF4-FFF2-40B4-BE49-F238E27FC236}">
                <a16:creationId xmlns:a16="http://schemas.microsoft.com/office/drawing/2014/main" id="{0C9BF588-EF9A-862E-F334-DA881FD9912E}"/>
              </a:ext>
            </a:extLst>
          </p:cNvPr>
          <p:cNvSpPr/>
          <p:nvPr userDrawn="1"/>
        </p:nvSpPr>
        <p:spPr>
          <a:xfrm>
            <a:off x="414591" y="3666023"/>
            <a:ext cx="11221727" cy="849636"/>
          </a:xfrm>
          <a:custGeom>
            <a:avLst/>
            <a:gdLst>
              <a:gd name="connsiteX0" fmla="*/ 0 w 9763055"/>
              <a:gd name="connsiteY0" fmla="*/ 0 h 475722"/>
              <a:gd name="connsiteX1" fmla="*/ 9763055 w 9763055"/>
              <a:gd name="connsiteY1" fmla="*/ 0 h 475722"/>
              <a:gd name="connsiteX2" fmla="*/ 9763055 w 9763055"/>
              <a:gd name="connsiteY2" fmla="*/ 475722 h 475722"/>
              <a:gd name="connsiteX3" fmla="*/ 0 w 9763055"/>
              <a:gd name="connsiteY3" fmla="*/ 475722 h 475722"/>
              <a:gd name="connsiteX4" fmla="*/ 0 w 9763055"/>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3055" h="475722">
                <a:moveTo>
                  <a:pt x="0" y="0"/>
                </a:moveTo>
                <a:lnTo>
                  <a:pt x="9763055" y="0"/>
                </a:lnTo>
                <a:lnTo>
                  <a:pt x="9763055" y="475722"/>
                </a:lnTo>
                <a:lnTo>
                  <a:pt x="0" y="475722"/>
                </a:lnTo>
                <a:lnTo>
                  <a:pt x="0" y="0"/>
                </a:lnTo>
                <a:close/>
              </a:path>
            </a:pathLst>
          </a:custGeom>
          <a:solidFill>
            <a:schemeClr val="accent6"/>
          </a:solidFill>
          <a:ln>
            <a:noFill/>
          </a:ln>
        </p:spPr>
        <p:style>
          <a:lnRef idx="2">
            <a:scrgbClr r="0" g="0" b="0"/>
          </a:lnRef>
          <a:fillRef idx="1">
            <a:schemeClr val="accent5">
              <a:hueOff val="631145"/>
              <a:satOff val="-30004"/>
              <a:lumOff val="-8088"/>
              <a:alphaOff val="0"/>
            </a:schemeClr>
          </a:fillRef>
          <a:effectRef idx="0">
            <a:schemeClr val="accent5">
              <a:hueOff val="631145"/>
              <a:satOff val="-30004"/>
              <a:lumOff val="-8088"/>
              <a:alphaOff val="0"/>
            </a:schemeClr>
          </a:effectRef>
          <a:fontRef idx="minor">
            <a:schemeClr val="lt1"/>
          </a:fontRef>
        </p:style>
        <p:txBody>
          <a:bodyPr spcFirstLastPara="0" vert="horz" wrap="square" lIns="377605" tIns="58420" rIns="58420" bIns="58420" numCol="1" spcCol="1270" anchor="ctr" anchorCtr="0">
            <a:noAutofit/>
          </a:bodyPr>
          <a:lstStyle/>
          <a:p>
            <a:pPr>
              <a:lnSpc>
                <a:spcPct val="120000"/>
              </a:lnSpc>
              <a:spcBef>
                <a:spcPts val="200"/>
              </a:spcBef>
            </a:pPr>
            <a:r>
              <a:rPr lang="de-DE" sz="1700" b="1" cap="all" err="1">
                <a:solidFill>
                  <a:schemeClr val="tx2"/>
                </a:solidFill>
                <a:latin typeface="Source Sans Pro" panose="020B0503030403020204" pitchFamily="34" charset="0"/>
                <a:ea typeface="Source Sans Pro" panose="020B0503030403020204" pitchFamily="34" charset="0"/>
              </a:rPr>
              <a:t>Ea</a:t>
            </a:r>
            <a:r>
              <a:rPr lang="de-DE" sz="1700" b="1" cap="all">
                <a:solidFill>
                  <a:schemeClr val="tx2"/>
                </a:solidFill>
                <a:latin typeface="Source Sans Pro" panose="020B0503030403020204" pitchFamily="34" charset="0"/>
                <a:ea typeface="Source Sans Pro" panose="020B0503030403020204" pitchFamily="34" charset="0"/>
              </a:rPr>
              <a:t> tempo </a:t>
            </a:r>
            <a:r>
              <a:rPr lang="de-DE" sz="1700" b="1" cap="all" err="1">
                <a:solidFill>
                  <a:schemeClr val="tx2"/>
                </a:solidFill>
                <a:latin typeface="Source Sans Pro" panose="020B0503030403020204" pitchFamily="34" charset="0"/>
                <a:ea typeface="Source Sans Pro" panose="020B0503030403020204" pitchFamily="34" charset="0"/>
              </a:rPr>
              <a:t>porit</a:t>
            </a:r>
            <a:r>
              <a:rPr lang="de-DE" sz="1700" b="1" cap="all">
                <a:solidFill>
                  <a:schemeClr val="tx2"/>
                </a:solidFill>
                <a:latin typeface="Source Sans Pro" panose="020B0503030403020204" pitchFamily="34" charset="0"/>
                <a:ea typeface="Source Sans Pro" panose="020B0503030403020204" pitchFamily="34" charset="0"/>
              </a:rPr>
              <a:t> </a:t>
            </a:r>
            <a:br>
              <a:rPr lang="de-DE" sz="1700">
                <a:latin typeface="Source Sans Pro" panose="020B0503030403020204" pitchFamily="34" charset="0"/>
                <a:ea typeface="Source Sans Pro" panose="020B0503030403020204" pitchFamily="34" charset="0"/>
              </a:rPr>
            </a:br>
            <a:r>
              <a:rPr lang="de-DE" sz="1700">
                <a:solidFill>
                  <a:schemeClr val="tx1"/>
                </a:solidFill>
                <a:latin typeface="Source Sans Pro" panose="020B0503030403020204" pitchFamily="34" charset="0"/>
                <a:ea typeface="Source Sans Pro" panose="020B0503030403020204" pitchFamily="34" charset="0"/>
              </a:rPr>
              <a:t>et </a:t>
            </a:r>
            <a:r>
              <a:rPr lang="de-DE" sz="1700" err="1">
                <a:solidFill>
                  <a:schemeClr val="tx1"/>
                </a:solidFill>
                <a:latin typeface="Source Sans Pro" panose="020B0503030403020204" pitchFamily="34" charset="0"/>
                <a:ea typeface="Source Sans Pro" panose="020B0503030403020204" pitchFamily="34" charset="0"/>
              </a:rPr>
              <a:t>eumquo</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que</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plit</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quistrum</a:t>
            </a:r>
            <a:r>
              <a:rPr lang="de-DE" sz="1700">
                <a:solidFill>
                  <a:schemeClr val="tx1"/>
                </a:solidFill>
                <a:latin typeface="Source Sans Pro" panose="020B0503030403020204" pitchFamily="34" charset="0"/>
                <a:ea typeface="Source Sans Pro" panose="020B0503030403020204" pitchFamily="34" charset="0"/>
              </a:rPr>
              <a:t> </a:t>
            </a:r>
            <a:r>
              <a:rPr lang="de-DE" sz="1700" err="1">
                <a:solidFill>
                  <a:schemeClr val="tx1"/>
                </a:solidFill>
                <a:latin typeface="Source Sans Pro" panose="020B0503030403020204" pitchFamily="34" charset="0"/>
                <a:ea typeface="Source Sans Pro" panose="020B0503030403020204" pitchFamily="34" charset="0"/>
              </a:rPr>
              <a:t>iduci</a:t>
            </a:r>
            <a:endParaRPr lang="de-DE" sz="1700" b="1">
              <a:solidFill>
                <a:schemeClr val="tx1"/>
              </a:solidFill>
              <a:latin typeface="Source Sans Pro" panose="020B0503030403020204" pitchFamily="34" charset="0"/>
              <a:ea typeface="Source Sans Pro" panose="020B0503030403020204" pitchFamily="34" charset="0"/>
            </a:endParaRPr>
          </a:p>
        </p:txBody>
      </p:sp>
      <p:sp>
        <p:nvSpPr>
          <p:cNvPr id="18" name="Freihandform 17">
            <a:extLst>
              <a:ext uri="{FF2B5EF4-FFF2-40B4-BE49-F238E27FC236}">
                <a16:creationId xmlns:a16="http://schemas.microsoft.com/office/drawing/2014/main" id="{B1802F6F-41B8-D312-35EE-F3255A6B2A57}"/>
              </a:ext>
            </a:extLst>
          </p:cNvPr>
          <p:cNvSpPr/>
          <p:nvPr userDrawn="1"/>
        </p:nvSpPr>
        <p:spPr>
          <a:xfrm>
            <a:off x="414591" y="4640943"/>
            <a:ext cx="11221727" cy="849637"/>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5"/>
          </a:solidFill>
          <a:ln>
            <a:noFill/>
          </a:ln>
        </p:spPr>
        <p:style>
          <a:lnRef idx="2">
            <a:scrgbClr r="0" g="0" b="0"/>
          </a:lnRef>
          <a:fillRef idx="1">
            <a:schemeClr val="accent5">
              <a:hueOff val="841527"/>
              <a:satOff val="-40005"/>
              <a:lumOff val="-10784"/>
              <a:alphaOff val="0"/>
            </a:schemeClr>
          </a:fillRef>
          <a:effectRef idx="0">
            <a:schemeClr val="accent5">
              <a:hueOff val="841527"/>
              <a:satOff val="-40005"/>
              <a:lumOff val="-10784"/>
              <a:alphaOff val="0"/>
            </a:schemeClr>
          </a:effectRef>
          <a:fontRef idx="minor">
            <a:schemeClr val="lt1"/>
          </a:fontRef>
        </p:style>
        <p:txBody>
          <a:bodyPr spcFirstLastPara="0" vert="horz" wrap="square" lIns="377605" tIns="58420" rIns="58420" bIns="58420" numCol="1" spcCol="1270" anchor="ctr" anchorCtr="0">
            <a:noAutofit/>
          </a:bodyPr>
          <a:lstStyle/>
          <a:p>
            <a:pPr>
              <a:lnSpc>
                <a:spcPct val="120000"/>
              </a:lnSpc>
              <a:spcBef>
                <a:spcPts val="200"/>
              </a:spcBef>
            </a:pPr>
            <a:r>
              <a:rPr lang="de-DE" sz="1700" b="1" cap="all" err="1">
                <a:solidFill>
                  <a:schemeClr val="bg1"/>
                </a:solidFill>
                <a:latin typeface="Source Sans Pro" panose="020B0503030403020204" pitchFamily="34" charset="0"/>
                <a:ea typeface="Source Sans Pro" panose="020B0503030403020204" pitchFamily="34" charset="0"/>
              </a:rPr>
              <a:t>Ea</a:t>
            </a:r>
            <a:r>
              <a:rPr lang="de-DE" sz="1700" b="1" cap="all">
                <a:solidFill>
                  <a:schemeClr val="bg1"/>
                </a:solidFill>
                <a:latin typeface="Source Sans Pro" panose="020B0503030403020204" pitchFamily="34" charset="0"/>
                <a:ea typeface="Source Sans Pro" panose="020B0503030403020204" pitchFamily="34" charset="0"/>
              </a:rPr>
              <a:t> tempo </a:t>
            </a:r>
            <a:r>
              <a:rPr lang="de-DE" sz="1700" b="1" cap="all" err="1">
                <a:solidFill>
                  <a:schemeClr val="bg1"/>
                </a:solidFill>
                <a:latin typeface="Source Sans Pro" panose="020B0503030403020204" pitchFamily="34" charset="0"/>
                <a:ea typeface="Source Sans Pro" panose="020B0503030403020204" pitchFamily="34" charset="0"/>
              </a:rPr>
              <a:t>porit</a:t>
            </a:r>
            <a:r>
              <a:rPr lang="de-DE" sz="1700" b="1" cap="all">
                <a:solidFill>
                  <a:schemeClr val="bg1"/>
                </a:solidFill>
                <a:latin typeface="Source Sans Pro" panose="020B0503030403020204" pitchFamily="34" charset="0"/>
                <a:ea typeface="Source Sans Pro" panose="020B0503030403020204" pitchFamily="34" charset="0"/>
              </a:rPr>
              <a:t> </a:t>
            </a:r>
            <a:br>
              <a:rPr lang="de-DE" sz="1700">
                <a:solidFill>
                  <a:schemeClr val="bg1"/>
                </a:solidFill>
                <a:latin typeface="Source Sans Pro" panose="020B0503030403020204" pitchFamily="34" charset="0"/>
                <a:ea typeface="Source Sans Pro" panose="020B0503030403020204" pitchFamily="34" charset="0"/>
              </a:rPr>
            </a:br>
            <a:r>
              <a:rPr lang="de-DE" sz="1700">
                <a:solidFill>
                  <a:schemeClr val="bg1"/>
                </a:solidFill>
                <a:latin typeface="Source Sans Pro" panose="020B0503030403020204" pitchFamily="34" charset="0"/>
                <a:ea typeface="Source Sans Pro" panose="020B0503030403020204" pitchFamily="34" charset="0"/>
              </a:rPr>
              <a:t>et </a:t>
            </a:r>
            <a:r>
              <a:rPr lang="de-DE" sz="1700" err="1">
                <a:solidFill>
                  <a:schemeClr val="bg1"/>
                </a:solidFill>
                <a:latin typeface="Source Sans Pro" panose="020B0503030403020204" pitchFamily="34" charset="0"/>
                <a:ea typeface="Source Sans Pro" panose="020B0503030403020204" pitchFamily="34" charset="0"/>
              </a:rPr>
              <a:t>eumquo</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id</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que</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plit</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quistrum</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iduci</a:t>
            </a:r>
            <a:endParaRPr lang="de-DE" sz="1700" b="1">
              <a:solidFill>
                <a:schemeClr val="bg1"/>
              </a:solidFill>
              <a:latin typeface="Source Sans Pro" panose="020B0503030403020204" pitchFamily="34" charset="0"/>
              <a:ea typeface="Source Sans Pro" panose="020B0503030403020204" pitchFamily="34" charset="0"/>
            </a:endParaRPr>
          </a:p>
        </p:txBody>
      </p:sp>
      <p:sp>
        <p:nvSpPr>
          <p:cNvPr id="3" name="Freihandform 2">
            <a:extLst>
              <a:ext uri="{FF2B5EF4-FFF2-40B4-BE49-F238E27FC236}">
                <a16:creationId xmlns:a16="http://schemas.microsoft.com/office/drawing/2014/main" id="{16B7A2E5-9F32-202F-D72C-A3707A4B136C}"/>
              </a:ext>
            </a:extLst>
          </p:cNvPr>
          <p:cNvSpPr/>
          <p:nvPr userDrawn="1"/>
        </p:nvSpPr>
        <p:spPr>
          <a:xfrm>
            <a:off x="414590" y="5615864"/>
            <a:ext cx="11221727" cy="849637"/>
          </a:xfrm>
          <a:custGeom>
            <a:avLst/>
            <a:gdLst>
              <a:gd name="connsiteX0" fmla="*/ 0 w 10103944"/>
              <a:gd name="connsiteY0" fmla="*/ 0 h 475722"/>
              <a:gd name="connsiteX1" fmla="*/ 10103944 w 10103944"/>
              <a:gd name="connsiteY1" fmla="*/ 0 h 475722"/>
              <a:gd name="connsiteX2" fmla="*/ 10103944 w 10103944"/>
              <a:gd name="connsiteY2" fmla="*/ 475722 h 475722"/>
              <a:gd name="connsiteX3" fmla="*/ 0 w 10103944"/>
              <a:gd name="connsiteY3" fmla="*/ 475722 h 475722"/>
              <a:gd name="connsiteX4" fmla="*/ 0 w 10103944"/>
              <a:gd name="connsiteY4" fmla="*/ 0 h 4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3944" h="475722">
                <a:moveTo>
                  <a:pt x="0" y="0"/>
                </a:moveTo>
                <a:lnTo>
                  <a:pt x="10103944" y="0"/>
                </a:lnTo>
                <a:lnTo>
                  <a:pt x="10103944" y="475722"/>
                </a:lnTo>
                <a:lnTo>
                  <a:pt x="0" y="475722"/>
                </a:lnTo>
                <a:lnTo>
                  <a:pt x="0" y="0"/>
                </a:lnTo>
                <a:close/>
              </a:path>
            </a:pathLst>
          </a:custGeom>
          <a:solidFill>
            <a:schemeClr val="accent4"/>
          </a:solidFill>
          <a:ln>
            <a:noFill/>
          </a:ln>
        </p:spPr>
        <p:style>
          <a:lnRef idx="2">
            <a:scrgbClr r="0" g="0" b="0"/>
          </a:lnRef>
          <a:fillRef idx="1">
            <a:schemeClr val="accent5">
              <a:hueOff val="841527"/>
              <a:satOff val="-40005"/>
              <a:lumOff val="-10784"/>
              <a:alphaOff val="0"/>
            </a:schemeClr>
          </a:fillRef>
          <a:effectRef idx="0">
            <a:schemeClr val="accent5">
              <a:hueOff val="841527"/>
              <a:satOff val="-40005"/>
              <a:lumOff val="-10784"/>
              <a:alphaOff val="0"/>
            </a:schemeClr>
          </a:effectRef>
          <a:fontRef idx="minor">
            <a:schemeClr val="lt1"/>
          </a:fontRef>
        </p:style>
        <p:txBody>
          <a:bodyPr spcFirstLastPara="0" vert="horz" wrap="square" lIns="377605" tIns="58420" rIns="58420" bIns="58420" numCol="1" spcCol="1270" anchor="ctr" anchorCtr="0">
            <a:noAutofit/>
          </a:bodyPr>
          <a:lstStyle/>
          <a:p>
            <a:pPr>
              <a:lnSpc>
                <a:spcPct val="120000"/>
              </a:lnSpc>
              <a:spcBef>
                <a:spcPts val="200"/>
              </a:spcBef>
            </a:pPr>
            <a:r>
              <a:rPr lang="de-DE" sz="1700" b="1" cap="all" err="1">
                <a:solidFill>
                  <a:schemeClr val="bg1"/>
                </a:solidFill>
                <a:latin typeface="Source Sans Pro" panose="020B0503030403020204" pitchFamily="34" charset="0"/>
                <a:ea typeface="Source Sans Pro" panose="020B0503030403020204" pitchFamily="34" charset="0"/>
              </a:rPr>
              <a:t>Ea</a:t>
            </a:r>
            <a:r>
              <a:rPr lang="de-DE" sz="1700" b="1" cap="all">
                <a:solidFill>
                  <a:schemeClr val="bg1"/>
                </a:solidFill>
                <a:latin typeface="Source Sans Pro" panose="020B0503030403020204" pitchFamily="34" charset="0"/>
                <a:ea typeface="Source Sans Pro" panose="020B0503030403020204" pitchFamily="34" charset="0"/>
              </a:rPr>
              <a:t> tempo </a:t>
            </a:r>
            <a:r>
              <a:rPr lang="de-DE" sz="1700" b="1" cap="all" err="1">
                <a:solidFill>
                  <a:schemeClr val="bg1"/>
                </a:solidFill>
                <a:latin typeface="Source Sans Pro" panose="020B0503030403020204" pitchFamily="34" charset="0"/>
                <a:ea typeface="Source Sans Pro" panose="020B0503030403020204" pitchFamily="34" charset="0"/>
              </a:rPr>
              <a:t>porit</a:t>
            </a:r>
            <a:r>
              <a:rPr lang="de-DE" sz="1700" b="1" cap="all">
                <a:solidFill>
                  <a:schemeClr val="bg1"/>
                </a:solidFill>
                <a:latin typeface="Source Sans Pro" panose="020B0503030403020204" pitchFamily="34" charset="0"/>
                <a:ea typeface="Source Sans Pro" panose="020B0503030403020204" pitchFamily="34" charset="0"/>
              </a:rPr>
              <a:t> </a:t>
            </a:r>
            <a:br>
              <a:rPr lang="de-DE" sz="1700">
                <a:solidFill>
                  <a:schemeClr val="bg1"/>
                </a:solidFill>
                <a:latin typeface="Source Sans Pro" panose="020B0503030403020204" pitchFamily="34" charset="0"/>
                <a:ea typeface="Source Sans Pro" panose="020B0503030403020204" pitchFamily="34" charset="0"/>
              </a:rPr>
            </a:br>
            <a:r>
              <a:rPr lang="de-DE" sz="1700">
                <a:solidFill>
                  <a:schemeClr val="bg1"/>
                </a:solidFill>
                <a:latin typeface="Source Sans Pro" panose="020B0503030403020204" pitchFamily="34" charset="0"/>
                <a:ea typeface="Source Sans Pro" panose="020B0503030403020204" pitchFamily="34" charset="0"/>
              </a:rPr>
              <a:t>et </a:t>
            </a:r>
            <a:r>
              <a:rPr lang="de-DE" sz="1700" err="1">
                <a:solidFill>
                  <a:schemeClr val="bg1"/>
                </a:solidFill>
                <a:latin typeface="Source Sans Pro" panose="020B0503030403020204" pitchFamily="34" charset="0"/>
                <a:ea typeface="Source Sans Pro" panose="020B0503030403020204" pitchFamily="34" charset="0"/>
              </a:rPr>
              <a:t>eumquo</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id</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que</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plit</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quistrum</a:t>
            </a:r>
            <a:r>
              <a:rPr lang="de-DE" sz="1700">
                <a:solidFill>
                  <a:schemeClr val="bg1"/>
                </a:solidFill>
                <a:latin typeface="Source Sans Pro" panose="020B0503030403020204" pitchFamily="34" charset="0"/>
                <a:ea typeface="Source Sans Pro" panose="020B0503030403020204" pitchFamily="34" charset="0"/>
              </a:rPr>
              <a:t> </a:t>
            </a:r>
            <a:r>
              <a:rPr lang="de-DE" sz="1700" err="1">
                <a:solidFill>
                  <a:schemeClr val="bg1"/>
                </a:solidFill>
                <a:latin typeface="Source Sans Pro" panose="020B0503030403020204" pitchFamily="34" charset="0"/>
                <a:ea typeface="Source Sans Pro" panose="020B0503030403020204" pitchFamily="34" charset="0"/>
              </a:rPr>
              <a:t>iduci</a:t>
            </a:r>
            <a:endParaRPr lang="de-DE" sz="1700">
              <a:solidFill>
                <a:schemeClr val="bg1"/>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6449555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ext_two_Objects">
    <p:spTree>
      <p:nvGrpSpPr>
        <p:cNvPr id="1" name=""/>
        <p:cNvGrpSpPr/>
        <p:nvPr/>
      </p:nvGrpSpPr>
      <p:grpSpPr>
        <a:xfrm>
          <a:off x="0" y="0"/>
          <a:ext cx="0" cy="0"/>
          <a:chOff x="0" y="0"/>
          <a:chExt cx="0" cy="0"/>
        </a:xfrm>
      </p:grpSpPr>
      <p:sp>
        <p:nvSpPr>
          <p:cNvPr id="9" name="Fußzeilenplatzhalter 2">
            <a:extLst>
              <a:ext uri="{FF2B5EF4-FFF2-40B4-BE49-F238E27FC236}">
                <a16:creationId xmlns:a16="http://schemas.microsoft.com/office/drawing/2014/main" id="{15F13671-FF46-47BF-9F4E-683211045816}"/>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defRPr sz="800">
                <a:latin typeface="Source Sans Pro" panose="020B0503030403020204" pitchFamily="34" charset="0"/>
                <a:ea typeface="Source Sans Pro" panose="020B0503030403020204" pitchFamily="34" charset="0"/>
              </a:defRPr>
            </a:lvl1pPr>
          </a:lstStyle>
          <a:p>
            <a:r>
              <a:rPr lang="en-US"/>
              <a:t>Source text: Author’s surname (YYYY, p. 123).</a:t>
            </a:r>
            <a:br>
              <a:rPr lang="en-US"/>
            </a:br>
            <a:r>
              <a:rPr lang="en-US"/>
              <a:t>Source figure: Author’s surname (YYYY).</a:t>
            </a:r>
          </a:p>
        </p:txBody>
      </p:sp>
      <p:sp>
        <p:nvSpPr>
          <p:cNvPr id="27" name="Textplatzhalter 2">
            <a:extLst>
              <a:ext uri="{FF2B5EF4-FFF2-40B4-BE49-F238E27FC236}">
                <a16:creationId xmlns:a16="http://schemas.microsoft.com/office/drawing/2014/main" id="{6BFFB536-738C-FB9D-6890-BE93C7EEA5D4}"/>
              </a:ext>
            </a:extLst>
          </p:cNvPr>
          <p:cNvSpPr>
            <a:spLocks noGrp="1"/>
          </p:cNvSpPr>
          <p:nvPr>
            <p:ph type="body" sz="quarter" idx="17" hasCustomPrompt="1"/>
          </p:nvPr>
        </p:nvSpPr>
        <p:spPr>
          <a:xfrm>
            <a:off x="420689" y="1020592"/>
            <a:ext cx="7638754" cy="5113337"/>
          </a:xfrm>
        </p:spPr>
        <p:txBody>
          <a:bodyPr/>
          <a:lstStyle>
            <a:lvl1pPr marL="457200" indent="-457200">
              <a:spcBef>
                <a:spcPts val="200"/>
              </a:spcBef>
              <a:buClr>
                <a:schemeClr val="accent5"/>
              </a:buClr>
              <a:buFont typeface="Symbol" pitchFamily="2" charset="2"/>
              <a:buChar char="-"/>
              <a:defRPr>
                <a:latin typeface="Source Sans Pro" panose="020B0503030403020204" pitchFamily="34" charset="0"/>
                <a:ea typeface="Source Sans Pro" panose="020B0503030403020204" pitchFamily="34" charset="0"/>
              </a:defRPr>
            </a:lvl1pPr>
          </a:lstStyle>
          <a:p>
            <a:pPr lvl="0"/>
            <a:r>
              <a:rPr lang="en-US" noProof="0"/>
              <a:t>List or continuous text </a:t>
            </a:r>
            <a:r>
              <a:rPr lang="en-US" sz="3200" b="0" i="0" noProof="0">
                <a:latin typeface="Source Sans Pro" panose="020B0503030403020204" pitchFamily="34" charset="0"/>
                <a:ea typeface="Source Sans Pro" panose="020B0503030403020204" pitchFamily="34" charset="0"/>
              </a:rPr>
              <a:t>Source Sans Pro Regular, 24-32 pt.; </a:t>
            </a:r>
            <a:r>
              <a:rPr lang="en-US" b="1" noProof="0"/>
              <a:t>Highlights</a:t>
            </a:r>
            <a:r>
              <a:rPr lang="en-US" sz="3200" b="1" i="0" noProof="0">
                <a:latin typeface="Source Sans Pro" panose="020B0503030403020204" pitchFamily="34" charset="0"/>
                <a:ea typeface="Source Sans Pro" panose="020B0503030403020204" pitchFamily="34" charset="0"/>
              </a:rPr>
              <a:t> Source Sans Pro Bold, 24-32 pt.</a:t>
            </a:r>
          </a:p>
        </p:txBody>
      </p:sp>
      <p:sp>
        <p:nvSpPr>
          <p:cNvPr id="28" name="Inhaltsplatzhalter 5">
            <a:extLst>
              <a:ext uri="{FF2B5EF4-FFF2-40B4-BE49-F238E27FC236}">
                <a16:creationId xmlns:a16="http://schemas.microsoft.com/office/drawing/2014/main" id="{6DD2515F-823D-B9C5-0127-569F3FDCC7C3}"/>
              </a:ext>
            </a:extLst>
          </p:cNvPr>
          <p:cNvSpPr>
            <a:spLocks noGrp="1"/>
          </p:cNvSpPr>
          <p:nvPr>
            <p:ph sz="quarter" idx="21" hasCustomPrompt="1"/>
          </p:nvPr>
        </p:nvSpPr>
        <p:spPr>
          <a:xfrm>
            <a:off x="8384757" y="1363436"/>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en-US" noProof="0"/>
              <a:t>Add object</a:t>
            </a:r>
          </a:p>
        </p:txBody>
      </p:sp>
      <p:sp>
        <p:nvSpPr>
          <p:cNvPr id="29" name="Textplatzhalter 8">
            <a:extLst>
              <a:ext uri="{FF2B5EF4-FFF2-40B4-BE49-F238E27FC236}">
                <a16:creationId xmlns:a16="http://schemas.microsoft.com/office/drawing/2014/main" id="{7B6B3BEA-CAE6-E795-B307-D0B7FF5C7B13}"/>
              </a:ext>
            </a:extLst>
          </p:cNvPr>
          <p:cNvSpPr>
            <a:spLocks noGrp="1"/>
          </p:cNvSpPr>
          <p:nvPr>
            <p:ph type="body" sz="quarter" idx="22" hasCustomPrompt="1"/>
          </p:nvPr>
        </p:nvSpPr>
        <p:spPr>
          <a:xfrm>
            <a:off x="8384757" y="1020592"/>
            <a:ext cx="3386138" cy="275945"/>
          </a:xfrm>
        </p:spPr>
        <p:txBody>
          <a:bodyPr/>
          <a:lstStyle>
            <a:lvl1pPr marL="0" indent="0">
              <a:spcBef>
                <a:spcPts val="200"/>
              </a:spcBef>
              <a:buNone/>
              <a:defRPr sz="800">
                <a:latin typeface="Source Sans Pro" panose="020B0503030403020204" pitchFamily="34" charset="0"/>
                <a:ea typeface="Source Sans Pro" panose="020B0503030403020204" pitchFamily="34" charset="0"/>
              </a:defRPr>
            </a:lvl1pPr>
          </a:lstStyle>
          <a:p>
            <a:r>
              <a:rPr lang="en-US" noProof="0"/>
              <a:t>Example Fig.: Lorem Ipsum </a:t>
            </a:r>
          </a:p>
        </p:txBody>
      </p:sp>
      <p:sp>
        <p:nvSpPr>
          <p:cNvPr id="30" name="Inhaltsplatzhalter 9">
            <a:extLst>
              <a:ext uri="{FF2B5EF4-FFF2-40B4-BE49-F238E27FC236}">
                <a16:creationId xmlns:a16="http://schemas.microsoft.com/office/drawing/2014/main" id="{823ED5C8-267C-F15D-5CB8-A09D07ACD0D1}"/>
              </a:ext>
            </a:extLst>
          </p:cNvPr>
          <p:cNvSpPr>
            <a:spLocks noGrp="1"/>
          </p:cNvSpPr>
          <p:nvPr>
            <p:ph sz="quarter" idx="23" hasCustomPrompt="1"/>
          </p:nvPr>
        </p:nvSpPr>
        <p:spPr>
          <a:xfrm>
            <a:off x="8384757" y="4068707"/>
            <a:ext cx="3386138" cy="2065393"/>
          </a:xfrm>
        </p:spPr>
        <p:txBody>
          <a:bodyPr/>
          <a:lstStyle>
            <a:lvl1pPr marL="0" indent="0">
              <a:buNone/>
              <a:defRPr>
                <a:latin typeface="Source Sans Pro" panose="020B0503030403020204" pitchFamily="34" charset="0"/>
                <a:ea typeface="Source Sans Pro" panose="020B0503030403020204" pitchFamily="34" charset="0"/>
              </a:defRPr>
            </a:lvl1pPr>
          </a:lstStyle>
          <a:p>
            <a:r>
              <a:rPr lang="en-US" noProof="0"/>
              <a:t>Add object</a:t>
            </a:r>
          </a:p>
        </p:txBody>
      </p:sp>
      <p:sp>
        <p:nvSpPr>
          <p:cNvPr id="31" name="Textplatzhalter 10">
            <a:extLst>
              <a:ext uri="{FF2B5EF4-FFF2-40B4-BE49-F238E27FC236}">
                <a16:creationId xmlns:a16="http://schemas.microsoft.com/office/drawing/2014/main" id="{2F837B84-8C2C-853F-0A5B-CB7701E4956A}"/>
              </a:ext>
            </a:extLst>
          </p:cNvPr>
          <p:cNvSpPr>
            <a:spLocks noGrp="1"/>
          </p:cNvSpPr>
          <p:nvPr>
            <p:ph type="body" sz="quarter" idx="24" hasCustomPrompt="1"/>
          </p:nvPr>
        </p:nvSpPr>
        <p:spPr>
          <a:xfrm>
            <a:off x="8384757" y="3725863"/>
            <a:ext cx="3386138" cy="275945"/>
          </a:xfrm>
          <a:ln>
            <a:noFill/>
          </a:ln>
        </p:spPr>
        <p:txBody>
          <a:bodyPr vert="horz" lIns="0" tIns="0" rIns="0" bIns="0" rtlCol="0">
            <a:noAutofit/>
          </a:bodyPr>
          <a:lstStyle>
            <a:lvl1pPr>
              <a:spcBef>
                <a:spcPts val="200"/>
              </a:spcBef>
              <a:defRPr lang="en-US" sz="800" dirty="0">
                <a:latin typeface="Source Sans Pro" panose="020B0503030403020204" pitchFamily="34" charset="0"/>
                <a:ea typeface="Source Sans Pro" panose="020B0503030403020204" pitchFamily="34" charset="0"/>
              </a:defRPr>
            </a:lvl1pPr>
          </a:lstStyle>
          <a:p>
            <a:r>
              <a:rPr lang="en-US" noProof="0"/>
              <a:t>Example Fig.: Lorem Ipsum </a:t>
            </a:r>
          </a:p>
        </p:txBody>
      </p:sp>
      <p:sp>
        <p:nvSpPr>
          <p:cNvPr id="2" name="Textplatzhalter 2">
            <a:extLst>
              <a:ext uri="{FF2B5EF4-FFF2-40B4-BE49-F238E27FC236}">
                <a16:creationId xmlns:a16="http://schemas.microsoft.com/office/drawing/2014/main" id="{0B379B73-8A55-04C2-552F-2589C049E929}"/>
              </a:ext>
            </a:extLst>
          </p:cNvPr>
          <p:cNvSpPr>
            <a:spLocks noGrp="1" noRot="1" noMove="1" noResize="1" noEditPoints="1" noAdjustHandles="1" noChangeArrowheads="1" noChangeShapeType="1"/>
          </p:cNvSpPr>
          <p:nvPr>
            <p:ph type="body" sz="quarter" idx="10" hasCustomPrompt="1"/>
          </p:nvPr>
        </p:nvSpPr>
        <p:spPr>
          <a:xfrm>
            <a:off x="420687" y="337551"/>
            <a:ext cx="11350208" cy="388800"/>
          </a:xfrm>
          <a:ln>
            <a:noFill/>
          </a:ln>
        </p:spPr>
        <p:txBody>
          <a:bodyPr vert="horz" lIns="0" tIns="0" rIns="0" bIns="0" rtlCol="0" anchor="ctr">
            <a:noAutofit/>
          </a:bodyPr>
          <a:lstStyle>
            <a:lvl1pPr>
              <a:lnSpc>
                <a:spcPct val="100000"/>
              </a:lnSpc>
              <a:defRPr kumimoji="0" lang="de-DE" sz="1400" b="0" i="0" u="none" strike="noStrike" cap="all" spc="-20" normalizeH="0" baseline="0" noProof="0" dirty="0">
                <a:ln>
                  <a:noFill/>
                </a:ln>
                <a:solidFill>
                  <a:srgbClr val="000000"/>
                </a:solidFill>
                <a:effectLst/>
                <a:uLnTx/>
                <a:uFillTx/>
                <a:latin typeface="Source Sans Pro Bold" panose="020B0703030503020204" pitchFamily="34" charset="0"/>
              </a:defRPr>
            </a:lvl1pPr>
          </a:lstStyle>
          <a:p>
            <a:pPr marR="0" lvl="0" fontAlgn="auto">
              <a:spcBef>
                <a:spcPct val="0"/>
              </a:spcBef>
              <a:spcAft>
                <a:spcPts val="0"/>
              </a:spcAft>
              <a:buClrTx/>
              <a:buSzTx/>
              <a:tabLst/>
            </a:pPr>
            <a:r>
              <a:rPr kumimoji="0" lang="en-US" sz="1400" b="0" i="0" u="none" strike="noStrike" kern="1200" cap="all" spc="-20" normalizeH="0" baseline="0" noProof="0">
                <a:ln>
                  <a:noFill/>
                </a:ln>
                <a:solidFill>
                  <a:srgbClr val="000000"/>
                </a:solidFill>
                <a:effectLst/>
                <a:uLnTx/>
                <a:uFillTx/>
                <a:latin typeface="Source Sans Pro Bold" panose="020B0703030503020204" pitchFamily="34" charset="0"/>
                <a:ea typeface="+mn-ea"/>
                <a:cs typeface="+mn-cs"/>
              </a:rPr>
              <a:t>Title always in capitals</a:t>
            </a:r>
            <a:endParaRPr kumimoji="0" lang="en-US" sz="1400" b="0" i="0" u="none" strike="noStrike" kern="1200" cap="none" spc="0" normalizeH="0" baseline="0" noProof="0">
              <a:ln>
                <a:noFill/>
              </a:ln>
              <a:solidFill>
                <a:srgbClr val="1D1D1F"/>
              </a:solidFill>
              <a:effectLst/>
              <a:uLnTx/>
              <a:uFillTx/>
              <a:latin typeface="+mn-lt"/>
              <a:ea typeface="+mn-ea"/>
              <a:cs typeface="+mn-cs"/>
            </a:endParaRPr>
          </a:p>
        </p:txBody>
      </p:sp>
    </p:spTree>
    <p:extLst>
      <p:ext uri="{BB962C8B-B14F-4D97-AF65-F5344CB8AC3E}">
        <p14:creationId xmlns:p14="http://schemas.microsoft.com/office/powerpoint/2010/main" val="37008738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ußzeilenplatzhalter 2">
            <a:extLst>
              <a:ext uri="{FF2B5EF4-FFF2-40B4-BE49-F238E27FC236}">
                <a16:creationId xmlns:a16="http://schemas.microsoft.com/office/drawing/2014/main" id="{254730E7-D1FB-06FC-1DE9-9630E18BC6FB}"/>
              </a:ext>
            </a:extLst>
          </p:cNvPr>
          <p:cNvSpPr>
            <a:spLocks noGrp="1"/>
          </p:cNvSpPr>
          <p:nvPr>
            <p:ph type="ftr" sz="quarter" idx="3"/>
          </p:nvPr>
        </p:nvSpPr>
        <p:spPr>
          <a:xfrm>
            <a:off x="420793" y="6286500"/>
            <a:ext cx="10456758" cy="278758"/>
          </a:xfrm>
          <a:prstGeom prst="rect">
            <a:avLst/>
          </a:prstGeom>
          <a:noFill/>
          <a:ln>
            <a:noFill/>
          </a:ln>
        </p:spPr>
        <p:txBody>
          <a:bodyPr lIns="0" tIns="0" rIns="0" bIns="0" anchor="b" anchorCtr="0"/>
          <a:lstStyle>
            <a:lvl1pPr>
              <a:lnSpc>
                <a:spcPct val="120000"/>
              </a:lnSpc>
              <a:defRPr sz="800">
                <a:latin typeface="Source Sans Pro" panose="020B0503030403020204" pitchFamily="34" charset="0"/>
                <a:ea typeface="Source Sans Pro" panose="020B0503030403020204" pitchFamily="34" charset="0"/>
              </a:defRPr>
            </a:lvl1pPr>
          </a:lstStyle>
          <a:p>
            <a:r>
              <a:rPr lang="de-DE" noProof="0"/>
              <a:t>Quelle Text: Autorennachname, JJJJ, S. 123.</a:t>
            </a:r>
            <a:br>
              <a:rPr lang="de-DE" noProof="0"/>
            </a:br>
            <a:r>
              <a:rPr lang="de-DE" noProof="0"/>
              <a:t>Quelle Abbildung: Autorennachname, JJJJ.</a:t>
            </a:r>
          </a:p>
        </p:txBody>
      </p:sp>
      <p:sp>
        <p:nvSpPr>
          <p:cNvPr id="9" name="Textplatzhalter 7">
            <a:extLst>
              <a:ext uri="{FF2B5EF4-FFF2-40B4-BE49-F238E27FC236}">
                <a16:creationId xmlns:a16="http://schemas.microsoft.com/office/drawing/2014/main" id="{0B707E78-B684-7038-3EDA-0DF038E0DCDA}"/>
              </a:ext>
            </a:extLst>
          </p:cNvPr>
          <p:cNvSpPr>
            <a:spLocks noGrp="1"/>
          </p:cNvSpPr>
          <p:nvPr>
            <p:ph type="body" idx="1"/>
          </p:nvPr>
        </p:nvSpPr>
        <p:spPr>
          <a:xfrm>
            <a:off x="420688" y="1018141"/>
            <a:ext cx="11350208" cy="5112141"/>
          </a:xfrm>
          <a:prstGeom prst="rect">
            <a:avLst/>
          </a:prstGeom>
          <a:ln>
            <a:noFill/>
          </a:ln>
        </p:spPr>
        <p:txBody>
          <a:bodyPr vert="horz" lIns="0" tIns="0" rIns="0" bIns="0" rtlCol="0">
            <a:noAutofit/>
          </a:bodyPr>
          <a:lstStyle/>
          <a:p>
            <a:pPr marL="457200" indent="-457200">
              <a:lnSpc>
                <a:spcPct val="120000"/>
              </a:lnSpc>
              <a:spcBef>
                <a:spcPts val="0"/>
              </a:spcBef>
              <a:buClr>
                <a:schemeClr val="accent5"/>
              </a:buClr>
              <a:buFont typeface="Symbol" pitchFamily="2" charset="2"/>
              <a:buChar char="-"/>
            </a:pPr>
            <a:r>
              <a:rPr lang="de-DE" b="0" i="0" noProof="0">
                <a:latin typeface="Source Sans Pro" panose="020B0503030403020204" pitchFamily="34" charset="0"/>
                <a:ea typeface="Source Sans Pro" panose="020B0503030403020204" pitchFamily="34" charset="0"/>
              </a:rPr>
              <a:t>Erste Ebene, Aufzählung, Source Sans Pro Regular, 32 </a:t>
            </a:r>
            <a:r>
              <a:rPr lang="de-DE" b="0" i="0" noProof="0" err="1">
                <a:latin typeface="Source Sans Pro" panose="020B0503030403020204" pitchFamily="34" charset="0"/>
                <a:ea typeface="Source Sans Pro" panose="020B0503030403020204" pitchFamily="34" charset="0"/>
              </a:rPr>
              <a:t>pt</a:t>
            </a:r>
            <a:r>
              <a:rPr lang="de-DE" b="0" i="0" noProof="0">
                <a:latin typeface="Source Sans Pro" panose="020B0503030403020204" pitchFamily="34" charset="0"/>
                <a:ea typeface="Source Sans Pro" panose="020B0503030403020204" pitchFamily="34" charset="0"/>
              </a:rPr>
              <a:t>.</a:t>
            </a:r>
          </a:p>
          <a:p>
            <a:pPr marL="638175" lvl="1" indent="-457200">
              <a:buClr>
                <a:schemeClr val="accent5"/>
              </a:buClr>
              <a:buFont typeface="Symbol" pitchFamily="2" charset="2"/>
              <a:buChar char="-"/>
            </a:pPr>
            <a:r>
              <a:rPr lang="de-DE" i="0" noProof="0">
                <a:latin typeface="Source Sans Pro" panose="020B0503030403020204" pitchFamily="34" charset="0"/>
                <a:ea typeface="Source Sans Pro" panose="020B0503030403020204" pitchFamily="34" charset="0"/>
              </a:rPr>
              <a:t>Zweite Ebene, Source Sans Pro Regular, 28 </a:t>
            </a:r>
            <a:r>
              <a:rPr lang="de-DE" i="0" noProof="0" err="1">
                <a:latin typeface="Source Sans Pro" panose="020B0503030403020204" pitchFamily="34" charset="0"/>
                <a:ea typeface="Source Sans Pro" panose="020B0503030403020204" pitchFamily="34" charset="0"/>
              </a:rPr>
              <a:t>pt</a:t>
            </a:r>
            <a:r>
              <a:rPr lang="de-DE" i="0" noProof="0">
                <a:latin typeface="Source Sans Pro" panose="020B0503030403020204" pitchFamily="34" charset="0"/>
                <a:ea typeface="Source Sans Pro" panose="020B0503030403020204" pitchFamily="34" charset="0"/>
              </a:rPr>
              <a:t>. </a:t>
            </a:r>
          </a:p>
          <a:p>
            <a:pPr marL="819150" lvl="2" indent="-457200">
              <a:buClr>
                <a:schemeClr val="accent5"/>
              </a:buClr>
              <a:buFont typeface="Symbol" pitchFamily="2" charset="2"/>
              <a:buChar char="-"/>
            </a:pPr>
            <a:r>
              <a:rPr lang="de-DE" noProof="0">
                <a:latin typeface="Source Sans Pro" panose="020B0503030403020204" pitchFamily="34" charset="0"/>
                <a:ea typeface="Source Sans Pro" panose="020B0503030403020204" pitchFamily="34" charset="0"/>
              </a:rPr>
              <a:t>Dritte Ebene, Source Sans Pro Regular, 24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a:t>
            </a:r>
          </a:p>
          <a:p>
            <a:pPr marL="1000125" lvl="3" indent="-457200">
              <a:buClr>
                <a:schemeClr val="accent5"/>
              </a:buClr>
              <a:buFont typeface="Symbol" pitchFamily="2" charset="2"/>
              <a:buChar char="-"/>
            </a:pPr>
            <a:r>
              <a:rPr lang="de-DE" noProof="0">
                <a:latin typeface="Source Sans Pro" panose="020B0503030403020204" pitchFamily="34" charset="0"/>
                <a:ea typeface="Source Sans Pro" panose="020B0503030403020204" pitchFamily="34" charset="0"/>
              </a:rPr>
              <a:t>Vierte Ebene, Source Sans Pro Regular, 20 </a:t>
            </a:r>
            <a:r>
              <a:rPr lang="de-DE" noProof="0" err="1">
                <a:latin typeface="Source Sans Pro" panose="020B0503030403020204" pitchFamily="34" charset="0"/>
                <a:ea typeface="Source Sans Pro" panose="020B0503030403020204" pitchFamily="34" charset="0"/>
              </a:rPr>
              <a:t>pt</a:t>
            </a:r>
            <a:r>
              <a:rPr lang="de-DE" noProof="0">
                <a:latin typeface="Source Sans Pro" panose="020B0503030403020204" pitchFamily="34" charset="0"/>
                <a:ea typeface="Source Sans Pro" panose="020B0503030403020204" pitchFamily="34" charset="0"/>
              </a:rPr>
              <a:t>.</a:t>
            </a:r>
          </a:p>
          <a:p>
            <a:pPr marL="457200" indent="-457200">
              <a:lnSpc>
                <a:spcPct val="120000"/>
              </a:lnSpc>
              <a:spcBef>
                <a:spcPts val="0"/>
              </a:spcBef>
              <a:buFont typeface="Symbol" pitchFamily="2" charset="2"/>
              <a:buChar char="-"/>
            </a:pPr>
            <a:endParaRPr lang="de-DE" i="0" noProof="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757824559"/>
      </p:ext>
    </p:extLst>
  </p:cSld>
  <p:clrMap bg1="lt1" tx1="dk1" bg2="lt2" tx2="dk2" accent1="accent1" accent2="accent2" accent3="accent3" accent4="accent4" accent5="accent5" accent6="accent6" hlink="hlink" folHlink="folHlink"/>
  <p:sldLayoutIdLst>
    <p:sldLayoutId id="2147483649" r:id="rId1"/>
    <p:sldLayoutId id="2147483862" r:id="rId2"/>
    <p:sldLayoutId id="2147483870" r:id="rId3"/>
    <p:sldLayoutId id="2147483863" r:id="rId4"/>
    <p:sldLayoutId id="2147483864" r:id="rId5"/>
    <p:sldLayoutId id="2147483866" r:id="rId6"/>
    <p:sldLayoutId id="2147483865" r:id="rId7"/>
    <p:sldLayoutId id="2147483815" r:id="rId8"/>
    <p:sldLayoutId id="2147483878" r:id="rId9"/>
    <p:sldLayoutId id="2147483814" r:id="rId10"/>
    <p:sldLayoutId id="2147483873" r:id="rId11"/>
    <p:sldLayoutId id="2147483811" r:id="rId12"/>
    <p:sldLayoutId id="2147483871" r:id="rId13"/>
    <p:sldLayoutId id="2147483875" r:id="rId14"/>
    <p:sldLayoutId id="2147483876" r:id="rId15"/>
    <p:sldLayoutId id="2147483879" r:id="rId16"/>
    <p:sldLayoutId id="2147483877" r:id="rId17"/>
    <p:sldLayoutId id="2147483880" r:id="rId18"/>
    <p:sldLayoutId id="2147483881" r:id="rId19"/>
    <p:sldLayoutId id="2147483872" r:id="rId20"/>
    <p:sldLayoutId id="2147483869" r:id="rId21"/>
    <p:sldLayoutId id="2147483812" r:id="rId22"/>
    <p:sldLayoutId id="2147483868" r:id="rId23"/>
    <p:sldLayoutId id="2147483809" r:id="rId24"/>
    <p:sldLayoutId id="2147483810" r:id="rId25"/>
    <p:sldLayoutId id="2147483761" r:id="rId26"/>
    <p:sldLayoutId id="2147483808" r:id="rId27"/>
    <p:sldLayoutId id="2147483749" r:id="rId28"/>
    <p:sldLayoutId id="2147483748" r:id="rId29"/>
    <p:sldLayoutId id="2147483750" r:id="rId30"/>
    <p:sldLayoutId id="2147483746" r:id="rId31"/>
    <p:sldLayoutId id="2147483745" r:id="rId32"/>
    <p:sldLayoutId id="2147483751" r:id="rId33"/>
    <p:sldLayoutId id="2147483743" r:id="rId34"/>
    <p:sldLayoutId id="2147483755" r:id="rId35"/>
    <p:sldLayoutId id="2147483756" r:id="rId36"/>
    <p:sldLayoutId id="2147483867" r:id="rId37"/>
    <p:sldLayoutId id="2147483882" r:id="rId38"/>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Clr>
          <a:schemeClr val="accent5"/>
        </a:buClr>
        <a:buFontTx/>
        <a:buNone/>
        <a:defRPr sz="3200" kern="1200">
          <a:solidFill>
            <a:schemeClr val="tx1"/>
          </a:solidFill>
          <a:latin typeface="+mn-lt"/>
          <a:ea typeface="+mn-ea"/>
          <a:cs typeface="+mn-cs"/>
        </a:defRPr>
      </a:lvl1pPr>
      <a:lvl2pPr marL="180975" indent="0" algn="l" defTabSz="914400" rtl="0" eaLnBrk="1" latinLnBrk="0" hangingPunct="1">
        <a:lnSpc>
          <a:spcPct val="120000"/>
        </a:lnSpc>
        <a:spcBef>
          <a:spcPts val="200"/>
        </a:spcBef>
        <a:buClr>
          <a:schemeClr val="accent5"/>
        </a:buClr>
        <a:buFontTx/>
        <a:buNone/>
        <a:defRPr sz="2800" b="0" i="0" kern="1200">
          <a:solidFill>
            <a:schemeClr val="tx1"/>
          </a:solidFill>
          <a:latin typeface="Source Sans Pro" panose="020B0503030403020204" pitchFamily="34" charset="0"/>
          <a:ea typeface="Source Sans Pro" panose="020B0503030403020204" pitchFamily="34" charset="0"/>
          <a:cs typeface="+mn-cs"/>
        </a:defRPr>
      </a:lvl2pPr>
      <a:lvl3pPr marL="361950" indent="0" algn="l" defTabSz="914400" rtl="0" eaLnBrk="1" latinLnBrk="0" hangingPunct="1">
        <a:lnSpc>
          <a:spcPct val="120000"/>
        </a:lnSpc>
        <a:spcBef>
          <a:spcPts val="200"/>
        </a:spcBef>
        <a:buClr>
          <a:schemeClr val="accent5"/>
        </a:buClr>
        <a:buFontTx/>
        <a:buNone/>
        <a:defRPr sz="2400" kern="1200">
          <a:solidFill>
            <a:schemeClr val="tx1"/>
          </a:solidFill>
          <a:latin typeface="+mn-lt"/>
          <a:ea typeface="+mn-ea"/>
          <a:cs typeface="+mn-cs"/>
        </a:defRPr>
      </a:lvl3pPr>
      <a:lvl4pPr marL="1000800" indent="0" algn="l" defTabSz="914400" rtl="0" eaLnBrk="1" latinLnBrk="0" hangingPunct="1">
        <a:lnSpc>
          <a:spcPct val="120000"/>
        </a:lnSpc>
        <a:spcBef>
          <a:spcPts val="200"/>
        </a:spcBef>
        <a:buClr>
          <a:schemeClr val="accent5"/>
        </a:buClr>
        <a:buFontTx/>
        <a:buNone/>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image" Target="../media/image3.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ext Placeholder 6"/>
          <p:cNvSpPr>
            <a:spLocks noGrp="1"/>
          </p:cNvSpPr>
          <p:nvPr>
            <p:ph type="body" idx="10" sz="quarter"/>
          </p:nvPr>
        </p:nvSpPr>
        <p:spPr/>
        <p:txBody>
          <a:bodyPr/>
          <a:lstStyle/>
          <a:p>
            <a:r>
              <a:t>Slowly Changing Dimensions</a:t>
            </a:r>
          </a:p>
        </p:txBody>
      </p:sp>
      <p:sp>
        <p:nvSpPr>
          <p:cNvPr id="8" name="TextBox 7"/>
          <p:cNvSpPr txBox="1"/>
          <p:nvPr/>
        </p:nvSpPr>
        <p:spPr>
          <a:xfrm>
            <a:off x="420624" y="6309360"/>
            <a:ext cx="10460736" cy="256032"/>
          </a:xfrm>
          <a:prstGeom prst="rect">
            <a:avLst/>
          </a:prstGeom>
          <a:noFill/>
        </p:spPr>
        <p:txBody>
          <a:bodyPr wrap="square" lIns="0" rIns="0" tIns="0" bIns="0">
            <a:spAutoFit/>
          </a:bodyPr>
          <a:lstStyle/>
          <a:p>
            <a:pPr algn="l"/>
            <a:r>
              <a:rPr sz="800" b="0" i="0">
                <a:solidFill>
                  <a:srgbClr val="1D1D1F"/>
                </a:solidFill>
                <a:latin typeface="Source Sans Pro"/>
              </a:rPr>
              <a:t>Source Cartoon: Drozdzynski, 2025.</a:t>
            </a:r>
          </a:p>
        </p:txBody>
      </p:sp>
      <p:sp>
        <p:nvSpPr>
          <p:cNvPr id="9" name="Rounded Rectangle 8"/>
          <p:cNvSpPr/>
          <p:nvPr/>
        </p:nvSpPr>
        <p:spPr>
          <a:xfrm>
            <a:off x="640080" y="877824"/>
            <a:ext cx="10451592" cy="512064"/>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2400" b="0" i="0">
                <a:solidFill>
                  <a:srgbClr val="FFFFFF"/>
                </a:solidFill>
                <a:latin typeface="Source Sans Pro"/>
              </a:rPr>
              <a:t>Anna switches coffee house – and January changes overnight</a:t>
            </a:r>
          </a:p>
        </p:txBody>
      </p:sp>
      <p:sp>
        <p:nvSpPr>
          <p:cNvPr id="10" name="Oval Callout 9"/>
          <p:cNvSpPr/>
          <p:nvPr/>
        </p:nvSpPr>
        <p:spPr>
          <a:xfrm>
            <a:off x="1874519" y="1627632"/>
            <a:ext cx="3794760" cy="2057400"/>
          </a:xfrm>
          <a:prstGeom prst="wedgeEllipseCallout">
            <a:avLst>
              <a:gd name="adj1" fmla="val -55000"/>
              <a:gd name="adj2" fmla="val 75000"/>
            </a:avLst>
          </a:prstGeom>
          <a:solidFill>
            <a:srgbClr val="FFFFFF"/>
          </a:solidFill>
          <a:ln w="12700">
            <a:solidFill>
              <a:srgbClr val="8A8A8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0" i="0">
                <a:solidFill>
                  <a:srgbClr val="1D1D1F"/>
                </a:solidFill>
                <a:latin typeface="Source Sans Pro"/>
              </a:rPr>
              <a:t>Last month Anna’s cappuccinos counted for Ringstraße. Today the same report shows Alsergrund. Which one is right?</a:t>
            </a:r>
          </a:p>
        </p:txBody>
      </p:sp>
      <p:pic>
        <p:nvPicPr>
          <p:cNvPr id="11" name="Picture 10" descr="sofia.jpeg"/>
          <p:cNvPicPr>
            <a:picLocks noChangeAspect="1"/>
          </p:cNvPicPr>
          <p:nvPr/>
        </p:nvPicPr>
        <p:blipFill>
          <a:blip r:embed="rId2"/>
          <a:stretch>
            <a:fillRect/>
          </a:stretch>
        </p:blipFill>
        <p:spPr>
          <a:xfrm>
            <a:off x="777240" y="3657600"/>
            <a:ext cx="1213198" cy="2240280"/>
          </a:xfrm>
          <a:prstGeom prst="rect">
            <a:avLst/>
          </a:prstGeom>
        </p:spPr>
      </p:pic>
      <p:sp>
        <p:nvSpPr>
          <p:cNvPr id="12" name="Rounded Rectangle 11"/>
          <p:cNvSpPr/>
          <p:nvPr/>
        </p:nvSpPr>
        <p:spPr>
          <a:xfrm>
            <a:off x="6035040" y="1645920"/>
            <a:ext cx="5733288" cy="411480"/>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700" b="0" i="0">
                <a:solidFill>
                  <a:srgbClr val="FFFFFF"/>
                </a:solidFill>
                <a:latin typeface="Source Sans Pro"/>
              </a:rPr>
              <a:t>DIM_EMPLOYEE at Sofia’s Coffee World</a:t>
            </a:r>
          </a:p>
        </p:txBody>
      </p:sp>
      <p:sp>
        <p:nvSpPr>
          <p:cNvPr id="13" name="TextBox 12"/>
          <p:cNvSpPr txBox="1"/>
          <p:nvPr/>
        </p:nvSpPr>
        <p:spPr>
          <a:xfrm>
            <a:off x="6035040" y="2212848"/>
            <a:ext cx="5733288" cy="210312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Anna (E-042) has pulled espresso at the Ringstraße coffee house since September 2024</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From 1 March 2026 she moves to the Alsergrund coffee house</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Her January and February sales are already booked in the fact table</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The facts did not change – the dimension did</a:t>
            </a:r>
          </a:p>
        </p:txBody>
      </p:sp>
      <p:sp>
        <p:nvSpPr>
          <p:cNvPr id="14" name="Rounded Rectangle 13"/>
          <p:cNvSpPr/>
          <p:nvPr/>
        </p:nvSpPr>
        <p:spPr>
          <a:xfrm>
            <a:off x="6035040" y="4663440"/>
            <a:ext cx="5733288" cy="1188720"/>
          </a:xfrm>
          <a:prstGeom prst="roundRect">
            <a:avLst/>
          </a:prstGeom>
          <a:solidFill>
            <a:srgbClr val="FF9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r>
              <a:rPr sz="1500" b="1" i="0">
                <a:solidFill>
                  <a:srgbClr val="FFFFFF"/>
                </a:solidFill>
                <a:latin typeface="Source Sans Pro"/>
              </a:rPr>
              <a:t>Why this hurts controlling:  </a:t>
            </a:r>
            <a:r>
              <a:rPr sz="1500" b="0" i="0">
                <a:solidFill>
                  <a:srgbClr val="FFFFFF"/>
                </a:solidFill>
                <a:latin typeface="Source Sans Pro"/>
              </a:rPr>
              <a:t>Overwrite the location and every report ever printed moves Anna’s January revenue to Alsergrund. Same facts, different answer.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ext Placeholder 6"/>
          <p:cNvSpPr>
            <a:spLocks noGrp="1"/>
          </p:cNvSpPr>
          <p:nvPr>
            <p:ph type="body" idx="10" sz="quarter"/>
          </p:nvPr>
        </p:nvSpPr>
        <p:spPr/>
        <p:txBody>
          <a:bodyPr/>
          <a:lstStyle/>
          <a:p>
            <a:r>
              <a:t>Slowly Changing Dimensions</a:t>
            </a:r>
          </a:p>
        </p:txBody>
      </p:sp>
      <p:sp>
        <p:nvSpPr>
          <p:cNvPr id="8" name="Rounded Rectangle 7"/>
          <p:cNvSpPr/>
          <p:nvPr/>
        </p:nvSpPr>
        <p:spPr>
          <a:xfrm>
            <a:off x="640080" y="877824"/>
            <a:ext cx="10451592" cy="512064"/>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2400" b="0" i="0">
                <a:solidFill>
                  <a:srgbClr val="FFFFFF"/>
                </a:solidFill>
                <a:latin typeface="Source Sans Pro"/>
              </a:rPr>
              <a:t>Type 1 – overwrite the old value</a:t>
            </a:r>
          </a:p>
        </p:txBody>
      </p:sp>
      <p:sp>
        <p:nvSpPr>
          <p:cNvPr id="9" name="TextBox 8"/>
          <p:cNvSpPr txBox="1"/>
          <p:nvPr/>
        </p:nvSpPr>
        <p:spPr>
          <a:xfrm>
            <a:off x="640080" y="1572768"/>
            <a:ext cx="4937760" cy="274320"/>
          </a:xfrm>
          <a:prstGeom prst="rect">
            <a:avLst/>
          </a:prstGeom>
          <a:noFill/>
        </p:spPr>
        <p:txBody>
          <a:bodyPr wrap="square" lIns="0" rIns="0" tIns="0" bIns="0">
            <a:spAutoFit/>
          </a:bodyPr>
          <a:lstStyle/>
          <a:p>
            <a:pPr algn="l"/>
            <a:r>
              <a:rPr sz="1300" b="1" i="0">
                <a:solidFill>
                  <a:srgbClr val="8A8A89"/>
                </a:solidFill>
                <a:latin typeface="Source Sans Pro"/>
              </a:rPr>
              <a:t>Before 1 March 2026</a:t>
            </a:r>
          </a:p>
        </p:txBody>
      </p:sp>
      <p:graphicFrame>
        <p:nvGraphicFramePr>
          <p:cNvPr id="10" name="Table 9"/>
          <p:cNvGraphicFramePr>
            <a:graphicFrameLocks noGrp="1"/>
          </p:cNvGraphicFramePr>
          <p:nvPr/>
        </p:nvGraphicFramePr>
        <p:xfrm>
          <a:off x="640080" y="1874519"/>
          <a:ext cx="4937760" cy="694944"/>
        </p:xfrm>
        <a:graphic>
          <a:graphicData uri="http://schemas.openxmlformats.org/drawingml/2006/table">
            <a:tbl>
              <a:tblPr>
                <a:tableStyleId>{5C22544A-7EE6-4342-B048-85BDC9FD1C3A}</a:tableStyleId>
              </a:tblPr>
              <a:tblGrid>
                <a:gridCol w="914400"/>
                <a:gridCol w="960120"/>
                <a:gridCol w="1508760"/>
                <a:gridCol w="1554480"/>
              </a:tblGrid>
              <a:tr h="365760">
                <a:tc>
                  <a:txBody>
                    <a:bodyPr wrap="square"/>
                    <a:lstStyle/>
                    <a:p>
                      <a:r>
                        <a:rPr sz="1200" b="1" i="0">
                          <a:solidFill>
                            <a:srgbClr val="FFFFFF"/>
                          </a:solidFill>
                          <a:latin typeface="Source Sans Pro"/>
                        </a:rPr>
                        <a:t>EmpKey</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EmpID</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Name</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Location</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329184">
                <a:tc>
                  <a:txBody>
                    <a:bodyPr wrap="square"/>
                    <a:lstStyle/>
                    <a:p>
                      <a:r>
                        <a:rPr sz="1200" b="0" i="0">
                          <a:solidFill>
                            <a:srgbClr val="1D1D1F"/>
                          </a:solidFill>
                          <a:latin typeface="Courier New"/>
                        </a:rPr>
                        <a:t>17</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Courier New"/>
                        </a:rPr>
                        <a:t>E-042</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Source Sans Pro"/>
                        </a:rPr>
                        <a:t>Anna</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Source Sans Pro"/>
                        </a:rPr>
                        <a:t>Ringstraße</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bl>
          </a:graphicData>
        </a:graphic>
      </p:graphicFrame>
      <p:sp>
        <p:nvSpPr>
          <p:cNvPr id="11" name="Right Arrow 10"/>
          <p:cNvSpPr/>
          <p:nvPr/>
        </p:nvSpPr>
        <p:spPr>
          <a:xfrm>
            <a:off x="5806440" y="2212848"/>
            <a:ext cx="566928" cy="256032"/>
          </a:xfrm>
          <a:prstGeom prst="rightArrow">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30568" y="1572768"/>
            <a:ext cx="4937760" cy="274320"/>
          </a:xfrm>
          <a:prstGeom prst="rect">
            <a:avLst/>
          </a:prstGeom>
          <a:noFill/>
        </p:spPr>
        <p:txBody>
          <a:bodyPr wrap="square" lIns="0" rIns="0" tIns="0" bIns="0">
            <a:spAutoFit/>
          </a:bodyPr>
          <a:lstStyle/>
          <a:p>
            <a:pPr algn="l"/>
            <a:r>
              <a:rPr sz="1300" b="1" i="0">
                <a:solidFill>
                  <a:srgbClr val="8A8A89"/>
                </a:solidFill>
                <a:latin typeface="Source Sans Pro"/>
              </a:rPr>
              <a:t>After the update</a:t>
            </a:r>
          </a:p>
        </p:txBody>
      </p:sp>
      <p:graphicFrame>
        <p:nvGraphicFramePr>
          <p:cNvPr id="13" name="Table 12"/>
          <p:cNvGraphicFramePr>
            <a:graphicFrameLocks noGrp="1"/>
          </p:cNvGraphicFramePr>
          <p:nvPr/>
        </p:nvGraphicFramePr>
        <p:xfrm>
          <a:off x="6830568" y="1874519"/>
          <a:ext cx="4937760" cy="694944"/>
        </p:xfrm>
        <a:graphic>
          <a:graphicData uri="http://schemas.openxmlformats.org/drawingml/2006/table">
            <a:tbl>
              <a:tblPr>
                <a:tableStyleId>{5C22544A-7EE6-4342-B048-85BDC9FD1C3A}</a:tableStyleId>
              </a:tblPr>
              <a:tblGrid>
                <a:gridCol w="914400"/>
                <a:gridCol w="960120"/>
                <a:gridCol w="1508760"/>
                <a:gridCol w="1554480"/>
              </a:tblGrid>
              <a:tr h="365760">
                <a:tc>
                  <a:txBody>
                    <a:bodyPr wrap="square"/>
                    <a:lstStyle/>
                    <a:p>
                      <a:r>
                        <a:rPr sz="1200" b="1" i="0">
                          <a:solidFill>
                            <a:srgbClr val="FFFFFF"/>
                          </a:solidFill>
                          <a:latin typeface="Source Sans Pro"/>
                        </a:rPr>
                        <a:t>EmpKey</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EmpID</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Name</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Location</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329184">
                <a:tc>
                  <a:txBody>
                    <a:bodyPr wrap="square"/>
                    <a:lstStyle/>
                    <a:p>
                      <a:r>
                        <a:rPr sz="1200" b="0" i="0">
                          <a:solidFill>
                            <a:srgbClr val="1D1D1F"/>
                          </a:solidFill>
                          <a:latin typeface="Courier New"/>
                        </a:rPr>
                        <a:t>17</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Courier New"/>
                        </a:rPr>
                        <a:t>E-042</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Source Sans Pro"/>
                        </a:rPr>
                        <a:t>Anna</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166980"/>
                          </a:solidFill>
                          <a:latin typeface="Source Sans Pro"/>
                        </a:rPr>
                        <a:t>Alsergrund</a:t>
                      </a:r>
                    </a:p>
                  </a:txBody>
                  <a:tcPr marL="73152" marR="54864" marT="27432" marB="27432" anchor="ctr">
                    <a:solidFill>
                      <a:srgbClr val="FFEAD5"/>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bl>
          </a:graphicData>
        </a:graphic>
      </p:graphicFrame>
      <p:sp>
        <p:nvSpPr>
          <p:cNvPr id="14" name="TextBox 13"/>
          <p:cNvSpPr txBox="1"/>
          <p:nvPr/>
        </p:nvSpPr>
        <p:spPr>
          <a:xfrm>
            <a:off x="640080" y="2788920"/>
            <a:ext cx="11128248" cy="320040"/>
          </a:xfrm>
          <a:prstGeom prst="rect">
            <a:avLst/>
          </a:prstGeom>
          <a:noFill/>
        </p:spPr>
        <p:txBody>
          <a:bodyPr wrap="square" lIns="0" rIns="0" tIns="0" bIns="0">
            <a:spAutoFit/>
          </a:bodyPr>
          <a:lstStyle/>
          <a:p>
            <a:pPr algn="ctr">
              <a:lnSpc>
                <a:spcPct val="115000"/>
              </a:lnSpc>
            </a:pPr>
            <a:r>
              <a:rPr sz="1300" b="0" i="0">
                <a:solidFill>
                  <a:srgbClr val="166980"/>
                </a:solidFill>
                <a:latin typeface="Courier New"/>
              </a:rPr>
              <a:t>UPDATE dim_employee SET location = 'Alsergrund' WHERE emp_id = 'E-042';</a:t>
            </a:r>
          </a:p>
        </p:txBody>
      </p:sp>
      <p:sp>
        <p:nvSpPr>
          <p:cNvPr id="15" name="Rounded Rectangle 14"/>
          <p:cNvSpPr/>
          <p:nvPr/>
        </p:nvSpPr>
        <p:spPr>
          <a:xfrm>
            <a:off x="640080" y="3291840"/>
            <a:ext cx="5120640" cy="384048"/>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600" b="0" i="0">
                <a:solidFill>
                  <a:srgbClr val="FFFFFF"/>
                </a:solidFill>
                <a:latin typeface="Source Sans Pro"/>
              </a:rPr>
              <a:t>How it works</a:t>
            </a:r>
          </a:p>
        </p:txBody>
      </p:sp>
      <p:sp>
        <p:nvSpPr>
          <p:cNvPr id="16" name="TextBox 15"/>
          <p:cNvSpPr txBox="1"/>
          <p:nvPr/>
        </p:nvSpPr>
        <p:spPr>
          <a:xfrm>
            <a:off x="640080" y="3840480"/>
            <a:ext cx="5120640" cy="182880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The surrogate key stays the same – one row per barista, for ever</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A single UPDATE in the load job, no extra columns needed</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Fact rows keep pointing to EmpKey 17</a:t>
            </a:r>
          </a:p>
        </p:txBody>
      </p:sp>
      <p:sp>
        <p:nvSpPr>
          <p:cNvPr id="17" name="Rounded Rectangle 16"/>
          <p:cNvSpPr/>
          <p:nvPr/>
        </p:nvSpPr>
        <p:spPr>
          <a:xfrm>
            <a:off x="6400800" y="3291840"/>
            <a:ext cx="5367528" cy="384048"/>
          </a:xfrm>
          <a:prstGeom prst="roundRect">
            <a:avLst/>
          </a:prstGeom>
          <a:solidFill>
            <a:srgbClr val="FF9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600" b="0" i="0">
                <a:solidFill>
                  <a:srgbClr val="FFFFFF"/>
                </a:solidFill>
                <a:latin typeface="Source Sans Pro"/>
              </a:rPr>
              <a:t>What it means for Sofia</a:t>
            </a:r>
          </a:p>
        </p:txBody>
      </p:sp>
      <p:sp>
        <p:nvSpPr>
          <p:cNvPr id="18" name="TextBox 17"/>
          <p:cNvSpPr txBox="1"/>
          <p:nvPr/>
        </p:nvSpPr>
        <p:spPr>
          <a:xfrm>
            <a:off x="6400800" y="3840480"/>
            <a:ext cx="5367528" cy="182880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January revenue is now reported under Alsergrund – history is silently rewritten</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Yesterday’s printed report can no longer be reproduced</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Fine for corrections: a misspelt cake name, a wrong postcode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ext Placeholder 6"/>
          <p:cNvSpPr>
            <a:spLocks noGrp="1"/>
          </p:cNvSpPr>
          <p:nvPr>
            <p:ph type="body" idx="10" sz="quarter"/>
          </p:nvPr>
        </p:nvSpPr>
        <p:spPr/>
        <p:txBody>
          <a:bodyPr/>
          <a:lstStyle/>
          <a:p>
            <a:r>
              <a:t>Slowly Changing Dimensions</a:t>
            </a:r>
          </a:p>
        </p:txBody>
      </p:sp>
      <p:sp>
        <p:nvSpPr>
          <p:cNvPr id="8" name="Rounded Rectangle 7"/>
          <p:cNvSpPr/>
          <p:nvPr/>
        </p:nvSpPr>
        <p:spPr>
          <a:xfrm>
            <a:off x="640080" y="877824"/>
            <a:ext cx="10451592" cy="512064"/>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2400" b="0" i="0">
                <a:solidFill>
                  <a:srgbClr val="FFFFFF"/>
                </a:solidFill>
                <a:latin typeface="Source Sans Pro"/>
              </a:rPr>
              <a:t>Type 2 – add a new row and keep the full history</a:t>
            </a:r>
          </a:p>
        </p:txBody>
      </p:sp>
      <p:graphicFrame>
        <p:nvGraphicFramePr>
          <p:cNvPr id="9" name="Table 8"/>
          <p:cNvGraphicFramePr>
            <a:graphicFrameLocks noGrp="1"/>
          </p:cNvGraphicFramePr>
          <p:nvPr/>
        </p:nvGraphicFramePr>
        <p:xfrm>
          <a:off x="640080" y="1600200"/>
          <a:ext cx="10881358" cy="1024128"/>
        </p:xfrm>
        <a:graphic>
          <a:graphicData uri="http://schemas.openxmlformats.org/drawingml/2006/table">
            <a:tbl>
              <a:tblPr>
                <a:tableStyleId>{5C22544A-7EE6-4342-B048-85BDC9FD1C3A}</a:tableStyleId>
              </a:tblPr>
              <a:tblGrid>
                <a:gridCol w="1051560"/>
                <a:gridCol w="1051560"/>
                <a:gridCol w="1874519"/>
                <a:gridCol w="1874519"/>
                <a:gridCol w="1691640"/>
                <a:gridCol w="1691640"/>
                <a:gridCol w="1645920"/>
              </a:tblGrid>
              <a:tr h="365760">
                <a:tc>
                  <a:txBody>
                    <a:bodyPr wrap="square"/>
                    <a:lstStyle/>
                    <a:p>
                      <a:r>
                        <a:rPr sz="1200" b="1" i="0">
                          <a:solidFill>
                            <a:srgbClr val="FFFFFF"/>
                          </a:solidFill>
                          <a:latin typeface="Source Sans Pro"/>
                        </a:rPr>
                        <a:t>EmpKey</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EmpID</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Name</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Location</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ValidFrom</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ValidTo</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Current</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329184">
                <a:tc>
                  <a:txBody>
                    <a:bodyPr wrap="square"/>
                    <a:lstStyle/>
                    <a:p>
                      <a:r>
                        <a:rPr sz="1200" b="0" i="0">
                          <a:solidFill>
                            <a:srgbClr val="1D1D1F"/>
                          </a:solidFill>
                          <a:latin typeface="Courier New"/>
                        </a:rPr>
                        <a:t>17</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Courier New"/>
                        </a:rPr>
                        <a:t>E-042</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Source Sans Pro"/>
                        </a:rPr>
                        <a:t>Anna</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Source Sans Pro"/>
                        </a:rPr>
                        <a:t>Ringstraße</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Courier New"/>
                        </a:rPr>
                        <a:t>2024-09-01</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Courier New"/>
                        </a:rPr>
                        <a:t>2026-02-28</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Source Sans Pro"/>
                        </a:rPr>
                        <a:t>N</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329184">
                <a:tc>
                  <a:txBody>
                    <a:bodyPr wrap="square"/>
                    <a:lstStyle/>
                    <a:p>
                      <a:r>
                        <a:rPr sz="1200" b="0" i="0">
                          <a:solidFill>
                            <a:srgbClr val="166980"/>
                          </a:solidFill>
                          <a:latin typeface="Courier New"/>
                        </a:rPr>
                        <a:t>63</a:t>
                      </a:r>
                    </a:p>
                  </a:txBody>
                  <a:tcPr marL="73152" marR="54864" marT="27432" marB="27432" anchor="ctr">
                    <a:solidFill>
                      <a:srgbClr val="FFEAD5"/>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166980"/>
                          </a:solidFill>
                          <a:latin typeface="Courier New"/>
                        </a:rPr>
                        <a:t>E-042</a:t>
                      </a:r>
                    </a:p>
                  </a:txBody>
                  <a:tcPr marL="73152" marR="54864" marT="27432" marB="27432" anchor="ctr">
                    <a:solidFill>
                      <a:srgbClr val="FFEAD5"/>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166980"/>
                          </a:solidFill>
                          <a:latin typeface="Source Sans Pro"/>
                        </a:rPr>
                        <a:t>Anna</a:t>
                      </a:r>
                    </a:p>
                  </a:txBody>
                  <a:tcPr marL="73152" marR="54864" marT="27432" marB="27432" anchor="ctr">
                    <a:solidFill>
                      <a:srgbClr val="FFEAD5"/>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166980"/>
                          </a:solidFill>
                          <a:latin typeface="Source Sans Pro"/>
                        </a:rPr>
                        <a:t>Alsergrund</a:t>
                      </a:r>
                    </a:p>
                  </a:txBody>
                  <a:tcPr marL="73152" marR="54864" marT="27432" marB="27432" anchor="ctr">
                    <a:solidFill>
                      <a:srgbClr val="FFEAD5"/>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166980"/>
                          </a:solidFill>
                          <a:latin typeface="Courier New"/>
                        </a:rPr>
                        <a:t>2026-03-01</a:t>
                      </a:r>
                    </a:p>
                  </a:txBody>
                  <a:tcPr marL="73152" marR="54864" marT="27432" marB="27432" anchor="ctr">
                    <a:solidFill>
                      <a:srgbClr val="FFEAD5"/>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166980"/>
                          </a:solidFill>
                          <a:latin typeface="Courier New"/>
                        </a:rPr>
                        <a:t>9999-12-31</a:t>
                      </a:r>
                    </a:p>
                  </a:txBody>
                  <a:tcPr marL="73152" marR="54864" marT="27432" marB="27432" anchor="ctr">
                    <a:solidFill>
                      <a:srgbClr val="FFEAD5"/>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166980"/>
                          </a:solidFill>
                          <a:latin typeface="Source Sans Pro"/>
                        </a:rPr>
                        <a:t>Y</a:t>
                      </a:r>
                    </a:p>
                  </a:txBody>
                  <a:tcPr marL="73152" marR="54864" marT="27432" marB="27432" anchor="ctr">
                    <a:solidFill>
                      <a:srgbClr val="FFEAD5"/>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bl>
          </a:graphicData>
        </a:graphic>
      </p:graphicFrame>
      <p:sp>
        <p:nvSpPr>
          <p:cNvPr id="10" name="TextBox 9"/>
          <p:cNvSpPr txBox="1"/>
          <p:nvPr/>
        </p:nvSpPr>
        <p:spPr>
          <a:xfrm>
            <a:off x="640080" y="2962656"/>
            <a:ext cx="10881360" cy="548640"/>
          </a:xfrm>
          <a:prstGeom prst="rect">
            <a:avLst/>
          </a:prstGeom>
          <a:noFill/>
        </p:spPr>
        <p:txBody>
          <a:bodyPr wrap="square" lIns="0" rIns="0" tIns="0" bIns="0">
            <a:spAutoFit/>
          </a:bodyPr>
          <a:lstStyle/>
          <a:p>
            <a:pPr algn="ctr">
              <a:lnSpc>
                <a:spcPct val="115000"/>
              </a:lnSpc>
            </a:pPr>
            <a:r>
              <a:rPr sz="1500" b="0" i="0">
                <a:solidFill>
                  <a:srgbClr val="166980"/>
                </a:solidFill>
                <a:latin typeface="Source Sans Pro"/>
              </a:rPr>
              <a:t>Facts booked in January carry EmpKey 17, facts from March carry EmpKey 63 – the natural key E-042 never changes.</a:t>
            </a:r>
          </a:p>
        </p:txBody>
      </p:sp>
      <p:sp>
        <p:nvSpPr>
          <p:cNvPr id="11" name="Rounded Rectangle 10"/>
          <p:cNvSpPr/>
          <p:nvPr/>
        </p:nvSpPr>
        <p:spPr>
          <a:xfrm>
            <a:off x="640080" y="3703320"/>
            <a:ext cx="5120640" cy="384048"/>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600" b="0" i="0">
                <a:solidFill>
                  <a:srgbClr val="FFFFFF"/>
                </a:solidFill>
                <a:latin typeface="Source Sans Pro"/>
              </a:rPr>
              <a:t>How it works</a:t>
            </a:r>
          </a:p>
        </p:txBody>
      </p:sp>
      <p:sp>
        <p:nvSpPr>
          <p:cNvPr id="12" name="TextBox 11"/>
          <p:cNvSpPr txBox="1"/>
          <p:nvPr/>
        </p:nvSpPr>
        <p:spPr>
          <a:xfrm>
            <a:off x="640080" y="4224528"/>
            <a:ext cx="5120640" cy="173736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The old row is closed with ValidTo and a Current flag of N</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A new surrogate key is issued for the new version</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The ETL job compares incoming attributes against the current row</a:t>
            </a:r>
          </a:p>
        </p:txBody>
      </p:sp>
      <p:sp>
        <p:nvSpPr>
          <p:cNvPr id="13" name="Rounded Rectangle 12"/>
          <p:cNvSpPr/>
          <p:nvPr/>
        </p:nvSpPr>
        <p:spPr>
          <a:xfrm>
            <a:off x="6400800" y="3703320"/>
            <a:ext cx="5367528" cy="384048"/>
          </a:xfrm>
          <a:prstGeom prst="roundRect">
            <a:avLst/>
          </a:prstGeom>
          <a:solidFill>
            <a:srgbClr val="FF9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600" b="0" i="0">
                <a:solidFill>
                  <a:srgbClr val="FFFFFF"/>
                </a:solidFill>
                <a:latin typeface="Source Sans Pro"/>
              </a:rPr>
              <a:t>What it means for Sofia</a:t>
            </a:r>
          </a:p>
        </p:txBody>
      </p:sp>
      <p:sp>
        <p:nvSpPr>
          <p:cNvPr id="14" name="TextBox 13"/>
          <p:cNvSpPr txBox="1"/>
          <p:nvPr/>
        </p:nvSpPr>
        <p:spPr>
          <a:xfrm>
            <a:off x="6400800" y="4224528"/>
            <a:ext cx="5367528" cy="173736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January revenue stays with Ringstraße – for ever</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Comparisons between the two houses hold up in a controlling review at last</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The dimension grows with every change – queries must pick the right version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ext Placeholder 6"/>
          <p:cNvSpPr>
            <a:spLocks noGrp="1"/>
          </p:cNvSpPr>
          <p:nvPr>
            <p:ph type="body" idx="10" sz="quarter"/>
          </p:nvPr>
        </p:nvSpPr>
        <p:spPr/>
        <p:txBody>
          <a:bodyPr/>
          <a:lstStyle/>
          <a:p>
            <a:r>
              <a:t>Slowly Changing Dimensions</a:t>
            </a:r>
          </a:p>
        </p:txBody>
      </p:sp>
      <p:sp>
        <p:nvSpPr>
          <p:cNvPr id="8" name="Rounded Rectangle 7"/>
          <p:cNvSpPr/>
          <p:nvPr/>
        </p:nvSpPr>
        <p:spPr>
          <a:xfrm>
            <a:off x="640080" y="877824"/>
            <a:ext cx="10451592" cy="512064"/>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2400" b="0" i="0">
                <a:solidFill>
                  <a:srgbClr val="FFFFFF"/>
                </a:solidFill>
                <a:latin typeface="Source Sans Pro"/>
              </a:rPr>
              <a:t>Type 3 – add a column and remember one step back</a:t>
            </a:r>
          </a:p>
        </p:txBody>
      </p:sp>
      <p:graphicFrame>
        <p:nvGraphicFramePr>
          <p:cNvPr id="9" name="Table 8"/>
          <p:cNvGraphicFramePr>
            <a:graphicFrameLocks noGrp="1"/>
          </p:cNvGraphicFramePr>
          <p:nvPr/>
        </p:nvGraphicFramePr>
        <p:xfrm>
          <a:off x="640080" y="1600200"/>
          <a:ext cx="10881360" cy="1024128"/>
        </p:xfrm>
        <a:graphic>
          <a:graphicData uri="http://schemas.openxmlformats.org/drawingml/2006/table">
            <a:tbl>
              <a:tblPr>
                <a:tableStyleId>{5C22544A-7EE6-4342-B048-85BDC9FD1C3A}</a:tableStyleId>
              </a:tblPr>
              <a:tblGrid>
                <a:gridCol w="1143000"/>
                <a:gridCol w="1143000"/>
                <a:gridCol w="2103120"/>
                <a:gridCol w="2286000"/>
                <a:gridCol w="2286000"/>
                <a:gridCol w="1920240"/>
              </a:tblGrid>
              <a:tr h="365760">
                <a:tc>
                  <a:txBody>
                    <a:bodyPr wrap="square"/>
                    <a:lstStyle/>
                    <a:p>
                      <a:r>
                        <a:rPr sz="1200" b="1" i="0">
                          <a:solidFill>
                            <a:srgbClr val="FFFFFF"/>
                          </a:solidFill>
                          <a:latin typeface="Source Sans Pro"/>
                        </a:rPr>
                        <a:t>EmpKey</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EmpID</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Name</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CurrentLocation</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PreviousLocation</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ChangedOn</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329184">
                <a:tc>
                  <a:txBody>
                    <a:bodyPr wrap="square"/>
                    <a:lstStyle/>
                    <a:p>
                      <a:r>
                        <a:rPr sz="1200" b="0" i="0">
                          <a:solidFill>
                            <a:srgbClr val="1D1D1F"/>
                          </a:solidFill>
                          <a:latin typeface="Courier New"/>
                        </a:rPr>
                        <a:t>17</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Courier New"/>
                        </a:rPr>
                        <a:t>E-042</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Source Sans Pro"/>
                        </a:rPr>
                        <a:t>Anna</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Source Sans Pro"/>
                        </a:rPr>
                        <a:t>Ringstraße</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Source Sans Pro"/>
                        </a:rPr>
                        <a:t>–</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0" i="0">
                          <a:solidFill>
                            <a:srgbClr val="1D1D1F"/>
                          </a:solidFill>
                          <a:latin typeface="Courier New"/>
                        </a:rPr>
                        <a:t>–</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329184">
                <a:tc>
                  <a:txBody>
                    <a:bodyPr wrap="square"/>
                    <a:lstStyle/>
                    <a:p>
                      <a:r>
                        <a:rPr sz="1200" b="0" i="0">
                          <a:solidFill>
                            <a:srgbClr val="166980"/>
                          </a:solidFill>
                          <a:latin typeface="Courier New"/>
                        </a:rPr>
                        <a:t>17</a:t>
                      </a:r>
                    </a:p>
                  </a:txBody>
                  <a:tcPr marL="73152" marR="54864" marT="27432" marB="27432" anchor="ctr">
                    <a:solidFill>
                      <a:srgbClr val="FFEAD5"/>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166980"/>
                          </a:solidFill>
                          <a:latin typeface="Courier New"/>
                        </a:rPr>
                        <a:t>E-042</a:t>
                      </a:r>
                    </a:p>
                  </a:txBody>
                  <a:tcPr marL="73152" marR="54864" marT="27432" marB="27432" anchor="ctr">
                    <a:solidFill>
                      <a:srgbClr val="FFEAD5"/>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166980"/>
                          </a:solidFill>
                          <a:latin typeface="Source Sans Pro"/>
                        </a:rPr>
                        <a:t>Anna</a:t>
                      </a:r>
                    </a:p>
                  </a:txBody>
                  <a:tcPr marL="73152" marR="54864" marT="27432" marB="27432" anchor="ctr">
                    <a:solidFill>
                      <a:srgbClr val="FFEAD5"/>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166980"/>
                          </a:solidFill>
                          <a:latin typeface="Source Sans Pro"/>
                        </a:rPr>
                        <a:t>Alsergrund</a:t>
                      </a:r>
                    </a:p>
                  </a:txBody>
                  <a:tcPr marL="73152" marR="54864" marT="27432" marB="27432" anchor="ctr">
                    <a:solidFill>
                      <a:srgbClr val="FFEAD5"/>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166980"/>
                          </a:solidFill>
                          <a:latin typeface="Source Sans Pro"/>
                        </a:rPr>
                        <a:t>Ringstraße</a:t>
                      </a:r>
                    </a:p>
                  </a:txBody>
                  <a:tcPr marL="73152" marR="54864" marT="27432" marB="27432" anchor="ctr">
                    <a:solidFill>
                      <a:srgbClr val="FFEAD5"/>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166980"/>
                          </a:solidFill>
                          <a:latin typeface="Courier New"/>
                        </a:rPr>
                        <a:t>2026-03-01</a:t>
                      </a:r>
                    </a:p>
                  </a:txBody>
                  <a:tcPr marL="73152" marR="54864" marT="27432" marB="27432" anchor="ctr">
                    <a:solidFill>
                      <a:srgbClr val="FFEAD5"/>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bl>
          </a:graphicData>
        </a:graphic>
      </p:graphicFrame>
      <p:sp>
        <p:nvSpPr>
          <p:cNvPr id="10" name="TextBox 9"/>
          <p:cNvSpPr txBox="1"/>
          <p:nvPr/>
        </p:nvSpPr>
        <p:spPr>
          <a:xfrm>
            <a:off x="640080" y="2962656"/>
            <a:ext cx="10881360" cy="548640"/>
          </a:xfrm>
          <a:prstGeom prst="rect">
            <a:avLst/>
          </a:prstGeom>
          <a:noFill/>
        </p:spPr>
        <p:txBody>
          <a:bodyPr wrap="square" lIns="0" rIns="0" tIns="0" bIns="0">
            <a:spAutoFit/>
          </a:bodyPr>
          <a:lstStyle/>
          <a:p>
            <a:pPr algn="ctr">
              <a:lnSpc>
                <a:spcPct val="115000"/>
              </a:lnSpc>
            </a:pPr>
            <a:r>
              <a:rPr sz="1500" b="0" i="0">
                <a:solidFill>
                  <a:srgbClr val="166980"/>
                </a:solidFill>
                <a:latin typeface="Source Sans Pro"/>
              </a:rPr>
              <a:t>One row, two truths side by side – but only the last move survives.</a:t>
            </a:r>
          </a:p>
        </p:txBody>
      </p:sp>
      <p:sp>
        <p:nvSpPr>
          <p:cNvPr id="11" name="Rounded Rectangle 10"/>
          <p:cNvSpPr/>
          <p:nvPr/>
        </p:nvSpPr>
        <p:spPr>
          <a:xfrm>
            <a:off x="640080" y="3703320"/>
            <a:ext cx="5120640" cy="384048"/>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600" b="0" i="0">
                <a:solidFill>
                  <a:srgbClr val="FFFFFF"/>
                </a:solidFill>
                <a:latin typeface="Source Sans Pro"/>
              </a:rPr>
              <a:t>How it works</a:t>
            </a:r>
          </a:p>
        </p:txBody>
      </p:sp>
      <p:sp>
        <p:nvSpPr>
          <p:cNvPr id="12" name="TextBox 11"/>
          <p:cNvSpPr txBox="1"/>
          <p:nvPr/>
        </p:nvSpPr>
        <p:spPr>
          <a:xfrm>
            <a:off x="640080" y="4224528"/>
            <a:ext cx="5120640" cy="173736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Each tracked attribute gets a second column for its previous value</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The row count stays flat – still one row per barista</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Queries can report on old and new location without a join on validity dates</a:t>
            </a:r>
          </a:p>
        </p:txBody>
      </p:sp>
      <p:sp>
        <p:nvSpPr>
          <p:cNvPr id="13" name="Rounded Rectangle 12"/>
          <p:cNvSpPr/>
          <p:nvPr/>
        </p:nvSpPr>
        <p:spPr>
          <a:xfrm>
            <a:off x="6400800" y="3703320"/>
            <a:ext cx="5367528" cy="384048"/>
          </a:xfrm>
          <a:prstGeom prst="roundRect">
            <a:avLst/>
          </a:prstGeom>
          <a:solidFill>
            <a:srgbClr val="FF9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1600" b="0" i="0">
                <a:solidFill>
                  <a:srgbClr val="FFFFFF"/>
                </a:solidFill>
                <a:latin typeface="Source Sans Pro"/>
              </a:rPr>
              <a:t>What it means for Sofia</a:t>
            </a:r>
          </a:p>
        </p:txBody>
      </p:sp>
      <p:sp>
        <p:nvSpPr>
          <p:cNvPr id="14" name="TextBox 13"/>
          <p:cNvSpPr txBox="1"/>
          <p:nvPr/>
        </p:nvSpPr>
        <p:spPr>
          <a:xfrm>
            <a:off x="6400800" y="4224528"/>
            <a:ext cx="5367528" cy="1737360"/>
          </a:xfrm>
          <a:prstGeom prst="rect">
            <a:avLst/>
          </a:prstGeom>
          <a:noFill/>
        </p:spPr>
        <p:txBody>
          <a:bodyPr wrap="square" lIns="0" rIns="0" tIns="0" bIns="0">
            <a:spAutoFit/>
          </a:bodyPr>
          <a:lstStyle/>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Perfect for a one-off reorganisation: sales under the old vs. the new house structure</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If Anna moves a second time, Ringstraße is lost</a:t>
            </a:r>
          </a:p>
          <a:p>
            <a:pPr marL="320040" indent="-320040">
              <a:lnSpc>
                <a:spcPct val="120000"/>
              </a:lnSpc>
              <a:spcBef>
                <a:spcPts val="600"/>
              </a:spcBef>
              <a:buClr>
                <a:srgbClr val="209CBD"/>
              </a:buClr>
              <a:buFont typeface="Symbol" pitchFamily="2" charset="2"/>
              <a:buChar char="-"/>
            </a:pPr>
            <a:r>
              <a:rPr sz="1500" b="0" i="0">
                <a:solidFill>
                  <a:srgbClr val="1D1D1F"/>
                </a:solidFill>
                <a:latin typeface="Source Sans Pro"/>
              </a:rPr>
              <a:t>Every tracked attribute costs another column – the table gets wide fast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ext Placeholder 6"/>
          <p:cNvSpPr>
            <a:spLocks noGrp="1"/>
          </p:cNvSpPr>
          <p:nvPr>
            <p:ph type="body" idx="10" sz="quarter"/>
          </p:nvPr>
        </p:nvSpPr>
        <p:spPr/>
        <p:txBody>
          <a:bodyPr/>
          <a:lstStyle/>
          <a:p>
            <a:r>
              <a:t>Slowly Changing Dimensions</a:t>
            </a:r>
          </a:p>
        </p:txBody>
      </p:sp>
      <p:sp>
        <p:nvSpPr>
          <p:cNvPr id="8" name="Rounded Rectangle 7"/>
          <p:cNvSpPr/>
          <p:nvPr/>
        </p:nvSpPr>
        <p:spPr>
          <a:xfrm>
            <a:off x="640080" y="877824"/>
            <a:ext cx="10451592" cy="512064"/>
          </a:xfrm>
          <a:prstGeom prst="roundRect">
            <a:avLst/>
          </a:prstGeom>
          <a:solidFill>
            <a:srgbClr val="209C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ctr"/>
            <a:r>
              <a:rPr sz="2400" b="0" i="0">
                <a:solidFill>
                  <a:srgbClr val="FFFFFF"/>
                </a:solidFill>
                <a:latin typeface="Source Sans Pro"/>
              </a:rPr>
              <a:t>Which type fits which change at Sofia’s Coffee World?</a:t>
            </a:r>
          </a:p>
        </p:txBody>
      </p:sp>
      <p:graphicFrame>
        <p:nvGraphicFramePr>
          <p:cNvPr id="9" name="Table 8"/>
          <p:cNvGraphicFramePr>
            <a:graphicFrameLocks noGrp="1"/>
          </p:cNvGraphicFramePr>
          <p:nvPr/>
        </p:nvGraphicFramePr>
        <p:xfrm>
          <a:off x="640080" y="1600200"/>
          <a:ext cx="10881360" cy="3063240"/>
        </p:xfrm>
        <a:graphic>
          <a:graphicData uri="http://schemas.openxmlformats.org/drawingml/2006/table">
            <a:tbl>
              <a:tblPr>
                <a:tableStyleId>{5C22544A-7EE6-4342-B048-85BDC9FD1C3A}</a:tableStyleId>
              </a:tblPr>
              <a:tblGrid>
                <a:gridCol w="2377440"/>
                <a:gridCol w="2834640"/>
                <a:gridCol w="2834640"/>
                <a:gridCol w="2834640"/>
              </a:tblGrid>
              <a:tr h="411480">
                <a:tc>
                  <a:txBody>
                    <a:bodyPr wrap="square"/>
                    <a:lstStyle/>
                    <a:p>
                      <a:r>
                        <a:rPr sz="1200" b="1" i="0">
                          <a:solidFill>
                            <a:srgbClr val="FFFFFF"/>
                          </a:solidFill>
                          <a:latin typeface="Source Sans Pro"/>
                        </a:rPr>
                        <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Type 1 – Overwrite</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Type 2 – New row</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200" b="1" i="0">
                          <a:solidFill>
                            <a:srgbClr val="FFFFFF"/>
                          </a:solidFill>
                          <a:latin typeface="Source Sans Pro"/>
                        </a:rPr>
                        <a:t>Type 3 – New column</a:t>
                      </a:r>
                    </a:p>
                  </a:txBody>
                  <a:tcPr marL="73152" marR="54864" marT="27432" marB="27432" anchor="ctr">
                    <a:solidFill>
                      <a:srgbClr val="209CBD"/>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530352">
                <a:tc>
                  <a:txBody>
                    <a:bodyPr wrap="square"/>
                    <a:lstStyle/>
                    <a:p>
                      <a:r>
                        <a:rPr sz="1300" b="0" i="0">
                          <a:solidFill>
                            <a:srgbClr val="1D1D1F"/>
                          </a:solidFill>
                          <a:latin typeface="Source Sans Pro"/>
                        </a:rPr>
                        <a:t>History kept</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None</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Complete</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One previous value</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530352">
                <a:tc>
                  <a:txBody>
                    <a:bodyPr wrap="square"/>
                    <a:lstStyle/>
                    <a:p>
                      <a:r>
                        <a:rPr sz="1300" b="0" i="0">
                          <a:solidFill>
                            <a:srgbClr val="1D1D1F"/>
                          </a:solidFill>
                          <a:latin typeface="Source Sans Pro"/>
                        </a:rPr>
                        <a:t>Rows per barista</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Always one</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One per period</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Always one</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530352">
                <a:tc>
                  <a:txBody>
                    <a:bodyPr wrap="square"/>
                    <a:lstStyle/>
                    <a:p>
                      <a:r>
                        <a:rPr sz="1300" b="0" i="0">
                          <a:solidFill>
                            <a:srgbClr val="1D1D1F"/>
                          </a:solidFill>
                          <a:latin typeface="Source Sans Pro"/>
                        </a:rPr>
                        <a:t>Key handling</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Unchanged</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New surrogate key,
validity dates, current flag</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Unchanged</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530352">
                <a:tc>
                  <a:txBody>
                    <a:bodyPr wrap="square"/>
                    <a:lstStyle/>
                    <a:p>
                      <a:r>
                        <a:rPr sz="1300" b="0" i="0">
                          <a:solidFill>
                            <a:srgbClr val="1D1D1F"/>
                          </a:solidFill>
                          <a:latin typeface="Source Sans Pro"/>
                        </a:rPr>
                        <a:t>ETL and query effort</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Low</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High</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Medium</a:t>
                      </a:r>
                    </a:p>
                  </a:txBody>
                  <a:tcPr marL="73152" marR="54864" marT="27432" marB="27432" anchor="ctr">
                    <a:solidFill>
                      <a:srgbClr val="F2F2F2"/>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r h="530352">
                <a:tc>
                  <a:txBody>
                    <a:bodyPr wrap="square"/>
                    <a:lstStyle/>
                    <a:p>
                      <a:r>
                        <a:rPr sz="1300" b="0" i="0">
                          <a:solidFill>
                            <a:srgbClr val="1D1D1F"/>
                          </a:solidFill>
                          <a:latin typeface="Source Sans Pro"/>
                        </a:rPr>
                        <a:t>Typical use at Sofia’s</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Fixing a typo in a
cake name</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Barista transfers, supplier
changes, price lists</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c>
                  <a:txBody>
                    <a:bodyPr wrap="square"/>
                    <a:lstStyle/>
                    <a:p>
                      <a:r>
                        <a:rPr sz="1300" b="0" i="0">
                          <a:solidFill>
                            <a:srgbClr val="1D1D1F"/>
                          </a:solidFill>
                          <a:latin typeface="Source Sans Pro"/>
                        </a:rPr>
                        <a:t>Old vs. new cake
category comparison</a:t>
                      </a:r>
                    </a:p>
                  </a:txBody>
                  <a:tcPr marL="73152" marR="54864" marT="27432" marB="27432" anchor="ctr">
                    <a:solidFill>
                      <a:srgbClr val="FFFFFF"/>
                    </a:solidFill>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tcPr>
                </a:tc>
              </a:tr>
            </a:tbl>
          </a:graphicData>
        </a:graphic>
      </p:graphicFrame>
      <p:sp>
        <p:nvSpPr>
          <p:cNvPr id="10" name="Rounded Rectangle 9"/>
          <p:cNvSpPr/>
          <p:nvPr/>
        </p:nvSpPr>
        <p:spPr>
          <a:xfrm>
            <a:off x="640080" y="4892040"/>
            <a:ext cx="10881360" cy="804672"/>
          </a:xfrm>
          <a:prstGeom prst="roundRect">
            <a:avLst/>
          </a:prstGeom>
          <a:solidFill>
            <a:srgbClr val="FF9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r>
              <a:rPr sz="1500" b="1" i="0">
                <a:solidFill>
                  <a:srgbClr val="FFFFFF"/>
                </a:solidFill>
                <a:latin typeface="Source Sans Pro"/>
              </a:rPr>
              <a:t>Hint to go:  </a:t>
            </a:r>
            <a:r>
              <a:rPr sz="1500" b="0" i="0">
                <a:solidFill>
                  <a:srgbClr val="FFFFFF"/>
                </a:solidFill>
                <a:latin typeface="Source Sans Pro"/>
              </a:rPr>
              <a:t>do not choose a type per table, choose it per attribute. In DIM_PRODUCT the cake name can be Type 1 while the category is Type 2.</a:t>
            </a:r>
          </a:p>
        </p:txBody>
      </p:sp>
      <p:sp>
        <p:nvSpPr>
          <p:cNvPr id="11" name="TextBox 10"/>
          <p:cNvSpPr txBox="1"/>
          <p:nvPr/>
        </p:nvSpPr>
        <p:spPr>
          <a:xfrm>
            <a:off x="640080" y="5897880"/>
            <a:ext cx="10881360" cy="274320"/>
          </a:xfrm>
          <a:prstGeom prst="rect">
            <a:avLst/>
          </a:prstGeom>
          <a:noFill/>
        </p:spPr>
        <p:txBody>
          <a:bodyPr wrap="square" lIns="0" rIns="0" tIns="0" bIns="0">
            <a:spAutoFit/>
          </a:bodyPr>
          <a:lstStyle/>
          <a:p>
            <a:pPr algn="l"/>
            <a:r>
              <a:rPr sz="1100" b="0" i="1">
                <a:solidFill>
                  <a:srgbClr val="8A8A89"/>
                </a:solidFill>
                <a:latin typeface="Source Sans Pro"/>
              </a:rPr>
              <a:t>Type 0 (retain the original value) and hybrid Type 6 also exist – in practice Type 1 and Type 2 cover almost everything.</a:t>
            </a:r>
          </a:p>
        </p:txBody>
      </p:sp>
    </p:spTree>
  </p:cSld>
  <p:clrMapOvr>
    <a:masterClrMapping/>
  </p:clrMapOvr>
</p:sld>
</file>

<file path=ppt/theme/theme1.xml><?xml version="1.0" encoding="utf-8"?>
<a:theme xmlns:a="http://schemas.openxmlformats.org/drawingml/2006/main" name="Office">
  <a:themeElements>
    <a:clrScheme name="IU Farbschema">
      <a:dk1>
        <a:srgbClr val="1D1D1F"/>
      </a:dk1>
      <a:lt1>
        <a:srgbClr val="FFFFFF"/>
      </a:lt1>
      <a:dk2>
        <a:srgbClr val="1D1D1F"/>
      </a:dk2>
      <a:lt2>
        <a:srgbClr val="FFFFFF"/>
      </a:lt2>
      <a:accent1>
        <a:srgbClr val="FF922B"/>
      </a:accent1>
      <a:accent2>
        <a:srgbClr val="FFC895"/>
      </a:accent2>
      <a:accent3>
        <a:srgbClr val="F0E0C3"/>
      </a:accent3>
      <a:accent4>
        <a:srgbClr val="8A8A89"/>
      </a:accent4>
      <a:accent5>
        <a:srgbClr val="209CBD"/>
      </a:accent5>
      <a:accent6>
        <a:srgbClr val="8ECEDE"/>
      </a:accent6>
      <a:hlink>
        <a:srgbClr val="209DBD"/>
      </a:hlink>
      <a:folHlink>
        <a:srgbClr val="8FCED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spcFirstLastPara="0" vert="horz" wrap="square" lIns="377605" tIns="58420" rIns="58420" bIns="58420" numCol="1" spcCol="1270" anchor="ctr" anchorCtr="0">
        <a:noAutofit/>
      </a:bodyPr>
      <a:lstStyle>
        <a:defPPr algn="l">
          <a:spcBef>
            <a:spcPts val="1800"/>
          </a:spcBef>
          <a:defRPr sz="1700" b="1" cap="all" dirty="0" err="1">
            <a:solidFill>
              <a:schemeClr val="tx2"/>
            </a:solidFill>
            <a:latin typeface="Source Sans Pro" panose="020B0503030403020204" pitchFamily="34" charset="0"/>
            <a:ea typeface="Source Sans Pro" panose="020B0503030403020204" pitchFamily="34" charset="0"/>
          </a:defRPr>
        </a:defPPr>
      </a:lstStyle>
      <a: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a:style>
    </a:spDef>
    <a:txDef>
      <a:spPr>
        <a:noFill/>
      </a:spPr>
      <a:bodyPr vert="horz" lIns="0" tIns="0" rIns="0" bIns="0" rtlCol="0" anchor="ctr">
        <a:noAutofit/>
      </a:bodyPr>
      <a:lstStyle>
        <a:defPPr marL="0" indent="0" algn="l">
          <a:buFont typeface="Arial" panose="020B0604020202020204" pitchFamily="34" charset="0"/>
          <a:buNone/>
          <a:defRPr b="1" i="0" dirty="0">
            <a:latin typeface="Source Sans Pro" panose="020B0503030403020204" pitchFamily="34" charset="0"/>
            <a:ea typeface="Source Sans Pro" panose="020B0503030403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c965c23-999d-4808-acb0-d6780086cbcb" xsi:nil="true"/>
    <lcf76f155ced4ddcb4097134ff3c332f xmlns="f31a922d-b949-4941-a880-943a2c6de98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3B2DDE2DB8A4642A510525C0FA9F68C" ma:contentTypeVersion="12" ma:contentTypeDescription="Create a new document." ma:contentTypeScope="" ma:versionID="5a92325731b8c0affaf699bf410d3d48">
  <xsd:schema xmlns:xsd="http://www.w3.org/2001/XMLSchema" xmlns:xs="http://www.w3.org/2001/XMLSchema" xmlns:p="http://schemas.microsoft.com/office/2006/metadata/properties" xmlns:ns2="f31a922d-b949-4941-a880-943a2c6de98a" xmlns:ns3="ac965c23-999d-4808-acb0-d6780086cbcb" targetNamespace="http://schemas.microsoft.com/office/2006/metadata/properties" ma:root="true" ma:fieldsID="b80b5ac18e66adf0e96c785bba573de0" ns2:_="" ns3:_="">
    <xsd:import namespace="f31a922d-b949-4941-a880-943a2c6de98a"/>
    <xsd:import namespace="ac965c23-999d-4808-acb0-d6780086cbc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1a922d-b949-4941-a880-943a2c6de9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9e705d6-38b3-4b97-b0df-0b3ae6773d96"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c965c23-999d-4808-acb0-d6780086cbcb"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9fb964f-b4be-499f-b23e-c2a5fda232ba}" ma:internalName="TaxCatchAll" ma:showField="CatchAllData" ma:web="ac965c23-999d-4808-acb0-d6780086cbc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BA08BA-29CB-4D06-B0CD-F5E89E0E868F}">
  <ds:schemaRefs>
    <ds:schemaRef ds:uri="http://purl.org/dc/terms/"/>
    <ds:schemaRef ds:uri="http://www.w3.org/XML/1998/namespace"/>
    <ds:schemaRef ds:uri="http://purl.org/dc/elements/1.1/"/>
    <ds:schemaRef ds:uri="http://schemas.microsoft.com/office/2006/documentManagement/types"/>
    <ds:schemaRef ds:uri="http://schemas.microsoft.com/office/2006/metadata/properties"/>
    <ds:schemaRef ds:uri="http://purl.org/dc/dcmitype/"/>
    <ds:schemaRef ds:uri="http://schemas.microsoft.com/office/infopath/2007/PartnerControls"/>
    <ds:schemaRef ds:uri="http://schemas.openxmlformats.org/package/2006/metadata/core-properties"/>
    <ds:schemaRef ds:uri="2672c6e4-e160-4f60-aec9-cd71c27f91a6"/>
    <ds:schemaRef ds:uri="ac965c23-999d-4808-acb0-d6780086cbcb"/>
    <ds:schemaRef ds:uri="f31a922d-b949-4941-a880-943a2c6de98a"/>
  </ds:schemaRefs>
</ds:datastoreItem>
</file>

<file path=customXml/itemProps2.xml><?xml version="1.0" encoding="utf-8"?>
<ds:datastoreItem xmlns:ds="http://schemas.openxmlformats.org/officeDocument/2006/customXml" ds:itemID="{9C89FB27-0B6A-43EF-84AF-6EA87D522903}">
  <ds:schemaRefs>
    <ds:schemaRef ds:uri="http://schemas.microsoft.com/sharepoint/v3/contenttype/forms"/>
  </ds:schemaRefs>
</ds:datastoreItem>
</file>

<file path=customXml/itemProps3.xml><?xml version="1.0" encoding="utf-8"?>
<ds:datastoreItem xmlns:ds="http://schemas.openxmlformats.org/officeDocument/2006/customXml" ds:itemID="{7E7FE9E9-62E6-44B9-A43F-498C57BD14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1a922d-b949-4941-a880-943a2c6de98a"/>
    <ds:schemaRef ds:uri="ac965c23-999d-4808-acb0-d6780086cb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431</Words>
  <Application>Microsoft Office PowerPoint</Application>
  <PresentationFormat>Breitbild</PresentationFormat>
  <Paragraphs>90</Paragraphs>
  <Slides>9</Slides>
  <Notes>9</Notes>
  <HiddenSlides>1</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9</vt:i4>
      </vt:variant>
    </vt:vector>
  </HeadingPairs>
  <TitlesOfParts>
    <vt:vector size="15" baseType="lpstr">
      <vt:lpstr>Arial</vt:lpstr>
      <vt:lpstr>Calibri</vt:lpstr>
      <vt:lpstr>Source Sans Pro</vt:lpstr>
      <vt:lpstr>Source Sans Pro Bold</vt:lpstr>
      <vt:lpstr>Symbol</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Laakmann, Julia</dc:creator>
  <cp:lastModifiedBy>Drozdzynski, Maik, Prof. Dr. rer. pol.</cp:lastModifiedBy>
  <cp:revision>1</cp:revision>
  <dcterms:created xsi:type="dcterms:W3CDTF">2023-03-02T18:43:38Z</dcterms:created>
  <dcterms:modified xsi:type="dcterms:W3CDTF">2026-05-27T12:49:49Z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0x010100D3B2DDE2DB8A4642A510525C0FA9F68C</vt:lpwstr>
  </property>
  <property fmtid="{D5CDD505-2E9C-101B-9397-08002B2CF9AE}" pid="3" name="MediaServiceImageTags">
    <vt:lpwstr/>
  </property>
</Properties>
</file>